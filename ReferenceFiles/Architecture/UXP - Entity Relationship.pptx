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9" r:id="rId5"/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C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318F5-4BF4-4C36-95B6-D03BFD8B7F19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CF95-6CFE-4EE3-9265-006C2A6EAE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08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CF95-6CFE-4EE3-9265-006C2A6EAEE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428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CF95-6CFE-4EE3-9265-006C2A6EAEE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693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CF95-6CFE-4EE3-9265-006C2A6EAEE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940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E6D0-6FDF-F7B1-880A-3CA989E16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06580-B438-D7CB-B00F-20C320612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65A4-7008-C29E-4996-C5CF8EA5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CBBE4-E8B9-00C5-26E5-6851B74CD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B5758-5631-50D4-B4A7-2C32C5A9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05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6078-BB69-913D-19CD-0B5D704D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C5030-C1FE-C324-2A4F-56D57F401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3AE4F-E9DA-E209-7F5B-02D491E1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2FCAC-6927-37F3-CE82-5C7B94CC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19026-660C-BD30-3485-D00AFF8A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490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9A6D-F022-056C-5C09-B6970670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2930D-FC6D-E72A-DEC0-D58E78BE9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EA2E-85A6-3A3E-AFBA-8DD869A47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AE56A-7046-4DC4-6E66-8677FA3E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B7DD4-F3CD-9A71-8468-8C30D809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96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5203-AC34-DFB1-A696-1D40AEA26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BF039-F5D3-2D32-271C-44DDEF204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313F1-586D-85ED-196D-7AF9D21B9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D89B6-E515-0857-AA98-433149F4F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A43D9-F3DE-D9AF-9DB0-97C2B126A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601C9-CD96-A40A-5A44-07EDA528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79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B6DF-01A1-C0FB-B81F-72933334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3E4D1-5F73-DECF-625E-61F514583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E7D71-C8BE-6B22-31E5-45F03D7C5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0EB849-BDAB-0BFE-05D6-CCD36E396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2A6FD0-0EF1-E92C-4181-EADE18FA8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562713-CADE-F054-9EC3-9EB9D896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14649B-8E37-1E5D-B25D-B653F5E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1F9CF7-35C2-E1E7-08A1-B388585EC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09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6D7C-4F72-FF8A-96EE-DEBD3E33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47AF89-41B5-FF04-384E-C393606C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D8FBE-FFE7-9761-3842-971D1225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03C65-CF35-C9E7-95DF-9961EC9F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79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06EDC-1CFE-62C7-953A-00BE0051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1C936-FE68-5590-BA99-1C44B13C8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293A6-10F8-C651-6839-316D1E69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15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7D19-D5D2-F6DF-3027-84462637F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6C4AA-F2F0-95D7-17DF-2D3E1310C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C5639-5AA6-C37E-8105-258078A0A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D9586-169D-8D97-D8CF-EDDCE3F57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77F2F-263D-472B-2683-8426994C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04EDC-597D-3E08-8D61-0F63EAD2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660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EAC6-4AA4-48F8-F7C3-1B22CA5D1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EF1DC-9D9E-0990-5F4E-C47E1A1EB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43914-4F2D-DF28-2375-530C81B1D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C6E0A-A50E-0660-F663-0B6C4828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7BE0E-DC6B-E6C0-2008-BCED7262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C5E44-9E0E-FAEF-7EBF-F74EFF21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9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A34E-36A5-A9DB-822C-41D0D255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B3F82-0193-76CA-35D1-A28F336C2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1D2D8-4574-F8C7-D71F-2AE7D3F3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9389C-6C32-EAEE-0388-5DC8A429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77D98-2537-9EEE-C042-2F3A76E0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1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2AC91-B9D2-9008-8470-DBF345039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66997-07E4-5DBF-A565-D7DF8ED22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41923-D03B-EE46-CEBD-A1461791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CC225-6716-FD26-DAE4-406E0C739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5E50E-EC7C-6FE3-4A77-2F4087AC1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07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C2507-AFAC-C485-0AE3-296AD7CC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AE10D-9464-21C0-FF30-9B64D926B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CA7E3-2EAD-4A0E-4C97-DDE51D4B3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050B9-8082-4576-988E-76D0E2E88584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506D7-6FFB-023C-AE94-39AC82FED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F30CD-C02B-0CF7-E53A-E009FC2B4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CFBEC-4E75-4F85-BCAC-4C3566A56C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59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CBBB1-3869-7FBC-8C2E-8C7CD252F796}"/>
              </a:ext>
            </a:extLst>
          </p:cNvPr>
          <p:cNvSpPr/>
          <p:nvPr/>
        </p:nvSpPr>
        <p:spPr>
          <a:xfrm>
            <a:off x="505171" y="2646248"/>
            <a:ext cx="1632350" cy="954073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FFB11B-CB9B-A612-FE01-56A856B158E2}"/>
              </a:ext>
            </a:extLst>
          </p:cNvPr>
          <p:cNvSpPr/>
          <p:nvPr/>
        </p:nvSpPr>
        <p:spPr>
          <a:xfrm>
            <a:off x="2659018" y="1573067"/>
            <a:ext cx="1632350" cy="954073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588424-79CB-4BF2-5D96-BA6D6CFA067D}"/>
              </a:ext>
            </a:extLst>
          </p:cNvPr>
          <p:cNvSpPr/>
          <p:nvPr/>
        </p:nvSpPr>
        <p:spPr>
          <a:xfrm>
            <a:off x="5077177" y="1573067"/>
            <a:ext cx="1334691" cy="466425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6EA34D-54CE-ABD5-A7E1-1A3CCB094C9C}"/>
              </a:ext>
            </a:extLst>
          </p:cNvPr>
          <p:cNvSpPr/>
          <p:nvPr/>
        </p:nvSpPr>
        <p:spPr>
          <a:xfrm>
            <a:off x="5077177" y="2029959"/>
            <a:ext cx="1334691" cy="428960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08F934-101E-6E5B-7627-9DA9B293B02E}"/>
              </a:ext>
            </a:extLst>
          </p:cNvPr>
          <p:cNvSpPr/>
          <p:nvPr/>
        </p:nvSpPr>
        <p:spPr>
          <a:xfrm>
            <a:off x="5077177" y="2463673"/>
            <a:ext cx="1334691" cy="441959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E99D20C7-8D65-DC6C-4569-E15741670E2D}"/>
              </a:ext>
            </a:extLst>
          </p:cNvPr>
          <p:cNvSpPr txBox="1"/>
          <p:nvPr/>
        </p:nvSpPr>
        <p:spPr>
          <a:xfrm>
            <a:off x="95784" y="-3163"/>
            <a:ext cx="5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/>
              <a:t>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389BF0-1E56-ECF7-C6D6-428AC1FEDF5A}"/>
              </a:ext>
            </a:extLst>
          </p:cNvPr>
          <p:cNvSpPr/>
          <p:nvPr/>
        </p:nvSpPr>
        <p:spPr>
          <a:xfrm>
            <a:off x="879080" y="2960579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CAMPAIGN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7950C49-0A8E-DD83-C320-FF111BC078E8}"/>
              </a:ext>
            </a:extLst>
          </p:cNvPr>
          <p:cNvSpPr/>
          <p:nvPr/>
        </p:nvSpPr>
        <p:spPr>
          <a:xfrm>
            <a:off x="3378152" y="1647729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C481CF5-4194-C303-9650-A13CDF1B0C95}"/>
              </a:ext>
            </a:extLst>
          </p:cNvPr>
          <p:cNvSpPr/>
          <p:nvPr/>
        </p:nvSpPr>
        <p:spPr>
          <a:xfrm>
            <a:off x="3378152" y="2843548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47BD780-66FD-BD3E-B98D-68B7A9FBCA97}"/>
              </a:ext>
            </a:extLst>
          </p:cNvPr>
          <p:cNvSpPr/>
          <p:nvPr/>
        </p:nvSpPr>
        <p:spPr>
          <a:xfrm>
            <a:off x="3400780" y="3890524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F6D11D6-713C-4FD7-B5A1-916F0A687643}"/>
              </a:ext>
            </a:extLst>
          </p:cNvPr>
          <p:cNvSpPr/>
          <p:nvPr/>
        </p:nvSpPr>
        <p:spPr>
          <a:xfrm>
            <a:off x="5383167" y="1637558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D7FA0B4-0E49-B6B5-7CEB-DD103BB8EF64}"/>
              </a:ext>
            </a:extLst>
          </p:cNvPr>
          <p:cNvSpPr/>
          <p:nvPr/>
        </p:nvSpPr>
        <p:spPr>
          <a:xfrm>
            <a:off x="5383167" y="2072850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0FB847F-6C86-8E92-CD11-DFC9D4DC9BBE}"/>
              </a:ext>
            </a:extLst>
          </p:cNvPr>
          <p:cNvSpPr/>
          <p:nvPr/>
        </p:nvSpPr>
        <p:spPr>
          <a:xfrm>
            <a:off x="5383167" y="250814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A3D8793-45C3-54C7-614D-A129069B5C36}"/>
              </a:ext>
            </a:extLst>
          </p:cNvPr>
          <p:cNvSpPr/>
          <p:nvPr/>
        </p:nvSpPr>
        <p:spPr>
          <a:xfrm>
            <a:off x="5383167" y="4111189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0655E04-50AC-9164-73B4-22A10F628EDC}"/>
              </a:ext>
            </a:extLst>
          </p:cNvPr>
          <p:cNvSpPr/>
          <p:nvPr/>
        </p:nvSpPr>
        <p:spPr>
          <a:xfrm>
            <a:off x="5411744" y="3247897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F4CC6F2-04FB-0F37-2034-38DC4C37371B}"/>
              </a:ext>
            </a:extLst>
          </p:cNvPr>
          <p:cNvSpPr/>
          <p:nvPr/>
        </p:nvSpPr>
        <p:spPr>
          <a:xfrm>
            <a:off x="5383167" y="454648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2FBA335-C977-EF63-BFB5-DC139B80BDF0}"/>
              </a:ext>
            </a:extLst>
          </p:cNvPr>
          <p:cNvCxnSpPr>
            <a:cxnSpLocks/>
            <a:stCxn id="23" idx="3"/>
            <a:endCxn id="48" idx="1"/>
          </p:cNvCxnSpPr>
          <p:nvPr/>
        </p:nvCxnSpPr>
        <p:spPr>
          <a:xfrm flipV="1">
            <a:off x="1688705" y="2242395"/>
            <a:ext cx="1046511" cy="89217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61B4DD6-1078-0BFC-0DC8-706990CEB129}"/>
              </a:ext>
            </a:extLst>
          </p:cNvPr>
          <p:cNvCxnSpPr>
            <a:cxnSpLocks/>
            <a:stCxn id="23" idx="3"/>
            <a:endCxn id="49" idx="1"/>
          </p:cNvCxnSpPr>
          <p:nvPr/>
        </p:nvCxnSpPr>
        <p:spPr>
          <a:xfrm>
            <a:off x="1688705" y="3134570"/>
            <a:ext cx="1046511" cy="307804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0006BF8-3263-3F44-72D1-C0CF3D994B11}"/>
              </a:ext>
            </a:extLst>
          </p:cNvPr>
          <p:cNvCxnSpPr>
            <a:cxnSpLocks/>
            <a:stCxn id="23" idx="3"/>
            <a:endCxn id="50" idx="1"/>
          </p:cNvCxnSpPr>
          <p:nvPr/>
        </p:nvCxnSpPr>
        <p:spPr>
          <a:xfrm>
            <a:off x="1688705" y="3134570"/>
            <a:ext cx="1046511" cy="1329043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694E52B7-3B14-46DA-7114-EBBE52CF4B2B}"/>
              </a:ext>
            </a:extLst>
          </p:cNvPr>
          <p:cNvCxnSpPr>
            <a:cxnSpLocks/>
            <a:stCxn id="50" idx="3"/>
            <a:endCxn id="36" idx="1"/>
          </p:cNvCxnSpPr>
          <p:nvPr/>
        </p:nvCxnSpPr>
        <p:spPr>
          <a:xfrm flipV="1">
            <a:off x="3544841" y="4287401"/>
            <a:ext cx="1838326" cy="176212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C35AB44-F96D-A93A-9B0C-6A65ADA20AB7}"/>
              </a:ext>
            </a:extLst>
          </p:cNvPr>
          <p:cNvCxnSpPr>
            <a:cxnSpLocks/>
            <a:stCxn id="49" idx="3"/>
            <a:endCxn id="37" idx="1"/>
          </p:cNvCxnSpPr>
          <p:nvPr/>
        </p:nvCxnSpPr>
        <p:spPr>
          <a:xfrm flipV="1">
            <a:off x="3544841" y="3424109"/>
            <a:ext cx="1866903" cy="1826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F8B9B14-4787-8E09-2D5F-2A6A020B16EB}"/>
              </a:ext>
            </a:extLst>
          </p:cNvPr>
          <p:cNvCxnSpPr>
            <a:cxnSpLocks/>
            <a:stCxn id="50" idx="3"/>
            <a:endCxn id="38" idx="1"/>
          </p:cNvCxnSpPr>
          <p:nvPr/>
        </p:nvCxnSpPr>
        <p:spPr>
          <a:xfrm>
            <a:off x="3544841" y="4463613"/>
            <a:ext cx="1838326" cy="259081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556BFEA-490D-40C2-C2CD-554C68C85FB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3544841" y="1813770"/>
            <a:ext cx="1838326" cy="42862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8C16326-99C0-DA8E-7722-B9BE0BF6825D}"/>
              </a:ext>
            </a:extLst>
          </p:cNvPr>
          <p:cNvCxnSpPr>
            <a:cxnSpLocks/>
            <a:stCxn id="48" idx="3"/>
            <a:endCxn id="35" idx="1"/>
          </p:cNvCxnSpPr>
          <p:nvPr/>
        </p:nvCxnSpPr>
        <p:spPr>
          <a:xfrm>
            <a:off x="3544841" y="2242395"/>
            <a:ext cx="1838326" cy="441959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4068CF5-C233-3E1C-B19B-718F6B48C57E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3544841" y="2242395"/>
            <a:ext cx="1838326" cy="6667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A924CC6-4CBB-A40B-3EB8-5D854A666D39}"/>
              </a:ext>
            </a:extLst>
          </p:cNvPr>
          <p:cNvSpPr/>
          <p:nvPr/>
        </p:nvSpPr>
        <p:spPr>
          <a:xfrm>
            <a:off x="2735216" y="2066183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D87646-2509-3A59-CA1B-881E4B6FC8D4}"/>
              </a:ext>
            </a:extLst>
          </p:cNvPr>
          <p:cNvSpPr/>
          <p:nvPr/>
        </p:nvSpPr>
        <p:spPr>
          <a:xfrm>
            <a:off x="2735216" y="3266162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422E619-FFA0-BE1C-78B1-E784D131C8C5}"/>
              </a:ext>
            </a:extLst>
          </p:cNvPr>
          <p:cNvSpPr/>
          <p:nvPr/>
        </p:nvSpPr>
        <p:spPr>
          <a:xfrm>
            <a:off x="2735216" y="4287401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1D4C2B0-D94E-A8F5-9396-7FDB0F41E77D}"/>
              </a:ext>
            </a:extLst>
          </p:cNvPr>
          <p:cNvCxnSpPr>
            <a:cxnSpLocks/>
            <a:stCxn id="50" idx="0"/>
            <a:endCxn id="32" idx="1"/>
          </p:cNvCxnSpPr>
          <p:nvPr/>
        </p:nvCxnSpPr>
        <p:spPr>
          <a:xfrm rot="5400000" flipH="1" flipV="1">
            <a:off x="3160072" y="4046694"/>
            <a:ext cx="220665" cy="260751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A485416-838B-8F2D-4E18-DBEF08A72DC4}"/>
              </a:ext>
            </a:extLst>
          </p:cNvPr>
          <p:cNvCxnSpPr>
            <a:cxnSpLocks/>
            <a:stCxn id="49" idx="0"/>
            <a:endCxn id="31" idx="1"/>
          </p:cNvCxnSpPr>
          <p:nvPr/>
        </p:nvCxnSpPr>
        <p:spPr>
          <a:xfrm rot="5400000" flipH="1" flipV="1">
            <a:off x="3135889" y="3023900"/>
            <a:ext cx="246402" cy="238123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7FE73E5A-8150-147E-AA43-6666DFF02E37}"/>
              </a:ext>
            </a:extLst>
          </p:cNvPr>
          <p:cNvCxnSpPr>
            <a:cxnSpLocks/>
            <a:stCxn id="48" idx="0"/>
            <a:endCxn id="30" idx="1"/>
          </p:cNvCxnSpPr>
          <p:nvPr/>
        </p:nvCxnSpPr>
        <p:spPr>
          <a:xfrm rot="5400000" flipH="1" flipV="1">
            <a:off x="3137969" y="1826001"/>
            <a:ext cx="242242" cy="238123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99C481D-6C77-B45C-CFC5-92A6BC2A58DC}"/>
              </a:ext>
            </a:extLst>
          </p:cNvPr>
          <p:cNvSpPr txBox="1"/>
          <p:nvPr/>
        </p:nvSpPr>
        <p:spPr>
          <a:xfrm>
            <a:off x="3070380" y="1227119"/>
            <a:ext cx="8096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EVENT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347E3E-4A00-3DCB-CCC5-5EBA490CF65A}"/>
              </a:ext>
            </a:extLst>
          </p:cNvPr>
          <p:cNvSpPr txBox="1"/>
          <p:nvPr/>
        </p:nvSpPr>
        <p:spPr>
          <a:xfrm>
            <a:off x="4447713" y="1206779"/>
            <a:ext cx="25800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ACTIVATIONS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B0DB6D-2701-01A9-1DC5-50D8648E5715}"/>
              </a:ext>
            </a:extLst>
          </p:cNvPr>
          <p:cNvSpPr/>
          <p:nvPr/>
        </p:nvSpPr>
        <p:spPr>
          <a:xfrm>
            <a:off x="7470236" y="1043030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309ADC-153B-50BB-3DE6-831C1C06C221}"/>
              </a:ext>
            </a:extLst>
          </p:cNvPr>
          <p:cNvSpPr txBox="1"/>
          <p:nvPr/>
        </p:nvSpPr>
        <p:spPr>
          <a:xfrm>
            <a:off x="8391175" y="1105059"/>
            <a:ext cx="125123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/>
              <a:t>BRANDSCOPIC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182C312-FD29-E5F1-F5F4-BD7CB69A86E6}"/>
              </a:ext>
            </a:extLst>
          </p:cNvPr>
          <p:cNvCxnSpPr>
            <a:cxnSpLocks/>
            <a:stCxn id="33" idx="3"/>
            <a:endCxn id="11" idx="1"/>
          </p:cNvCxnSpPr>
          <p:nvPr/>
        </p:nvCxnSpPr>
        <p:spPr>
          <a:xfrm flipV="1">
            <a:off x="6192792" y="1219242"/>
            <a:ext cx="1277444" cy="594528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45A2A3D-2AE6-C6C9-7BD4-8E00540263B4}"/>
              </a:ext>
            </a:extLst>
          </p:cNvPr>
          <p:cNvCxnSpPr>
            <a:cxnSpLocks/>
            <a:stCxn id="33" idx="3"/>
            <a:endCxn id="65" idx="1"/>
          </p:cNvCxnSpPr>
          <p:nvPr/>
        </p:nvCxnSpPr>
        <p:spPr>
          <a:xfrm flipV="1">
            <a:off x="6192792" y="1624070"/>
            <a:ext cx="1277443" cy="189700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AB8A98B-FAD1-0778-A8E7-599AADF3E455}"/>
              </a:ext>
            </a:extLst>
          </p:cNvPr>
          <p:cNvSpPr/>
          <p:nvPr/>
        </p:nvSpPr>
        <p:spPr>
          <a:xfrm>
            <a:off x="3921435" y="388152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1602543-E3E4-D7B0-4D28-ACD8FB931A55}"/>
              </a:ext>
            </a:extLst>
          </p:cNvPr>
          <p:cNvCxnSpPr>
            <a:cxnSpLocks/>
            <a:stCxn id="55" idx="2"/>
            <a:endCxn id="30" idx="0"/>
          </p:cNvCxnSpPr>
          <p:nvPr/>
        </p:nvCxnSpPr>
        <p:spPr>
          <a:xfrm rot="5400000">
            <a:off x="3601031" y="922511"/>
            <a:ext cx="907153" cy="543283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2010323-58EA-FE2C-58C6-CEEDA07BA6A7}"/>
              </a:ext>
            </a:extLst>
          </p:cNvPr>
          <p:cNvSpPr txBox="1"/>
          <p:nvPr/>
        </p:nvSpPr>
        <p:spPr>
          <a:xfrm>
            <a:off x="3921435" y="80107"/>
            <a:ext cx="8096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PLACER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F6C40CD-52EE-F050-BC6F-E8005C80697C}"/>
              </a:ext>
            </a:extLst>
          </p:cNvPr>
          <p:cNvSpPr/>
          <p:nvPr/>
        </p:nvSpPr>
        <p:spPr>
          <a:xfrm>
            <a:off x="7470235" y="1450079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QR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5B7C5B-F92E-9AB1-339F-E8AED512BB96}"/>
              </a:ext>
            </a:extLst>
          </p:cNvPr>
          <p:cNvSpPr txBox="1"/>
          <p:nvPr/>
        </p:nvSpPr>
        <p:spPr>
          <a:xfrm>
            <a:off x="8391175" y="1539430"/>
            <a:ext cx="125123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/>
              <a:t>QR TIGER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4352483-63D2-4267-2E27-5BAF3F984F1A}"/>
              </a:ext>
            </a:extLst>
          </p:cNvPr>
          <p:cNvSpPr/>
          <p:nvPr/>
        </p:nvSpPr>
        <p:spPr>
          <a:xfrm>
            <a:off x="7470235" y="2242395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45109C88-62F2-ACB1-69B2-7B5E47ADB8B2}"/>
              </a:ext>
            </a:extLst>
          </p:cNvPr>
          <p:cNvCxnSpPr>
            <a:cxnSpLocks/>
            <a:stCxn id="34" idx="3"/>
            <a:endCxn id="94" idx="1"/>
          </p:cNvCxnSpPr>
          <p:nvPr/>
        </p:nvCxnSpPr>
        <p:spPr>
          <a:xfrm>
            <a:off x="6192792" y="2249062"/>
            <a:ext cx="1277443" cy="16954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DAF5B51D-51BB-2500-8EFE-181009940CC4}"/>
              </a:ext>
            </a:extLst>
          </p:cNvPr>
          <p:cNvCxnSpPr>
            <a:cxnSpLocks/>
            <a:stCxn id="34" idx="3"/>
            <a:endCxn id="97" idx="1"/>
          </p:cNvCxnSpPr>
          <p:nvPr/>
        </p:nvCxnSpPr>
        <p:spPr>
          <a:xfrm>
            <a:off x="6192792" y="2249062"/>
            <a:ext cx="1277442" cy="574373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FCB7FD4-39E2-E937-63A4-9E7DC66E8031}"/>
              </a:ext>
            </a:extLst>
          </p:cNvPr>
          <p:cNvSpPr/>
          <p:nvPr/>
        </p:nvSpPr>
        <p:spPr>
          <a:xfrm>
            <a:off x="7470234" y="2649444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QR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7A28867-5487-1DC5-AB1E-2A6EFE4EE1BD}"/>
              </a:ext>
            </a:extLst>
          </p:cNvPr>
          <p:cNvSpPr/>
          <p:nvPr/>
        </p:nvSpPr>
        <p:spPr>
          <a:xfrm>
            <a:off x="7470235" y="3410172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E6EFC85-296C-1458-E97B-4DB943E3906B}"/>
              </a:ext>
            </a:extLst>
          </p:cNvPr>
          <p:cNvCxnSpPr>
            <a:cxnSpLocks/>
            <a:stCxn id="35" idx="3"/>
            <a:endCxn id="98" idx="1"/>
          </p:cNvCxnSpPr>
          <p:nvPr/>
        </p:nvCxnSpPr>
        <p:spPr>
          <a:xfrm>
            <a:off x="6192792" y="2684354"/>
            <a:ext cx="1277443" cy="902030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73B7E033-28E8-9F43-DCF4-93AEE6245CE9}"/>
              </a:ext>
            </a:extLst>
          </p:cNvPr>
          <p:cNvCxnSpPr>
            <a:cxnSpLocks/>
            <a:stCxn id="35" idx="3"/>
            <a:endCxn id="101" idx="1"/>
          </p:cNvCxnSpPr>
          <p:nvPr/>
        </p:nvCxnSpPr>
        <p:spPr>
          <a:xfrm>
            <a:off x="6192792" y="2684354"/>
            <a:ext cx="1277442" cy="1306858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A3BB26F9-1657-005E-D7CD-3284AF68A4E9}"/>
              </a:ext>
            </a:extLst>
          </p:cNvPr>
          <p:cNvSpPr/>
          <p:nvPr/>
        </p:nvSpPr>
        <p:spPr>
          <a:xfrm>
            <a:off x="7470234" y="3817221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QR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987B0F-7E4A-AFC4-3132-F5ABA65366CB}"/>
              </a:ext>
            </a:extLst>
          </p:cNvPr>
          <p:cNvSpPr/>
          <p:nvPr/>
        </p:nvSpPr>
        <p:spPr>
          <a:xfrm>
            <a:off x="181832" y="5126023"/>
            <a:ext cx="809625" cy="347981"/>
          </a:xfrm>
          <a:prstGeom prst="roundRect">
            <a:avLst/>
          </a:prstGeom>
          <a:solidFill>
            <a:srgbClr val="EFE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>
                <a:solidFill>
                  <a:schemeClr val="tx1">
                    <a:lumMod val="95000"/>
                    <a:lumOff val="5000"/>
                  </a:schemeClr>
                </a:solidFill>
              </a:rPr>
              <a:t>VANTAGE/</a:t>
            </a:r>
          </a:p>
          <a:p>
            <a:pPr algn="ctr"/>
            <a:r>
              <a:rPr lang="en-GB" sz="900">
                <a:solidFill>
                  <a:schemeClr val="tx1">
                    <a:lumMod val="95000"/>
                    <a:lumOff val="5000"/>
                  </a:schemeClr>
                </a:solidFill>
              </a:rPr>
              <a:t>KANTATA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C6DBF8-2891-104E-937E-13183EDA28C2}"/>
              </a:ext>
            </a:extLst>
          </p:cNvPr>
          <p:cNvCxnSpPr>
            <a:cxnSpLocks/>
            <a:stCxn id="23" idx="2"/>
            <a:endCxn id="9" idx="0"/>
          </p:cNvCxnSpPr>
          <p:nvPr/>
        </p:nvCxnSpPr>
        <p:spPr>
          <a:xfrm rot="5400000">
            <a:off x="26538" y="3868667"/>
            <a:ext cx="1817463" cy="697248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D23E4F-7FA3-032B-536D-DA863FC97177}"/>
              </a:ext>
            </a:extLst>
          </p:cNvPr>
          <p:cNvSpPr txBox="1"/>
          <p:nvPr/>
        </p:nvSpPr>
        <p:spPr>
          <a:xfrm>
            <a:off x="591219" y="2322402"/>
            <a:ext cx="142857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CAMPAIGN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2E1BD-6AA1-DE55-BD86-9E871DCBC6EE}"/>
              </a:ext>
            </a:extLst>
          </p:cNvPr>
          <p:cNvSpPr txBox="1"/>
          <p:nvPr/>
        </p:nvSpPr>
        <p:spPr>
          <a:xfrm>
            <a:off x="-133991" y="5474004"/>
            <a:ext cx="142857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/>
              <a:t>Time, Cost and Fee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BC9DA5-71F6-F0BD-CC24-8EB2CBE9B4F7}"/>
              </a:ext>
            </a:extLst>
          </p:cNvPr>
          <p:cNvSpPr/>
          <p:nvPr/>
        </p:nvSpPr>
        <p:spPr>
          <a:xfrm>
            <a:off x="1396272" y="5125925"/>
            <a:ext cx="970870" cy="347981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GB" sz="1000"/>
              <a:t>PRODUCTION</a:t>
            </a:r>
          </a:p>
          <a:p>
            <a:pPr algn="ctr"/>
            <a:r>
              <a:rPr lang="en-GB" sz="1000"/>
              <a:t>DELIVERABLES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E22CD0-1D36-1107-3331-146100BB9CB4}"/>
              </a:ext>
            </a:extLst>
          </p:cNvPr>
          <p:cNvSpPr txBox="1"/>
          <p:nvPr/>
        </p:nvSpPr>
        <p:spPr>
          <a:xfrm>
            <a:off x="1396271" y="5473906"/>
            <a:ext cx="9708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/>
              <a:t>What we do?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7FBE701-BE7E-CE8C-2B30-414F1B7F4313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rot="16200000" flipH="1">
            <a:off x="674118" y="3918335"/>
            <a:ext cx="1817365" cy="597814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841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62DB6D9-432E-6C00-075B-77D24C8B568A}"/>
              </a:ext>
            </a:extLst>
          </p:cNvPr>
          <p:cNvSpPr/>
          <p:nvPr/>
        </p:nvSpPr>
        <p:spPr>
          <a:xfrm>
            <a:off x="7580716" y="3822812"/>
            <a:ext cx="1019175" cy="464272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5C241A51-A71C-8890-D05B-E297B957FD3D}"/>
              </a:ext>
            </a:extLst>
          </p:cNvPr>
          <p:cNvSpPr/>
          <p:nvPr/>
        </p:nvSpPr>
        <p:spPr>
          <a:xfrm>
            <a:off x="8753477" y="3822812"/>
            <a:ext cx="2580089" cy="466425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FFB11B-CB9B-A612-FE01-56A856B158E2}"/>
              </a:ext>
            </a:extLst>
          </p:cNvPr>
          <p:cNvSpPr/>
          <p:nvPr/>
        </p:nvSpPr>
        <p:spPr>
          <a:xfrm>
            <a:off x="1843678" y="1573067"/>
            <a:ext cx="1632350" cy="954073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588424-79CB-4BF2-5D96-BA6D6CFA067D}"/>
              </a:ext>
            </a:extLst>
          </p:cNvPr>
          <p:cNvSpPr/>
          <p:nvPr/>
        </p:nvSpPr>
        <p:spPr>
          <a:xfrm>
            <a:off x="4261837" y="1573067"/>
            <a:ext cx="1334691" cy="466425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6EA34D-54CE-ABD5-A7E1-1A3CCB094C9C}"/>
              </a:ext>
            </a:extLst>
          </p:cNvPr>
          <p:cNvSpPr/>
          <p:nvPr/>
        </p:nvSpPr>
        <p:spPr>
          <a:xfrm>
            <a:off x="4261837" y="2029959"/>
            <a:ext cx="1334691" cy="428960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08F934-101E-6E5B-7627-9DA9B293B02E}"/>
              </a:ext>
            </a:extLst>
          </p:cNvPr>
          <p:cNvSpPr/>
          <p:nvPr/>
        </p:nvSpPr>
        <p:spPr>
          <a:xfrm>
            <a:off x="4261837" y="2463673"/>
            <a:ext cx="1334691" cy="441959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58C095B7-8499-D4C1-886A-A02FCBC5CF7B}"/>
              </a:ext>
            </a:extLst>
          </p:cNvPr>
          <p:cNvSpPr/>
          <p:nvPr/>
        </p:nvSpPr>
        <p:spPr>
          <a:xfrm>
            <a:off x="7684303" y="515607"/>
            <a:ext cx="1019175" cy="1332564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2DCB363F-FD19-297C-18BF-470478ACD28A}"/>
              </a:ext>
            </a:extLst>
          </p:cNvPr>
          <p:cNvSpPr/>
          <p:nvPr/>
        </p:nvSpPr>
        <p:spPr>
          <a:xfrm>
            <a:off x="8857064" y="515607"/>
            <a:ext cx="2580089" cy="466425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F4CAC0D0-1632-3FCC-BAA8-50958BB18E2F}"/>
              </a:ext>
            </a:extLst>
          </p:cNvPr>
          <p:cNvSpPr/>
          <p:nvPr/>
        </p:nvSpPr>
        <p:spPr>
          <a:xfrm>
            <a:off x="8857064" y="972499"/>
            <a:ext cx="2580089" cy="428960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4D86690A-830F-509A-4AB5-11406851FA63}"/>
              </a:ext>
            </a:extLst>
          </p:cNvPr>
          <p:cNvSpPr/>
          <p:nvPr/>
        </p:nvSpPr>
        <p:spPr>
          <a:xfrm>
            <a:off x="8857064" y="1406213"/>
            <a:ext cx="2580089" cy="441959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75782E25-D6D6-819B-22C0-2418AC1B7635}"/>
              </a:ext>
            </a:extLst>
          </p:cNvPr>
          <p:cNvSpPr/>
          <p:nvPr/>
        </p:nvSpPr>
        <p:spPr>
          <a:xfrm>
            <a:off x="6301979" y="1918668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CAMPAIGN</a:t>
            </a:r>
            <a:endParaRPr lang="en-GB" sz="900">
              <a:solidFill>
                <a:srgbClr val="000000"/>
              </a:solidFill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40EAEB15-18AB-B0BC-B6A8-17600F4BC650}"/>
              </a:ext>
            </a:extLst>
          </p:cNvPr>
          <p:cNvSpPr/>
          <p:nvPr/>
        </p:nvSpPr>
        <p:spPr>
          <a:xfrm>
            <a:off x="10400114" y="595647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3D10A29B-8282-4696-3E9C-31078AADF5C9}"/>
              </a:ext>
            </a:extLst>
          </p:cNvPr>
          <p:cNvSpPr/>
          <p:nvPr/>
        </p:nvSpPr>
        <p:spPr>
          <a:xfrm>
            <a:off x="8966600" y="595647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937D86A4-78BF-90C6-0550-E148B15028F3}"/>
              </a:ext>
            </a:extLst>
          </p:cNvPr>
          <p:cNvSpPr/>
          <p:nvPr/>
        </p:nvSpPr>
        <p:spPr>
          <a:xfrm>
            <a:off x="8966600" y="1030939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6B031E17-0B7D-CE15-3A4E-4120A7A2D226}"/>
              </a:ext>
            </a:extLst>
          </p:cNvPr>
          <p:cNvSpPr/>
          <p:nvPr/>
        </p:nvSpPr>
        <p:spPr>
          <a:xfrm>
            <a:off x="8966600" y="1466231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1F710210-8BC0-0177-3C54-C9ADC49A7662}"/>
              </a:ext>
            </a:extLst>
          </p:cNvPr>
          <p:cNvSpPr/>
          <p:nvPr/>
        </p:nvSpPr>
        <p:spPr>
          <a:xfrm>
            <a:off x="8966600" y="2410159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9E4B4A3B-FF57-DC76-F76A-747698CB5CCF}"/>
              </a:ext>
            </a:extLst>
          </p:cNvPr>
          <p:cNvSpPr/>
          <p:nvPr/>
        </p:nvSpPr>
        <p:spPr>
          <a:xfrm>
            <a:off x="8966600" y="1901523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63D8EE6-427A-E69B-BB4C-094CDBED9E41}"/>
              </a:ext>
            </a:extLst>
          </p:cNvPr>
          <p:cNvSpPr/>
          <p:nvPr/>
        </p:nvSpPr>
        <p:spPr>
          <a:xfrm>
            <a:off x="8966600" y="284545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0F75F3AA-4626-44E7-0480-EF1465916425}"/>
              </a:ext>
            </a:extLst>
          </p:cNvPr>
          <p:cNvCxnSpPr>
            <a:cxnSpLocks/>
            <a:stCxn id="153" idx="3"/>
            <a:endCxn id="172" idx="1"/>
          </p:cNvCxnSpPr>
          <p:nvPr/>
        </p:nvCxnSpPr>
        <p:spPr>
          <a:xfrm flipV="1">
            <a:off x="7111604" y="1124283"/>
            <a:ext cx="669132" cy="968376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E54A2941-31F3-0A73-2256-9149EA94D5F0}"/>
              </a:ext>
            </a:extLst>
          </p:cNvPr>
          <p:cNvCxnSpPr>
            <a:cxnSpLocks/>
            <a:stCxn id="153" idx="3"/>
            <a:endCxn id="173" idx="1"/>
          </p:cNvCxnSpPr>
          <p:nvPr/>
        </p:nvCxnSpPr>
        <p:spPr>
          <a:xfrm flipV="1">
            <a:off x="7111604" y="2084404"/>
            <a:ext cx="640558" cy="825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02B1853C-D5DF-A0DC-834A-FEDEEAE87B39}"/>
              </a:ext>
            </a:extLst>
          </p:cNvPr>
          <p:cNvCxnSpPr>
            <a:cxnSpLocks/>
            <a:stCxn id="153" idx="3"/>
            <a:endCxn id="174" idx="1"/>
          </p:cNvCxnSpPr>
          <p:nvPr/>
        </p:nvCxnSpPr>
        <p:spPr>
          <a:xfrm>
            <a:off x="7111604" y="2092659"/>
            <a:ext cx="640558" cy="699453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EF4A870E-E4C4-47CF-5A6D-006FE8AF6E0E}"/>
              </a:ext>
            </a:extLst>
          </p:cNvPr>
          <p:cNvCxnSpPr>
            <a:cxnSpLocks/>
            <a:stCxn id="174" idx="3"/>
            <a:endCxn id="160" idx="1"/>
          </p:cNvCxnSpPr>
          <p:nvPr/>
        </p:nvCxnSpPr>
        <p:spPr>
          <a:xfrm flipV="1">
            <a:off x="8561787" y="2586371"/>
            <a:ext cx="404813" cy="20574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8CA37426-FFA9-3616-6D17-F7FF5DCD05B5}"/>
              </a:ext>
            </a:extLst>
          </p:cNvPr>
          <p:cNvCxnSpPr>
            <a:cxnSpLocks/>
            <a:stCxn id="173" idx="3"/>
            <a:endCxn id="161" idx="1"/>
          </p:cNvCxnSpPr>
          <p:nvPr/>
        </p:nvCxnSpPr>
        <p:spPr>
          <a:xfrm flipV="1">
            <a:off x="8561787" y="2077735"/>
            <a:ext cx="404813" cy="6669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275D1261-811D-8470-9383-A08C0A2C6320}"/>
              </a:ext>
            </a:extLst>
          </p:cNvPr>
          <p:cNvCxnSpPr>
            <a:cxnSpLocks/>
            <a:stCxn id="174" idx="3"/>
            <a:endCxn id="162" idx="1"/>
          </p:cNvCxnSpPr>
          <p:nvPr/>
        </p:nvCxnSpPr>
        <p:spPr>
          <a:xfrm>
            <a:off x="8561787" y="2792112"/>
            <a:ext cx="404813" cy="229552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9824866B-5554-4C2C-CB09-2CE45C46B55C}"/>
              </a:ext>
            </a:extLst>
          </p:cNvPr>
          <p:cNvCxnSpPr>
            <a:cxnSpLocks/>
            <a:stCxn id="172" idx="3"/>
            <a:endCxn id="157" idx="1"/>
          </p:cNvCxnSpPr>
          <p:nvPr/>
        </p:nvCxnSpPr>
        <p:spPr>
          <a:xfrm flipV="1">
            <a:off x="8590361" y="771859"/>
            <a:ext cx="376239" cy="352424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F48AFCE4-826D-C899-BF65-00448F7B7CC2}"/>
              </a:ext>
            </a:extLst>
          </p:cNvPr>
          <p:cNvCxnSpPr>
            <a:cxnSpLocks/>
            <a:stCxn id="172" idx="3"/>
            <a:endCxn id="159" idx="1"/>
          </p:cNvCxnSpPr>
          <p:nvPr/>
        </p:nvCxnSpPr>
        <p:spPr>
          <a:xfrm>
            <a:off x="8590361" y="1124283"/>
            <a:ext cx="376239" cy="51816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52E38A07-5D3D-6198-24ED-7B491FBCDA21}"/>
              </a:ext>
            </a:extLst>
          </p:cNvPr>
          <p:cNvCxnSpPr>
            <a:cxnSpLocks/>
            <a:stCxn id="158" idx="3"/>
            <a:endCxn id="194" idx="1"/>
          </p:cNvCxnSpPr>
          <p:nvPr/>
        </p:nvCxnSpPr>
        <p:spPr>
          <a:xfrm>
            <a:off x="9776225" y="1207151"/>
            <a:ext cx="623888" cy="1270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5ABA5575-A483-CB87-CCFF-6B3FBD09B0D4}"/>
              </a:ext>
            </a:extLst>
          </p:cNvPr>
          <p:cNvSpPr/>
          <p:nvPr/>
        </p:nvSpPr>
        <p:spPr>
          <a:xfrm>
            <a:off x="7780736" y="948071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EFFF2C9C-EAB4-BDB2-FDB0-174ED2FFAAB6}"/>
              </a:ext>
            </a:extLst>
          </p:cNvPr>
          <p:cNvSpPr/>
          <p:nvPr/>
        </p:nvSpPr>
        <p:spPr>
          <a:xfrm>
            <a:off x="7752162" y="1908192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D8A09B31-B4CA-AC62-4E01-8B28AC113E10}"/>
              </a:ext>
            </a:extLst>
          </p:cNvPr>
          <p:cNvSpPr/>
          <p:nvPr/>
        </p:nvSpPr>
        <p:spPr>
          <a:xfrm>
            <a:off x="7752162" y="2615900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4C080927-1384-C984-1BFC-9E8C985AD030}"/>
              </a:ext>
            </a:extLst>
          </p:cNvPr>
          <p:cNvCxnSpPr>
            <a:cxnSpLocks/>
            <a:stCxn id="160" idx="3"/>
            <a:endCxn id="197" idx="1"/>
          </p:cNvCxnSpPr>
          <p:nvPr/>
        </p:nvCxnSpPr>
        <p:spPr>
          <a:xfrm flipV="1">
            <a:off x="9776225" y="2585424"/>
            <a:ext cx="623888" cy="947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F4DE48D0-E5A9-9F6F-8AEF-78F81B36D743}"/>
              </a:ext>
            </a:extLst>
          </p:cNvPr>
          <p:cNvCxnSpPr>
            <a:cxnSpLocks/>
            <a:stCxn id="161" idx="3"/>
            <a:endCxn id="196" idx="1"/>
          </p:cNvCxnSpPr>
          <p:nvPr/>
        </p:nvCxnSpPr>
        <p:spPr>
          <a:xfrm flipV="1">
            <a:off x="9776225" y="2068227"/>
            <a:ext cx="623888" cy="9508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B6BC93A6-D9E0-ACD4-864E-7B235E20C88A}"/>
              </a:ext>
            </a:extLst>
          </p:cNvPr>
          <p:cNvCxnSpPr>
            <a:cxnSpLocks/>
            <a:stCxn id="157" idx="3"/>
            <a:endCxn id="154" idx="1"/>
          </p:cNvCxnSpPr>
          <p:nvPr/>
        </p:nvCxnSpPr>
        <p:spPr>
          <a:xfrm>
            <a:off x="9776225" y="771859"/>
            <a:ext cx="623889" cy="12700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630B729D-653A-E80A-476D-6B79B7D8241C}"/>
              </a:ext>
            </a:extLst>
          </p:cNvPr>
          <p:cNvSpPr/>
          <p:nvPr/>
        </p:nvSpPr>
        <p:spPr>
          <a:xfrm>
            <a:off x="10400113" y="1030939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5A501FB1-8098-C87A-52B4-9AD6BB624E2B}"/>
              </a:ext>
            </a:extLst>
          </p:cNvPr>
          <p:cNvSpPr/>
          <p:nvPr/>
        </p:nvSpPr>
        <p:spPr>
          <a:xfrm>
            <a:off x="10400113" y="1461477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12A8CDAF-EBE0-105F-241D-FDEB83AEFAB9}"/>
              </a:ext>
            </a:extLst>
          </p:cNvPr>
          <p:cNvSpPr/>
          <p:nvPr/>
        </p:nvSpPr>
        <p:spPr>
          <a:xfrm>
            <a:off x="10400113" y="1892015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197" name="Rectangle: Rounded Corners 196">
            <a:extLst>
              <a:ext uri="{FF2B5EF4-FFF2-40B4-BE49-F238E27FC236}">
                <a16:creationId xmlns:a16="http://schemas.microsoft.com/office/drawing/2014/main" id="{C964D793-B98F-59E6-0306-11AB9412BA43}"/>
              </a:ext>
            </a:extLst>
          </p:cNvPr>
          <p:cNvSpPr/>
          <p:nvPr/>
        </p:nvSpPr>
        <p:spPr>
          <a:xfrm>
            <a:off x="10400113" y="2409212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198" name="Rectangle: Rounded Corners 197">
            <a:extLst>
              <a:ext uri="{FF2B5EF4-FFF2-40B4-BE49-F238E27FC236}">
                <a16:creationId xmlns:a16="http://schemas.microsoft.com/office/drawing/2014/main" id="{0239E05D-FB1A-7BE1-562D-A8BE6B1A8E18}"/>
              </a:ext>
            </a:extLst>
          </p:cNvPr>
          <p:cNvSpPr/>
          <p:nvPr/>
        </p:nvSpPr>
        <p:spPr>
          <a:xfrm>
            <a:off x="10400113" y="2845452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6DF66852-4C1C-E913-CCF9-69BAAA5DEB1A}"/>
              </a:ext>
            </a:extLst>
          </p:cNvPr>
          <p:cNvCxnSpPr>
            <a:cxnSpLocks/>
            <a:stCxn id="159" idx="3"/>
            <a:endCxn id="195" idx="1"/>
          </p:cNvCxnSpPr>
          <p:nvPr/>
        </p:nvCxnSpPr>
        <p:spPr>
          <a:xfrm flipV="1">
            <a:off x="9776225" y="1637689"/>
            <a:ext cx="623888" cy="4754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7549AD7F-F1F7-56FE-D5EE-F69121DA3C71}"/>
              </a:ext>
            </a:extLst>
          </p:cNvPr>
          <p:cNvCxnSpPr>
            <a:cxnSpLocks/>
            <a:stCxn id="162" idx="3"/>
            <a:endCxn id="198" idx="1"/>
          </p:cNvCxnSpPr>
          <p:nvPr/>
        </p:nvCxnSpPr>
        <p:spPr>
          <a:xfrm>
            <a:off x="9776225" y="3021664"/>
            <a:ext cx="623888" cy="1270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49D95DDA-4814-F59A-FC2F-C89977582C05}"/>
              </a:ext>
            </a:extLst>
          </p:cNvPr>
          <p:cNvSpPr/>
          <p:nvPr/>
        </p:nvSpPr>
        <p:spPr>
          <a:xfrm>
            <a:off x="6310316" y="4931066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CAMPAIGN</a:t>
            </a:r>
            <a:endParaRPr lang="en-GB" sz="900">
              <a:solidFill>
                <a:srgbClr val="000000"/>
              </a:solidFill>
            </a:endParaRP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66A6E529-5B15-7F6F-89BF-B331FDEA0630}"/>
              </a:ext>
            </a:extLst>
          </p:cNvPr>
          <p:cNvSpPr/>
          <p:nvPr/>
        </p:nvSpPr>
        <p:spPr>
          <a:xfrm>
            <a:off x="10360823" y="3882049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8B3DDCA7-6F52-B985-B086-7429BB1B52A7}"/>
              </a:ext>
            </a:extLst>
          </p:cNvPr>
          <p:cNvSpPr/>
          <p:nvPr/>
        </p:nvSpPr>
        <p:spPr>
          <a:xfrm>
            <a:off x="9043990" y="3882049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234" name="Rectangle: Rounded Corners 233">
            <a:extLst>
              <a:ext uri="{FF2B5EF4-FFF2-40B4-BE49-F238E27FC236}">
                <a16:creationId xmlns:a16="http://schemas.microsoft.com/office/drawing/2014/main" id="{FE160B86-7D21-5717-D6E2-F277A8541203}"/>
              </a:ext>
            </a:extLst>
          </p:cNvPr>
          <p:cNvSpPr/>
          <p:nvPr/>
        </p:nvSpPr>
        <p:spPr>
          <a:xfrm>
            <a:off x="9043990" y="4317341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CB164210-CADE-34F2-72C5-111205CAAC05}"/>
              </a:ext>
            </a:extLst>
          </p:cNvPr>
          <p:cNvSpPr/>
          <p:nvPr/>
        </p:nvSpPr>
        <p:spPr>
          <a:xfrm>
            <a:off x="9043990" y="4752633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236" name="Rectangle: Rounded Corners 235">
            <a:extLst>
              <a:ext uri="{FF2B5EF4-FFF2-40B4-BE49-F238E27FC236}">
                <a16:creationId xmlns:a16="http://schemas.microsoft.com/office/drawing/2014/main" id="{173A7504-05B5-B7B4-3442-6F6A5EE60DDC}"/>
              </a:ext>
            </a:extLst>
          </p:cNvPr>
          <p:cNvSpPr/>
          <p:nvPr/>
        </p:nvSpPr>
        <p:spPr>
          <a:xfrm>
            <a:off x="9043990" y="5696561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92A300FD-E3EB-7F89-2AB2-5EE32FED5F37}"/>
              </a:ext>
            </a:extLst>
          </p:cNvPr>
          <p:cNvSpPr/>
          <p:nvPr/>
        </p:nvSpPr>
        <p:spPr>
          <a:xfrm>
            <a:off x="9043990" y="5187925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238" name="Rectangle: Rounded Corners 237">
            <a:extLst>
              <a:ext uri="{FF2B5EF4-FFF2-40B4-BE49-F238E27FC236}">
                <a16:creationId xmlns:a16="http://schemas.microsoft.com/office/drawing/2014/main" id="{DA18F18D-8C1F-3544-290C-7C6CB1E4EE3B}"/>
              </a:ext>
            </a:extLst>
          </p:cNvPr>
          <p:cNvSpPr/>
          <p:nvPr/>
        </p:nvSpPr>
        <p:spPr>
          <a:xfrm>
            <a:off x="9043990" y="6131854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402C85C6-6B05-CD88-5DD4-1377C460836C}"/>
              </a:ext>
            </a:extLst>
          </p:cNvPr>
          <p:cNvCxnSpPr>
            <a:cxnSpLocks/>
            <a:stCxn id="231" idx="3"/>
            <a:endCxn id="248" idx="1"/>
          </p:cNvCxnSpPr>
          <p:nvPr/>
        </p:nvCxnSpPr>
        <p:spPr>
          <a:xfrm flipV="1">
            <a:off x="7119941" y="4064611"/>
            <a:ext cx="607217" cy="1040446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C5435149-4F7E-7D45-6B23-47EBEF7C3024}"/>
              </a:ext>
            </a:extLst>
          </p:cNvPr>
          <p:cNvCxnSpPr>
            <a:cxnSpLocks/>
            <a:stCxn id="231" idx="3"/>
            <a:endCxn id="249" idx="1"/>
          </p:cNvCxnSpPr>
          <p:nvPr/>
        </p:nvCxnSpPr>
        <p:spPr>
          <a:xfrm>
            <a:off x="7119941" y="5105057"/>
            <a:ext cx="607217" cy="265749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2E0C4AE5-C433-ED75-3E91-3342B017D120}"/>
              </a:ext>
            </a:extLst>
          </p:cNvPr>
          <p:cNvCxnSpPr>
            <a:cxnSpLocks/>
            <a:stCxn id="231" idx="3"/>
            <a:endCxn id="250" idx="1"/>
          </p:cNvCxnSpPr>
          <p:nvPr/>
        </p:nvCxnSpPr>
        <p:spPr>
          <a:xfrm>
            <a:off x="7119941" y="5105057"/>
            <a:ext cx="607217" cy="766769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1BBDDFF0-C67E-61FE-9DE5-0EEE3FE9F8A5}"/>
              </a:ext>
            </a:extLst>
          </p:cNvPr>
          <p:cNvCxnSpPr>
            <a:cxnSpLocks/>
            <a:stCxn id="250" idx="3"/>
            <a:endCxn id="236" idx="1"/>
          </p:cNvCxnSpPr>
          <p:nvPr/>
        </p:nvCxnSpPr>
        <p:spPr>
          <a:xfrm>
            <a:off x="8536783" y="5871826"/>
            <a:ext cx="507207" cy="947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0DAB5C0A-22A9-5061-12D2-A297CC21379F}"/>
              </a:ext>
            </a:extLst>
          </p:cNvPr>
          <p:cNvCxnSpPr>
            <a:cxnSpLocks/>
            <a:stCxn id="249" idx="3"/>
            <a:endCxn id="237" idx="1"/>
          </p:cNvCxnSpPr>
          <p:nvPr/>
        </p:nvCxnSpPr>
        <p:spPr>
          <a:xfrm flipV="1">
            <a:off x="8536783" y="5364137"/>
            <a:ext cx="507207" cy="6669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DCDC67F7-1ECB-0774-4287-249481017455}"/>
              </a:ext>
            </a:extLst>
          </p:cNvPr>
          <p:cNvCxnSpPr>
            <a:cxnSpLocks/>
            <a:stCxn id="279" idx="3"/>
            <a:endCxn id="238" idx="1"/>
          </p:cNvCxnSpPr>
          <p:nvPr/>
        </p:nvCxnSpPr>
        <p:spPr>
          <a:xfrm>
            <a:off x="8536783" y="6308066"/>
            <a:ext cx="507207" cy="12700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: Elbow 244">
            <a:extLst>
              <a:ext uri="{FF2B5EF4-FFF2-40B4-BE49-F238E27FC236}">
                <a16:creationId xmlns:a16="http://schemas.microsoft.com/office/drawing/2014/main" id="{624F467E-4720-8254-A34F-B7B569061989}"/>
              </a:ext>
            </a:extLst>
          </p:cNvPr>
          <p:cNvCxnSpPr>
            <a:cxnSpLocks/>
            <a:stCxn id="248" idx="3"/>
            <a:endCxn id="233" idx="1"/>
          </p:cNvCxnSpPr>
          <p:nvPr/>
        </p:nvCxnSpPr>
        <p:spPr>
          <a:xfrm flipV="1">
            <a:off x="8536783" y="4058261"/>
            <a:ext cx="507207" cy="635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741AE08C-0695-485E-5A52-1C5EC656A762}"/>
              </a:ext>
            </a:extLst>
          </p:cNvPr>
          <p:cNvCxnSpPr>
            <a:cxnSpLocks/>
            <a:stCxn id="268" idx="3"/>
            <a:endCxn id="235" idx="1"/>
          </p:cNvCxnSpPr>
          <p:nvPr/>
        </p:nvCxnSpPr>
        <p:spPr>
          <a:xfrm>
            <a:off x="8536783" y="4922176"/>
            <a:ext cx="507207" cy="6669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0F555393-AC54-F319-A7C0-015D43824EEA}"/>
              </a:ext>
            </a:extLst>
          </p:cNvPr>
          <p:cNvCxnSpPr>
            <a:cxnSpLocks/>
            <a:stCxn id="234" idx="3"/>
            <a:endCxn id="254" idx="1"/>
          </p:cNvCxnSpPr>
          <p:nvPr/>
        </p:nvCxnSpPr>
        <p:spPr>
          <a:xfrm>
            <a:off x="9853615" y="4493553"/>
            <a:ext cx="507207" cy="1270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Rectangle: Rounded Corners 247">
            <a:extLst>
              <a:ext uri="{FF2B5EF4-FFF2-40B4-BE49-F238E27FC236}">
                <a16:creationId xmlns:a16="http://schemas.microsoft.com/office/drawing/2014/main" id="{0B496254-557C-50D6-A695-C09F266EA7A6}"/>
              </a:ext>
            </a:extLst>
          </p:cNvPr>
          <p:cNvSpPr/>
          <p:nvPr/>
        </p:nvSpPr>
        <p:spPr>
          <a:xfrm>
            <a:off x="7727158" y="3888399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38F6797F-0F85-90CD-E8FC-E72D876C92A2}"/>
              </a:ext>
            </a:extLst>
          </p:cNvPr>
          <p:cNvSpPr/>
          <p:nvPr/>
        </p:nvSpPr>
        <p:spPr>
          <a:xfrm>
            <a:off x="7727158" y="5194594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136944D4-6664-F03C-BF07-AB6F5498A9A5}"/>
              </a:ext>
            </a:extLst>
          </p:cNvPr>
          <p:cNvSpPr/>
          <p:nvPr/>
        </p:nvSpPr>
        <p:spPr>
          <a:xfrm>
            <a:off x="7727158" y="5695614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id="{6051B9D9-812B-1AAA-DA53-547EE407F686}"/>
              </a:ext>
            </a:extLst>
          </p:cNvPr>
          <p:cNvCxnSpPr>
            <a:cxnSpLocks/>
            <a:stCxn id="236" idx="3"/>
            <a:endCxn id="257" idx="1"/>
          </p:cNvCxnSpPr>
          <p:nvPr/>
        </p:nvCxnSpPr>
        <p:spPr>
          <a:xfrm flipV="1">
            <a:off x="9853615" y="5871826"/>
            <a:ext cx="507207" cy="947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: Elbow 251">
            <a:extLst>
              <a:ext uri="{FF2B5EF4-FFF2-40B4-BE49-F238E27FC236}">
                <a16:creationId xmlns:a16="http://schemas.microsoft.com/office/drawing/2014/main" id="{110221F8-C3A1-7435-CFDF-BCB6A9F008E0}"/>
              </a:ext>
            </a:extLst>
          </p:cNvPr>
          <p:cNvCxnSpPr>
            <a:cxnSpLocks/>
            <a:stCxn id="237" idx="3"/>
            <a:endCxn id="256" idx="1"/>
          </p:cNvCxnSpPr>
          <p:nvPr/>
        </p:nvCxnSpPr>
        <p:spPr>
          <a:xfrm flipV="1">
            <a:off x="9853615" y="5354629"/>
            <a:ext cx="507207" cy="9508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: Elbow 252">
            <a:extLst>
              <a:ext uri="{FF2B5EF4-FFF2-40B4-BE49-F238E27FC236}">
                <a16:creationId xmlns:a16="http://schemas.microsoft.com/office/drawing/2014/main" id="{C7F390D9-CA7C-C86D-DA26-AF82D81995ED}"/>
              </a:ext>
            </a:extLst>
          </p:cNvPr>
          <p:cNvCxnSpPr>
            <a:cxnSpLocks/>
            <a:stCxn id="233" idx="3"/>
            <a:endCxn id="232" idx="1"/>
          </p:cNvCxnSpPr>
          <p:nvPr/>
        </p:nvCxnSpPr>
        <p:spPr>
          <a:xfrm>
            <a:off x="9853615" y="4058261"/>
            <a:ext cx="507208" cy="12700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B7640829-9970-1250-6F1B-E2C905220760}"/>
              </a:ext>
            </a:extLst>
          </p:cNvPr>
          <p:cNvSpPr/>
          <p:nvPr/>
        </p:nvSpPr>
        <p:spPr>
          <a:xfrm>
            <a:off x="10360822" y="4317341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A09DA780-A438-F22D-C0B1-38A7A9EE27EF}"/>
              </a:ext>
            </a:extLst>
          </p:cNvPr>
          <p:cNvSpPr/>
          <p:nvPr/>
        </p:nvSpPr>
        <p:spPr>
          <a:xfrm>
            <a:off x="10360822" y="4747879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256" name="Rectangle: Rounded Corners 255">
            <a:extLst>
              <a:ext uri="{FF2B5EF4-FFF2-40B4-BE49-F238E27FC236}">
                <a16:creationId xmlns:a16="http://schemas.microsoft.com/office/drawing/2014/main" id="{3D2BDDCB-571A-22A7-82B4-6D79CC706BC3}"/>
              </a:ext>
            </a:extLst>
          </p:cNvPr>
          <p:cNvSpPr/>
          <p:nvPr/>
        </p:nvSpPr>
        <p:spPr>
          <a:xfrm>
            <a:off x="10360822" y="5178417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257" name="Rectangle: Rounded Corners 256">
            <a:extLst>
              <a:ext uri="{FF2B5EF4-FFF2-40B4-BE49-F238E27FC236}">
                <a16:creationId xmlns:a16="http://schemas.microsoft.com/office/drawing/2014/main" id="{F53E3167-B270-9E0C-B857-DE6B52D56CA8}"/>
              </a:ext>
            </a:extLst>
          </p:cNvPr>
          <p:cNvSpPr/>
          <p:nvPr/>
        </p:nvSpPr>
        <p:spPr>
          <a:xfrm>
            <a:off x="10360822" y="5695614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DF0C78DE-9326-16BD-3787-942FC8DBAF04}"/>
              </a:ext>
            </a:extLst>
          </p:cNvPr>
          <p:cNvSpPr/>
          <p:nvPr/>
        </p:nvSpPr>
        <p:spPr>
          <a:xfrm>
            <a:off x="10360822" y="6131854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cxnSp>
        <p:nvCxnSpPr>
          <p:cNvPr id="259" name="Connector: Elbow 258">
            <a:extLst>
              <a:ext uri="{FF2B5EF4-FFF2-40B4-BE49-F238E27FC236}">
                <a16:creationId xmlns:a16="http://schemas.microsoft.com/office/drawing/2014/main" id="{BD3AE85C-3C69-56A8-516A-8D4DDEF5BFB1}"/>
              </a:ext>
            </a:extLst>
          </p:cNvPr>
          <p:cNvCxnSpPr>
            <a:cxnSpLocks/>
            <a:stCxn id="235" idx="3"/>
            <a:endCxn id="255" idx="1"/>
          </p:cNvCxnSpPr>
          <p:nvPr/>
        </p:nvCxnSpPr>
        <p:spPr>
          <a:xfrm flipV="1">
            <a:off x="9853615" y="4924091"/>
            <a:ext cx="507207" cy="4754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: Elbow 259">
            <a:extLst>
              <a:ext uri="{FF2B5EF4-FFF2-40B4-BE49-F238E27FC236}">
                <a16:creationId xmlns:a16="http://schemas.microsoft.com/office/drawing/2014/main" id="{E0213B47-F833-B1A6-14FD-985034E414AE}"/>
              </a:ext>
            </a:extLst>
          </p:cNvPr>
          <p:cNvCxnSpPr>
            <a:cxnSpLocks/>
            <a:stCxn id="238" idx="3"/>
            <a:endCxn id="258" idx="1"/>
          </p:cNvCxnSpPr>
          <p:nvPr/>
        </p:nvCxnSpPr>
        <p:spPr>
          <a:xfrm>
            <a:off x="9853615" y="6308066"/>
            <a:ext cx="507207" cy="1270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2D8A4058-A2E9-5A02-4D4C-05834B2B8A29}"/>
              </a:ext>
            </a:extLst>
          </p:cNvPr>
          <p:cNvSpPr/>
          <p:nvPr/>
        </p:nvSpPr>
        <p:spPr>
          <a:xfrm>
            <a:off x="7727158" y="4317024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5DF5E33C-C401-A01F-3A1F-8DCB27914B2F}"/>
              </a:ext>
            </a:extLst>
          </p:cNvPr>
          <p:cNvSpPr/>
          <p:nvPr/>
        </p:nvSpPr>
        <p:spPr>
          <a:xfrm>
            <a:off x="7727158" y="4745964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F532E7B2-EE33-D99C-49D9-FE5FA8DA3159}"/>
              </a:ext>
            </a:extLst>
          </p:cNvPr>
          <p:cNvCxnSpPr>
            <a:cxnSpLocks/>
            <a:stCxn id="267" idx="3"/>
            <a:endCxn id="234" idx="1"/>
          </p:cNvCxnSpPr>
          <p:nvPr/>
        </p:nvCxnSpPr>
        <p:spPr>
          <a:xfrm>
            <a:off x="8536783" y="4493236"/>
            <a:ext cx="507207" cy="317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559E48F0-3DA1-0A34-B6CB-5A11182B2B04}"/>
              </a:ext>
            </a:extLst>
          </p:cNvPr>
          <p:cNvSpPr/>
          <p:nvPr/>
        </p:nvSpPr>
        <p:spPr>
          <a:xfrm>
            <a:off x="7727158" y="6131854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7F8A6B19-9741-8C69-8CEF-A9E74E4B285A}"/>
              </a:ext>
            </a:extLst>
          </p:cNvPr>
          <p:cNvCxnSpPr>
            <a:cxnSpLocks/>
            <a:stCxn id="231" idx="3"/>
            <a:endCxn id="279" idx="1"/>
          </p:cNvCxnSpPr>
          <p:nvPr/>
        </p:nvCxnSpPr>
        <p:spPr>
          <a:xfrm>
            <a:off x="7119941" y="5105057"/>
            <a:ext cx="607217" cy="1203009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: Elbow 283">
            <a:extLst>
              <a:ext uri="{FF2B5EF4-FFF2-40B4-BE49-F238E27FC236}">
                <a16:creationId xmlns:a16="http://schemas.microsoft.com/office/drawing/2014/main" id="{94BB7A15-0FC9-CF9F-B8C7-6672AFFB2A4E}"/>
              </a:ext>
            </a:extLst>
          </p:cNvPr>
          <p:cNvCxnSpPr>
            <a:cxnSpLocks/>
            <a:stCxn id="231" idx="3"/>
            <a:endCxn id="268" idx="1"/>
          </p:cNvCxnSpPr>
          <p:nvPr/>
        </p:nvCxnSpPr>
        <p:spPr>
          <a:xfrm flipV="1">
            <a:off x="7119941" y="4922176"/>
            <a:ext cx="607217" cy="18288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: Elbow 286">
            <a:extLst>
              <a:ext uri="{FF2B5EF4-FFF2-40B4-BE49-F238E27FC236}">
                <a16:creationId xmlns:a16="http://schemas.microsoft.com/office/drawing/2014/main" id="{C8061343-24DB-F0DC-1066-B1A2CC2EDD05}"/>
              </a:ext>
            </a:extLst>
          </p:cNvPr>
          <p:cNvCxnSpPr>
            <a:cxnSpLocks/>
            <a:stCxn id="231" idx="3"/>
            <a:endCxn id="267" idx="1"/>
          </p:cNvCxnSpPr>
          <p:nvPr/>
        </p:nvCxnSpPr>
        <p:spPr>
          <a:xfrm flipV="1">
            <a:off x="7119941" y="4493236"/>
            <a:ext cx="607217" cy="61182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: Elbow 307">
            <a:extLst>
              <a:ext uri="{FF2B5EF4-FFF2-40B4-BE49-F238E27FC236}">
                <a16:creationId xmlns:a16="http://schemas.microsoft.com/office/drawing/2014/main" id="{C2FEF597-2CC0-7519-E7A4-B62896716B0E}"/>
              </a:ext>
            </a:extLst>
          </p:cNvPr>
          <p:cNvCxnSpPr>
            <a:cxnSpLocks/>
            <a:stCxn id="172" idx="3"/>
            <a:endCxn id="158" idx="1"/>
          </p:cNvCxnSpPr>
          <p:nvPr/>
        </p:nvCxnSpPr>
        <p:spPr>
          <a:xfrm>
            <a:off x="8590361" y="1124283"/>
            <a:ext cx="376239" cy="82868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E99D20C7-8D65-DC6C-4569-E15741670E2D}"/>
              </a:ext>
            </a:extLst>
          </p:cNvPr>
          <p:cNvSpPr txBox="1"/>
          <p:nvPr/>
        </p:nvSpPr>
        <p:spPr>
          <a:xfrm>
            <a:off x="586374" y="2066183"/>
            <a:ext cx="5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/>
              <a:t>A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8645DCEA-CAD1-1275-512A-C4BD87B96714}"/>
              </a:ext>
            </a:extLst>
          </p:cNvPr>
          <p:cNvSpPr txBox="1"/>
          <p:nvPr/>
        </p:nvSpPr>
        <p:spPr>
          <a:xfrm>
            <a:off x="6462725" y="1052783"/>
            <a:ext cx="5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/>
              <a:t>B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AD7F0A93-11D4-82C2-3825-1512517652A9}"/>
              </a:ext>
            </a:extLst>
          </p:cNvPr>
          <p:cNvSpPr txBox="1"/>
          <p:nvPr/>
        </p:nvSpPr>
        <p:spPr>
          <a:xfrm>
            <a:off x="6426997" y="4064611"/>
            <a:ext cx="5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9B5534-8312-9115-5D44-76A8BF014DCB}"/>
              </a:ext>
            </a:extLst>
          </p:cNvPr>
          <p:cNvSpPr txBox="1"/>
          <p:nvPr/>
        </p:nvSpPr>
        <p:spPr>
          <a:xfrm>
            <a:off x="7780736" y="178452"/>
            <a:ext cx="8096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EVENT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389BF0-1E56-ECF7-C6D6-428AC1FEDF5A}"/>
              </a:ext>
            </a:extLst>
          </p:cNvPr>
          <p:cNvSpPr/>
          <p:nvPr/>
        </p:nvSpPr>
        <p:spPr>
          <a:xfrm>
            <a:off x="469693" y="2960579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CAMPAIGN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7950C49-0A8E-DD83-C320-FF111BC078E8}"/>
              </a:ext>
            </a:extLst>
          </p:cNvPr>
          <p:cNvSpPr/>
          <p:nvPr/>
        </p:nvSpPr>
        <p:spPr>
          <a:xfrm>
            <a:off x="2562812" y="1647729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C481CF5-4194-C303-9650-A13CDF1B0C95}"/>
              </a:ext>
            </a:extLst>
          </p:cNvPr>
          <p:cNvSpPr/>
          <p:nvPr/>
        </p:nvSpPr>
        <p:spPr>
          <a:xfrm>
            <a:off x="2562812" y="2843548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47BD780-66FD-BD3E-B98D-68B7A9FBCA97}"/>
              </a:ext>
            </a:extLst>
          </p:cNvPr>
          <p:cNvSpPr/>
          <p:nvPr/>
        </p:nvSpPr>
        <p:spPr>
          <a:xfrm>
            <a:off x="2585440" y="3890524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F6D11D6-713C-4FD7-B5A1-916F0A687643}"/>
              </a:ext>
            </a:extLst>
          </p:cNvPr>
          <p:cNvSpPr/>
          <p:nvPr/>
        </p:nvSpPr>
        <p:spPr>
          <a:xfrm>
            <a:off x="4567827" y="1637558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D7FA0B4-0E49-B6B5-7CEB-DD103BB8EF64}"/>
              </a:ext>
            </a:extLst>
          </p:cNvPr>
          <p:cNvSpPr/>
          <p:nvPr/>
        </p:nvSpPr>
        <p:spPr>
          <a:xfrm>
            <a:off x="4567827" y="2072850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0FB847F-6C86-8E92-CD11-DFC9D4DC9BBE}"/>
              </a:ext>
            </a:extLst>
          </p:cNvPr>
          <p:cNvSpPr/>
          <p:nvPr/>
        </p:nvSpPr>
        <p:spPr>
          <a:xfrm>
            <a:off x="4567827" y="250814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A3D8793-45C3-54C7-614D-A129069B5C36}"/>
              </a:ext>
            </a:extLst>
          </p:cNvPr>
          <p:cNvSpPr/>
          <p:nvPr/>
        </p:nvSpPr>
        <p:spPr>
          <a:xfrm>
            <a:off x="4567827" y="4111189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0655E04-50AC-9164-73B4-22A10F628EDC}"/>
              </a:ext>
            </a:extLst>
          </p:cNvPr>
          <p:cNvSpPr/>
          <p:nvPr/>
        </p:nvSpPr>
        <p:spPr>
          <a:xfrm>
            <a:off x="4596404" y="3247897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F4CC6F2-04FB-0F37-2034-38DC4C37371B}"/>
              </a:ext>
            </a:extLst>
          </p:cNvPr>
          <p:cNvSpPr/>
          <p:nvPr/>
        </p:nvSpPr>
        <p:spPr>
          <a:xfrm>
            <a:off x="4567827" y="454648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2FBA335-C977-EF63-BFB5-DC139B80BDF0}"/>
              </a:ext>
            </a:extLst>
          </p:cNvPr>
          <p:cNvCxnSpPr>
            <a:cxnSpLocks/>
            <a:stCxn id="23" idx="3"/>
            <a:endCxn id="48" idx="1"/>
          </p:cNvCxnSpPr>
          <p:nvPr/>
        </p:nvCxnSpPr>
        <p:spPr>
          <a:xfrm flipV="1">
            <a:off x="1279318" y="2242395"/>
            <a:ext cx="640558" cy="89217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61B4DD6-1078-0BFC-0DC8-706990CEB129}"/>
              </a:ext>
            </a:extLst>
          </p:cNvPr>
          <p:cNvCxnSpPr>
            <a:cxnSpLocks/>
            <a:stCxn id="23" idx="3"/>
            <a:endCxn id="49" idx="1"/>
          </p:cNvCxnSpPr>
          <p:nvPr/>
        </p:nvCxnSpPr>
        <p:spPr>
          <a:xfrm>
            <a:off x="1279318" y="3134570"/>
            <a:ext cx="640558" cy="307804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0006BF8-3263-3F44-72D1-C0CF3D994B11}"/>
              </a:ext>
            </a:extLst>
          </p:cNvPr>
          <p:cNvCxnSpPr>
            <a:cxnSpLocks/>
            <a:stCxn id="23" idx="3"/>
            <a:endCxn id="50" idx="1"/>
          </p:cNvCxnSpPr>
          <p:nvPr/>
        </p:nvCxnSpPr>
        <p:spPr>
          <a:xfrm>
            <a:off x="1279318" y="3134570"/>
            <a:ext cx="640558" cy="1329043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694E52B7-3B14-46DA-7114-EBBE52CF4B2B}"/>
              </a:ext>
            </a:extLst>
          </p:cNvPr>
          <p:cNvCxnSpPr>
            <a:cxnSpLocks/>
            <a:stCxn id="50" idx="3"/>
            <a:endCxn id="36" idx="1"/>
          </p:cNvCxnSpPr>
          <p:nvPr/>
        </p:nvCxnSpPr>
        <p:spPr>
          <a:xfrm flipV="1">
            <a:off x="2729501" y="4287401"/>
            <a:ext cx="1838326" cy="176212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C35AB44-F96D-A93A-9B0C-6A65ADA20AB7}"/>
              </a:ext>
            </a:extLst>
          </p:cNvPr>
          <p:cNvCxnSpPr>
            <a:cxnSpLocks/>
            <a:stCxn id="49" idx="3"/>
            <a:endCxn id="37" idx="1"/>
          </p:cNvCxnSpPr>
          <p:nvPr/>
        </p:nvCxnSpPr>
        <p:spPr>
          <a:xfrm flipV="1">
            <a:off x="2729501" y="3424109"/>
            <a:ext cx="1866903" cy="1826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F8B9B14-4787-8E09-2D5F-2A6A020B16EB}"/>
              </a:ext>
            </a:extLst>
          </p:cNvPr>
          <p:cNvCxnSpPr>
            <a:cxnSpLocks/>
            <a:stCxn id="50" idx="3"/>
            <a:endCxn id="38" idx="1"/>
          </p:cNvCxnSpPr>
          <p:nvPr/>
        </p:nvCxnSpPr>
        <p:spPr>
          <a:xfrm>
            <a:off x="2729501" y="4463613"/>
            <a:ext cx="1838326" cy="259081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556BFEA-490D-40C2-C2CD-554C68C85FB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2729501" y="1813770"/>
            <a:ext cx="1838326" cy="42862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8C16326-99C0-DA8E-7722-B9BE0BF6825D}"/>
              </a:ext>
            </a:extLst>
          </p:cNvPr>
          <p:cNvCxnSpPr>
            <a:cxnSpLocks/>
            <a:stCxn id="48" idx="3"/>
            <a:endCxn id="35" idx="1"/>
          </p:cNvCxnSpPr>
          <p:nvPr/>
        </p:nvCxnSpPr>
        <p:spPr>
          <a:xfrm>
            <a:off x="2729501" y="2242395"/>
            <a:ext cx="1838326" cy="441959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4068CF5-C233-3E1C-B19B-718F6B48C57E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2729501" y="2242395"/>
            <a:ext cx="1838326" cy="6667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A924CC6-4CBB-A40B-3EB8-5D854A666D39}"/>
              </a:ext>
            </a:extLst>
          </p:cNvPr>
          <p:cNvSpPr/>
          <p:nvPr/>
        </p:nvSpPr>
        <p:spPr>
          <a:xfrm>
            <a:off x="1919876" y="2066183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D87646-2509-3A59-CA1B-881E4B6FC8D4}"/>
              </a:ext>
            </a:extLst>
          </p:cNvPr>
          <p:cNvSpPr/>
          <p:nvPr/>
        </p:nvSpPr>
        <p:spPr>
          <a:xfrm>
            <a:off x="1919876" y="3266162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422E619-FFA0-BE1C-78B1-E784D131C8C5}"/>
              </a:ext>
            </a:extLst>
          </p:cNvPr>
          <p:cNvSpPr/>
          <p:nvPr/>
        </p:nvSpPr>
        <p:spPr>
          <a:xfrm>
            <a:off x="1919876" y="4287401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1D4C2B0-D94E-A8F5-9396-7FDB0F41E77D}"/>
              </a:ext>
            </a:extLst>
          </p:cNvPr>
          <p:cNvCxnSpPr>
            <a:cxnSpLocks/>
            <a:stCxn id="50" idx="0"/>
            <a:endCxn id="32" idx="1"/>
          </p:cNvCxnSpPr>
          <p:nvPr/>
        </p:nvCxnSpPr>
        <p:spPr>
          <a:xfrm rot="5400000" flipH="1" flipV="1">
            <a:off x="2344732" y="4046694"/>
            <a:ext cx="220665" cy="260751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A485416-838B-8F2D-4E18-DBEF08A72DC4}"/>
              </a:ext>
            </a:extLst>
          </p:cNvPr>
          <p:cNvCxnSpPr>
            <a:cxnSpLocks/>
            <a:stCxn id="49" idx="0"/>
            <a:endCxn id="31" idx="1"/>
          </p:cNvCxnSpPr>
          <p:nvPr/>
        </p:nvCxnSpPr>
        <p:spPr>
          <a:xfrm rot="5400000" flipH="1" flipV="1">
            <a:off x="2320549" y="3023900"/>
            <a:ext cx="246402" cy="238123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7FE73E5A-8150-147E-AA43-6666DFF02E37}"/>
              </a:ext>
            </a:extLst>
          </p:cNvPr>
          <p:cNvCxnSpPr>
            <a:cxnSpLocks/>
            <a:stCxn id="48" idx="0"/>
            <a:endCxn id="30" idx="1"/>
          </p:cNvCxnSpPr>
          <p:nvPr/>
        </p:nvCxnSpPr>
        <p:spPr>
          <a:xfrm rot="5400000" flipH="1" flipV="1">
            <a:off x="2322629" y="1826001"/>
            <a:ext cx="242242" cy="238123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08192DA-30E3-5391-F65E-C00CFDE5F917}"/>
              </a:ext>
            </a:extLst>
          </p:cNvPr>
          <p:cNvSpPr txBox="1"/>
          <p:nvPr/>
        </p:nvSpPr>
        <p:spPr>
          <a:xfrm>
            <a:off x="7780736" y="3492983"/>
            <a:ext cx="8096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EVENT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99C481D-6C77-B45C-CFC5-92A6BC2A58DC}"/>
              </a:ext>
            </a:extLst>
          </p:cNvPr>
          <p:cNvSpPr txBox="1"/>
          <p:nvPr/>
        </p:nvSpPr>
        <p:spPr>
          <a:xfrm>
            <a:off x="2255040" y="1227119"/>
            <a:ext cx="8096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EVENT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347E3E-4A00-3DCB-CCC5-5EBA490CF65A}"/>
              </a:ext>
            </a:extLst>
          </p:cNvPr>
          <p:cNvSpPr txBox="1"/>
          <p:nvPr/>
        </p:nvSpPr>
        <p:spPr>
          <a:xfrm>
            <a:off x="3632373" y="1206779"/>
            <a:ext cx="25800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ACTIVATIONS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4E48E-1156-E9FD-D3BA-A4A4D77709A5}"/>
              </a:ext>
            </a:extLst>
          </p:cNvPr>
          <p:cNvSpPr txBox="1"/>
          <p:nvPr/>
        </p:nvSpPr>
        <p:spPr>
          <a:xfrm>
            <a:off x="8753477" y="179046"/>
            <a:ext cx="25800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ACTIVATIONS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81DFC3-1B51-1275-3B87-2774B046F85C}"/>
              </a:ext>
            </a:extLst>
          </p:cNvPr>
          <p:cNvSpPr txBox="1"/>
          <p:nvPr/>
        </p:nvSpPr>
        <p:spPr>
          <a:xfrm>
            <a:off x="8685877" y="3485160"/>
            <a:ext cx="25800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ACTIVATIONS</a:t>
            </a:r>
          </a:p>
        </p:txBody>
      </p:sp>
    </p:spTree>
    <p:extLst>
      <p:ext uri="{BB962C8B-B14F-4D97-AF65-F5344CB8AC3E}">
        <p14:creationId xmlns:p14="http://schemas.microsoft.com/office/powerpoint/2010/main" val="398280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F0F92D-B1B0-915B-35EE-9FAE79EC88C5}"/>
              </a:ext>
            </a:extLst>
          </p:cNvPr>
          <p:cNvSpPr/>
          <p:nvPr/>
        </p:nvSpPr>
        <p:spPr>
          <a:xfrm>
            <a:off x="937350" y="2925981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CAMPAIGN</a:t>
            </a:r>
            <a:endParaRPr lang="en-GB" sz="900">
              <a:solidFill>
                <a:srgbClr val="00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316B7F-A30E-B7E2-171A-B6CE2B80C91A}"/>
              </a:ext>
            </a:extLst>
          </p:cNvPr>
          <p:cNvSpPr/>
          <p:nvPr/>
        </p:nvSpPr>
        <p:spPr>
          <a:xfrm>
            <a:off x="3601971" y="1602960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0158B1-97E2-06ED-9703-E8AB0202DCAD}"/>
              </a:ext>
            </a:extLst>
          </p:cNvPr>
          <p:cNvSpPr/>
          <p:nvPr/>
        </p:nvSpPr>
        <p:spPr>
          <a:xfrm>
            <a:off x="3601971" y="203825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57BD6E-CD9C-EE7A-0136-D56E90B2820B}"/>
              </a:ext>
            </a:extLst>
          </p:cNvPr>
          <p:cNvSpPr/>
          <p:nvPr/>
        </p:nvSpPr>
        <p:spPr>
          <a:xfrm>
            <a:off x="3601971" y="2473544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ECECAA-F204-D1C3-D8D7-7D6C483D6BD8}"/>
              </a:ext>
            </a:extLst>
          </p:cNvPr>
          <p:cNvSpPr/>
          <p:nvPr/>
        </p:nvSpPr>
        <p:spPr>
          <a:xfrm>
            <a:off x="3601971" y="341747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9AD7A3F-E788-363E-96C7-B12B766B6EDB}"/>
              </a:ext>
            </a:extLst>
          </p:cNvPr>
          <p:cNvSpPr/>
          <p:nvPr/>
        </p:nvSpPr>
        <p:spPr>
          <a:xfrm>
            <a:off x="3601971" y="2908836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FBDD3E-1D54-0C75-635F-ECC9F37E9817}"/>
              </a:ext>
            </a:extLst>
          </p:cNvPr>
          <p:cNvSpPr/>
          <p:nvPr/>
        </p:nvSpPr>
        <p:spPr>
          <a:xfrm>
            <a:off x="3601971" y="3852765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EF1785D-E4A8-7875-9A12-C59CDACB609F}"/>
              </a:ext>
            </a:extLst>
          </p:cNvPr>
          <p:cNvCxnSpPr>
            <a:cxnSpLocks/>
          </p:cNvCxnSpPr>
          <p:nvPr/>
        </p:nvCxnSpPr>
        <p:spPr>
          <a:xfrm flipV="1">
            <a:off x="1746975" y="2131596"/>
            <a:ext cx="669132" cy="968376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6C480C4-CF97-8B91-DBE3-96AE73453FA9}"/>
              </a:ext>
            </a:extLst>
          </p:cNvPr>
          <p:cNvCxnSpPr>
            <a:cxnSpLocks/>
          </p:cNvCxnSpPr>
          <p:nvPr/>
        </p:nvCxnSpPr>
        <p:spPr>
          <a:xfrm flipV="1">
            <a:off x="1746975" y="3091717"/>
            <a:ext cx="640558" cy="825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63C3679-EAE8-15AA-0E22-6AD312BD6F8F}"/>
              </a:ext>
            </a:extLst>
          </p:cNvPr>
          <p:cNvCxnSpPr>
            <a:cxnSpLocks/>
          </p:cNvCxnSpPr>
          <p:nvPr/>
        </p:nvCxnSpPr>
        <p:spPr>
          <a:xfrm>
            <a:off x="1746975" y="3099972"/>
            <a:ext cx="640558" cy="699453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883AC33-322F-6CBD-37AE-51B964CB08C9}"/>
              </a:ext>
            </a:extLst>
          </p:cNvPr>
          <p:cNvCxnSpPr>
            <a:cxnSpLocks/>
          </p:cNvCxnSpPr>
          <p:nvPr/>
        </p:nvCxnSpPr>
        <p:spPr>
          <a:xfrm flipV="1">
            <a:off x="3197158" y="3593684"/>
            <a:ext cx="404813" cy="20574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814D9A1-593C-4535-9BE6-E145726B4B12}"/>
              </a:ext>
            </a:extLst>
          </p:cNvPr>
          <p:cNvCxnSpPr>
            <a:cxnSpLocks/>
          </p:cNvCxnSpPr>
          <p:nvPr/>
        </p:nvCxnSpPr>
        <p:spPr>
          <a:xfrm flipV="1">
            <a:off x="3197158" y="3085048"/>
            <a:ext cx="404813" cy="6669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7713A6C-61C2-B5D9-FBCC-6ACDC1A133AB}"/>
              </a:ext>
            </a:extLst>
          </p:cNvPr>
          <p:cNvCxnSpPr>
            <a:cxnSpLocks/>
          </p:cNvCxnSpPr>
          <p:nvPr/>
        </p:nvCxnSpPr>
        <p:spPr>
          <a:xfrm>
            <a:off x="3197158" y="3799425"/>
            <a:ext cx="404813" cy="229552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D338B4D-5DC1-71DE-0B16-579DA0B0DD44}"/>
              </a:ext>
            </a:extLst>
          </p:cNvPr>
          <p:cNvCxnSpPr>
            <a:cxnSpLocks/>
          </p:cNvCxnSpPr>
          <p:nvPr/>
        </p:nvCxnSpPr>
        <p:spPr>
          <a:xfrm flipV="1">
            <a:off x="3225732" y="1779172"/>
            <a:ext cx="376239" cy="352424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FD36109-BA9F-E263-4700-C36B386603BE}"/>
              </a:ext>
            </a:extLst>
          </p:cNvPr>
          <p:cNvCxnSpPr>
            <a:cxnSpLocks/>
          </p:cNvCxnSpPr>
          <p:nvPr/>
        </p:nvCxnSpPr>
        <p:spPr>
          <a:xfrm>
            <a:off x="3225732" y="2131596"/>
            <a:ext cx="376239" cy="51816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DCD033D-84AC-E4EA-6A70-ECA7FEAFD905}"/>
              </a:ext>
            </a:extLst>
          </p:cNvPr>
          <p:cNvSpPr/>
          <p:nvPr/>
        </p:nvSpPr>
        <p:spPr>
          <a:xfrm>
            <a:off x="2416107" y="1955384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AA559DD-DA0A-EDE6-9D44-F084EAEE02DA}"/>
              </a:ext>
            </a:extLst>
          </p:cNvPr>
          <p:cNvSpPr/>
          <p:nvPr/>
        </p:nvSpPr>
        <p:spPr>
          <a:xfrm>
            <a:off x="2387533" y="2915505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16F874F-0785-044D-C247-763E38394B8B}"/>
              </a:ext>
            </a:extLst>
          </p:cNvPr>
          <p:cNvSpPr/>
          <p:nvPr/>
        </p:nvSpPr>
        <p:spPr>
          <a:xfrm>
            <a:off x="2387533" y="3623213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DEE8785-3125-2245-7B06-E2D3AAB790B4}"/>
              </a:ext>
            </a:extLst>
          </p:cNvPr>
          <p:cNvCxnSpPr>
            <a:cxnSpLocks/>
          </p:cNvCxnSpPr>
          <p:nvPr/>
        </p:nvCxnSpPr>
        <p:spPr>
          <a:xfrm flipV="1">
            <a:off x="4411596" y="4028166"/>
            <a:ext cx="623888" cy="947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B14612A-95A1-9411-806E-2F186102EC2B}"/>
              </a:ext>
            </a:extLst>
          </p:cNvPr>
          <p:cNvCxnSpPr>
            <a:cxnSpLocks/>
          </p:cNvCxnSpPr>
          <p:nvPr/>
        </p:nvCxnSpPr>
        <p:spPr>
          <a:xfrm>
            <a:off x="4411596" y="3085048"/>
            <a:ext cx="618704" cy="859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9431A12-6515-7524-D383-E33304FC13BD}"/>
              </a:ext>
            </a:extLst>
          </p:cNvPr>
          <p:cNvSpPr/>
          <p:nvPr/>
        </p:nvSpPr>
        <p:spPr>
          <a:xfrm>
            <a:off x="5035484" y="2038252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BA75181-9EEF-F6A0-6F12-7806BAD44EE2}"/>
              </a:ext>
            </a:extLst>
          </p:cNvPr>
          <p:cNvSpPr/>
          <p:nvPr/>
        </p:nvSpPr>
        <p:spPr>
          <a:xfrm>
            <a:off x="5035484" y="2899328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05A6CDF-0072-18A1-1C40-2FAB6D3792D5}"/>
              </a:ext>
            </a:extLst>
          </p:cNvPr>
          <p:cNvSpPr/>
          <p:nvPr/>
        </p:nvSpPr>
        <p:spPr>
          <a:xfrm>
            <a:off x="5035484" y="3852765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F578125-61C2-E92D-090E-340E3BF28C37}"/>
              </a:ext>
            </a:extLst>
          </p:cNvPr>
          <p:cNvCxnSpPr>
            <a:cxnSpLocks/>
          </p:cNvCxnSpPr>
          <p:nvPr/>
        </p:nvCxnSpPr>
        <p:spPr>
          <a:xfrm>
            <a:off x="3225732" y="2131596"/>
            <a:ext cx="376239" cy="82868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4627ADF-43C0-4A30-0F33-ED1308803B7C}"/>
              </a:ext>
            </a:extLst>
          </p:cNvPr>
          <p:cNvSpPr txBox="1"/>
          <p:nvPr/>
        </p:nvSpPr>
        <p:spPr>
          <a:xfrm>
            <a:off x="1030218" y="1957320"/>
            <a:ext cx="57626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3200"/>
              <a:t>D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1B922FA9-37B7-2361-68A2-E14C381FC5DB}"/>
              </a:ext>
            </a:extLst>
          </p:cNvPr>
          <p:cNvCxnSpPr>
            <a:cxnSpLocks/>
          </p:cNvCxnSpPr>
          <p:nvPr/>
        </p:nvCxnSpPr>
        <p:spPr>
          <a:xfrm>
            <a:off x="4412792" y="3510453"/>
            <a:ext cx="376239" cy="51816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8F69D6F4-4143-234B-1819-3456E62B57EC}"/>
              </a:ext>
            </a:extLst>
          </p:cNvPr>
          <p:cNvCxnSpPr>
            <a:cxnSpLocks/>
          </p:cNvCxnSpPr>
          <p:nvPr/>
        </p:nvCxnSpPr>
        <p:spPr>
          <a:xfrm>
            <a:off x="4399769" y="1793343"/>
            <a:ext cx="632894" cy="374694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C8676A2-E6FB-F9FE-B4FB-521A1240ADF6}"/>
              </a:ext>
            </a:extLst>
          </p:cNvPr>
          <p:cNvCxnSpPr>
            <a:cxnSpLocks/>
          </p:cNvCxnSpPr>
          <p:nvPr/>
        </p:nvCxnSpPr>
        <p:spPr>
          <a:xfrm flipV="1">
            <a:off x="4415320" y="2339234"/>
            <a:ext cx="638078" cy="273129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6CBD9EB9-AA7B-F818-AD41-F111067F033A}"/>
              </a:ext>
            </a:extLst>
          </p:cNvPr>
          <p:cNvCxnSpPr>
            <a:cxnSpLocks/>
          </p:cNvCxnSpPr>
          <p:nvPr/>
        </p:nvCxnSpPr>
        <p:spPr>
          <a:xfrm>
            <a:off x="4427146" y="2214190"/>
            <a:ext cx="618704" cy="859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86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CBBB1-3869-7FBC-8C2E-8C7CD252F796}"/>
              </a:ext>
            </a:extLst>
          </p:cNvPr>
          <p:cNvSpPr/>
          <p:nvPr/>
        </p:nvSpPr>
        <p:spPr>
          <a:xfrm>
            <a:off x="95784" y="2646248"/>
            <a:ext cx="1632350" cy="954073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FFB11B-CB9B-A612-FE01-56A856B158E2}"/>
              </a:ext>
            </a:extLst>
          </p:cNvPr>
          <p:cNvSpPr/>
          <p:nvPr/>
        </p:nvSpPr>
        <p:spPr>
          <a:xfrm>
            <a:off x="1843678" y="1573067"/>
            <a:ext cx="1632350" cy="954073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588424-79CB-4BF2-5D96-BA6D6CFA067D}"/>
              </a:ext>
            </a:extLst>
          </p:cNvPr>
          <p:cNvSpPr/>
          <p:nvPr/>
        </p:nvSpPr>
        <p:spPr>
          <a:xfrm>
            <a:off x="4261837" y="1573067"/>
            <a:ext cx="1334691" cy="466425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6EA34D-54CE-ABD5-A7E1-1A3CCB094C9C}"/>
              </a:ext>
            </a:extLst>
          </p:cNvPr>
          <p:cNvSpPr/>
          <p:nvPr/>
        </p:nvSpPr>
        <p:spPr>
          <a:xfrm>
            <a:off x="4261837" y="2029959"/>
            <a:ext cx="1334691" cy="428960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08F934-101E-6E5B-7627-9DA9B293B02E}"/>
              </a:ext>
            </a:extLst>
          </p:cNvPr>
          <p:cNvSpPr/>
          <p:nvPr/>
        </p:nvSpPr>
        <p:spPr>
          <a:xfrm>
            <a:off x="4261837" y="2463673"/>
            <a:ext cx="1334691" cy="441959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E99D20C7-8D65-DC6C-4569-E15741670E2D}"/>
              </a:ext>
            </a:extLst>
          </p:cNvPr>
          <p:cNvSpPr txBox="1"/>
          <p:nvPr/>
        </p:nvSpPr>
        <p:spPr>
          <a:xfrm>
            <a:off x="95784" y="-3163"/>
            <a:ext cx="57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/>
              <a:t>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389BF0-1E56-ECF7-C6D6-428AC1FEDF5A}"/>
              </a:ext>
            </a:extLst>
          </p:cNvPr>
          <p:cNvSpPr/>
          <p:nvPr/>
        </p:nvSpPr>
        <p:spPr>
          <a:xfrm>
            <a:off x="469693" y="2960579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CAMPAIGN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7950C49-0A8E-DD83-C320-FF111BC078E8}"/>
              </a:ext>
            </a:extLst>
          </p:cNvPr>
          <p:cNvSpPr/>
          <p:nvPr/>
        </p:nvSpPr>
        <p:spPr>
          <a:xfrm>
            <a:off x="2562812" y="1647729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C481CF5-4194-C303-9650-A13CDF1B0C95}"/>
              </a:ext>
            </a:extLst>
          </p:cNvPr>
          <p:cNvSpPr/>
          <p:nvPr/>
        </p:nvSpPr>
        <p:spPr>
          <a:xfrm>
            <a:off x="2562812" y="2843548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47BD780-66FD-BD3E-B98D-68B7A9FBCA97}"/>
              </a:ext>
            </a:extLst>
          </p:cNvPr>
          <p:cNvSpPr/>
          <p:nvPr/>
        </p:nvSpPr>
        <p:spPr>
          <a:xfrm>
            <a:off x="2585440" y="3890524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F6D11D6-713C-4FD7-B5A1-916F0A687643}"/>
              </a:ext>
            </a:extLst>
          </p:cNvPr>
          <p:cNvSpPr/>
          <p:nvPr/>
        </p:nvSpPr>
        <p:spPr>
          <a:xfrm>
            <a:off x="4567827" y="1637558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D7FA0B4-0E49-B6B5-7CEB-DD103BB8EF64}"/>
              </a:ext>
            </a:extLst>
          </p:cNvPr>
          <p:cNvSpPr/>
          <p:nvPr/>
        </p:nvSpPr>
        <p:spPr>
          <a:xfrm>
            <a:off x="4567827" y="2072850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0FB847F-6C86-8E92-CD11-DFC9D4DC9BBE}"/>
              </a:ext>
            </a:extLst>
          </p:cNvPr>
          <p:cNvSpPr/>
          <p:nvPr/>
        </p:nvSpPr>
        <p:spPr>
          <a:xfrm>
            <a:off x="4567827" y="250814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A3D8793-45C3-54C7-614D-A129069B5C36}"/>
              </a:ext>
            </a:extLst>
          </p:cNvPr>
          <p:cNvSpPr/>
          <p:nvPr/>
        </p:nvSpPr>
        <p:spPr>
          <a:xfrm>
            <a:off x="4567827" y="4111189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0655E04-50AC-9164-73B4-22A10F628EDC}"/>
              </a:ext>
            </a:extLst>
          </p:cNvPr>
          <p:cNvSpPr/>
          <p:nvPr/>
        </p:nvSpPr>
        <p:spPr>
          <a:xfrm>
            <a:off x="4596404" y="3247897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F4CC6F2-04FB-0F37-2034-38DC4C37371B}"/>
              </a:ext>
            </a:extLst>
          </p:cNvPr>
          <p:cNvSpPr/>
          <p:nvPr/>
        </p:nvSpPr>
        <p:spPr>
          <a:xfrm>
            <a:off x="4567827" y="4546482"/>
            <a:ext cx="809625" cy="3524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/>
              <a:t>DATE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2FBA335-C977-EF63-BFB5-DC139B80BDF0}"/>
              </a:ext>
            </a:extLst>
          </p:cNvPr>
          <p:cNvCxnSpPr>
            <a:cxnSpLocks/>
            <a:stCxn id="23" idx="3"/>
            <a:endCxn id="48" idx="1"/>
          </p:cNvCxnSpPr>
          <p:nvPr/>
        </p:nvCxnSpPr>
        <p:spPr>
          <a:xfrm flipV="1">
            <a:off x="1279318" y="2242395"/>
            <a:ext cx="640558" cy="89217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61B4DD6-1078-0BFC-0DC8-706990CEB129}"/>
              </a:ext>
            </a:extLst>
          </p:cNvPr>
          <p:cNvCxnSpPr>
            <a:cxnSpLocks/>
            <a:stCxn id="23" idx="3"/>
            <a:endCxn id="49" idx="1"/>
          </p:cNvCxnSpPr>
          <p:nvPr/>
        </p:nvCxnSpPr>
        <p:spPr>
          <a:xfrm>
            <a:off x="1279318" y="3134570"/>
            <a:ext cx="640558" cy="307804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0006BF8-3263-3F44-72D1-C0CF3D994B11}"/>
              </a:ext>
            </a:extLst>
          </p:cNvPr>
          <p:cNvCxnSpPr>
            <a:cxnSpLocks/>
            <a:stCxn id="23" idx="3"/>
            <a:endCxn id="50" idx="1"/>
          </p:cNvCxnSpPr>
          <p:nvPr/>
        </p:nvCxnSpPr>
        <p:spPr>
          <a:xfrm>
            <a:off x="1279318" y="3134570"/>
            <a:ext cx="640558" cy="1329043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694E52B7-3B14-46DA-7114-EBBE52CF4B2B}"/>
              </a:ext>
            </a:extLst>
          </p:cNvPr>
          <p:cNvCxnSpPr>
            <a:cxnSpLocks/>
            <a:stCxn id="50" idx="3"/>
            <a:endCxn id="36" idx="1"/>
          </p:cNvCxnSpPr>
          <p:nvPr/>
        </p:nvCxnSpPr>
        <p:spPr>
          <a:xfrm flipV="1">
            <a:off x="2729501" y="4287401"/>
            <a:ext cx="1838326" cy="176212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C35AB44-F96D-A93A-9B0C-6A65ADA20AB7}"/>
              </a:ext>
            </a:extLst>
          </p:cNvPr>
          <p:cNvCxnSpPr>
            <a:cxnSpLocks/>
            <a:stCxn id="49" idx="3"/>
            <a:endCxn id="37" idx="1"/>
          </p:cNvCxnSpPr>
          <p:nvPr/>
        </p:nvCxnSpPr>
        <p:spPr>
          <a:xfrm flipV="1">
            <a:off x="2729501" y="3424109"/>
            <a:ext cx="1866903" cy="1826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F8B9B14-4787-8E09-2D5F-2A6A020B16EB}"/>
              </a:ext>
            </a:extLst>
          </p:cNvPr>
          <p:cNvCxnSpPr>
            <a:cxnSpLocks/>
            <a:stCxn id="50" idx="3"/>
            <a:endCxn id="38" idx="1"/>
          </p:cNvCxnSpPr>
          <p:nvPr/>
        </p:nvCxnSpPr>
        <p:spPr>
          <a:xfrm>
            <a:off x="2729501" y="4463613"/>
            <a:ext cx="1838326" cy="259081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556BFEA-490D-40C2-C2CD-554C68C85FB2}"/>
              </a:ext>
            </a:extLst>
          </p:cNvPr>
          <p:cNvCxnSpPr>
            <a:cxnSpLocks/>
            <a:stCxn id="48" idx="3"/>
            <a:endCxn id="33" idx="1"/>
          </p:cNvCxnSpPr>
          <p:nvPr/>
        </p:nvCxnSpPr>
        <p:spPr>
          <a:xfrm flipV="1">
            <a:off x="2729501" y="1813770"/>
            <a:ext cx="1838326" cy="42862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8C16326-99C0-DA8E-7722-B9BE0BF6825D}"/>
              </a:ext>
            </a:extLst>
          </p:cNvPr>
          <p:cNvCxnSpPr>
            <a:cxnSpLocks/>
            <a:stCxn id="48" idx="3"/>
            <a:endCxn id="35" idx="1"/>
          </p:cNvCxnSpPr>
          <p:nvPr/>
        </p:nvCxnSpPr>
        <p:spPr>
          <a:xfrm>
            <a:off x="2729501" y="2242395"/>
            <a:ext cx="1838326" cy="441959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4068CF5-C233-3E1C-B19B-718F6B48C57E}"/>
              </a:ext>
            </a:extLst>
          </p:cNvPr>
          <p:cNvCxnSpPr>
            <a:cxnSpLocks/>
            <a:stCxn id="48" idx="3"/>
            <a:endCxn id="34" idx="1"/>
          </p:cNvCxnSpPr>
          <p:nvPr/>
        </p:nvCxnSpPr>
        <p:spPr>
          <a:xfrm>
            <a:off x="2729501" y="2242395"/>
            <a:ext cx="1838326" cy="6667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A924CC6-4CBB-A40B-3EB8-5D854A666D39}"/>
              </a:ext>
            </a:extLst>
          </p:cNvPr>
          <p:cNvSpPr/>
          <p:nvPr/>
        </p:nvSpPr>
        <p:spPr>
          <a:xfrm>
            <a:off x="1919876" y="2066183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1D87646-2509-3A59-CA1B-881E4B6FC8D4}"/>
              </a:ext>
            </a:extLst>
          </p:cNvPr>
          <p:cNvSpPr/>
          <p:nvPr/>
        </p:nvSpPr>
        <p:spPr>
          <a:xfrm>
            <a:off x="1919876" y="3266162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422E619-FFA0-BE1C-78B1-E784D131C8C5}"/>
              </a:ext>
            </a:extLst>
          </p:cNvPr>
          <p:cNvSpPr/>
          <p:nvPr/>
        </p:nvSpPr>
        <p:spPr>
          <a:xfrm>
            <a:off x="1919876" y="4287401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1D4C2B0-D94E-A8F5-9396-7FDB0F41E77D}"/>
              </a:ext>
            </a:extLst>
          </p:cNvPr>
          <p:cNvCxnSpPr>
            <a:cxnSpLocks/>
            <a:stCxn id="50" idx="0"/>
            <a:endCxn id="32" idx="1"/>
          </p:cNvCxnSpPr>
          <p:nvPr/>
        </p:nvCxnSpPr>
        <p:spPr>
          <a:xfrm rot="5400000" flipH="1" flipV="1">
            <a:off x="2344732" y="4046694"/>
            <a:ext cx="220665" cy="260751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A485416-838B-8F2D-4E18-DBEF08A72DC4}"/>
              </a:ext>
            </a:extLst>
          </p:cNvPr>
          <p:cNvCxnSpPr>
            <a:cxnSpLocks/>
            <a:stCxn id="49" idx="0"/>
            <a:endCxn id="31" idx="1"/>
          </p:cNvCxnSpPr>
          <p:nvPr/>
        </p:nvCxnSpPr>
        <p:spPr>
          <a:xfrm rot="5400000" flipH="1" flipV="1">
            <a:off x="2320549" y="3023900"/>
            <a:ext cx="246402" cy="238123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7FE73E5A-8150-147E-AA43-6666DFF02E37}"/>
              </a:ext>
            </a:extLst>
          </p:cNvPr>
          <p:cNvCxnSpPr>
            <a:cxnSpLocks/>
            <a:stCxn id="48" idx="0"/>
            <a:endCxn id="30" idx="1"/>
          </p:cNvCxnSpPr>
          <p:nvPr/>
        </p:nvCxnSpPr>
        <p:spPr>
          <a:xfrm rot="5400000" flipH="1" flipV="1">
            <a:off x="2322629" y="1826001"/>
            <a:ext cx="242242" cy="238123"/>
          </a:xfrm>
          <a:prstGeom prst="bentConnector2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99C481D-6C77-B45C-CFC5-92A6BC2A58DC}"/>
              </a:ext>
            </a:extLst>
          </p:cNvPr>
          <p:cNvSpPr txBox="1"/>
          <p:nvPr/>
        </p:nvSpPr>
        <p:spPr>
          <a:xfrm>
            <a:off x="2255040" y="1227119"/>
            <a:ext cx="8096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EVENT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347E3E-4A00-3DCB-CCC5-5EBA490CF65A}"/>
              </a:ext>
            </a:extLst>
          </p:cNvPr>
          <p:cNvSpPr txBox="1"/>
          <p:nvPr/>
        </p:nvSpPr>
        <p:spPr>
          <a:xfrm>
            <a:off x="3632373" y="1206779"/>
            <a:ext cx="25800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ACTIVATIONS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B0DB6D-2701-01A9-1DC5-50D8648E5715}"/>
              </a:ext>
            </a:extLst>
          </p:cNvPr>
          <p:cNvSpPr/>
          <p:nvPr/>
        </p:nvSpPr>
        <p:spPr>
          <a:xfrm>
            <a:off x="6654896" y="1043030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309ADC-153B-50BB-3DE6-831C1C06C221}"/>
              </a:ext>
            </a:extLst>
          </p:cNvPr>
          <p:cNvSpPr txBox="1"/>
          <p:nvPr/>
        </p:nvSpPr>
        <p:spPr>
          <a:xfrm>
            <a:off x="7575835" y="1105059"/>
            <a:ext cx="125123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/>
              <a:t>BRANDSCOPIC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C182C312-FD29-E5F1-F5F4-BD7CB69A86E6}"/>
              </a:ext>
            </a:extLst>
          </p:cNvPr>
          <p:cNvCxnSpPr>
            <a:cxnSpLocks/>
            <a:stCxn id="33" idx="3"/>
            <a:endCxn id="11" idx="1"/>
          </p:cNvCxnSpPr>
          <p:nvPr/>
        </p:nvCxnSpPr>
        <p:spPr>
          <a:xfrm flipV="1">
            <a:off x="5377452" y="1219242"/>
            <a:ext cx="1277444" cy="594528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45A2A3D-2AE6-C6C9-7BD4-8E00540263B4}"/>
              </a:ext>
            </a:extLst>
          </p:cNvPr>
          <p:cNvCxnSpPr>
            <a:cxnSpLocks/>
            <a:stCxn id="33" idx="3"/>
            <a:endCxn id="65" idx="1"/>
          </p:cNvCxnSpPr>
          <p:nvPr/>
        </p:nvCxnSpPr>
        <p:spPr>
          <a:xfrm flipV="1">
            <a:off x="5377452" y="1624070"/>
            <a:ext cx="1277443" cy="189700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AB8A98B-FAD1-0778-A8E7-599AADF3E455}"/>
              </a:ext>
            </a:extLst>
          </p:cNvPr>
          <p:cNvSpPr/>
          <p:nvPr/>
        </p:nvSpPr>
        <p:spPr>
          <a:xfrm>
            <a:off x="3227560" y="405400"/>
            <a:ext cx="809625" cy="35242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LOCATION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1602543-E3E4-D7B0-4D28-ACD8FB931A55}"/>
              </a:ext>
            </a:extLst>
          </p:cNvPr>
          <p:cNvCxnSpPr>
            <a:cxnSpLocks/>
            <a:stCxn id="55" idx="2"/>
            <a:endCxn id="30" idx="0"/>
          </p:cNvCxnSpPr>
          <p:nvPr/>
        </p:nvCxnSpPr>
        <p:spPr>
          <a:xfrm rot="5400000">
            <a:off x="2855047" y="870402"/>
            <a:ext cx="889905" cy="664748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2010323-58EA-FE2C-58C6-CEEDA07BA6A7}"/>
              </a:ext>
            </a:extLst>
          </p:cNvPr>
          <p:cNvSpPr txBox="1"/>
          <p:nvPr/>
        </p:nvSpPr>
        <p:spPr>
          <a:xfrm>
            <a:off x="3227560" y="97355"/>
            <a:ext cx="8096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PLACER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F6C40CD-52EE-F050-BC6F-E8005C80697C}"/>
              </a:ext>
            </a:extLst>
          </p:cNvPr>
          <p:cNvSpPr/>
          <p:nvPr/>
        </p:nvSpPr>
        <p:spPr>
          <a:xfrm>
            <a:off x="6654895" y="1450079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QR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5B7C5B-F92E-9AB1-339F-E8AED512BB96}"/>
              </a:ext>
            </a:extLst>
          </p:cNvPr>
          <p:cNvSpPr txBox="1"/>
          <p:nvPr/>
        </p:nvSpPr>
        <p:spPr>
          <a:xfrm>
            <a:off x="7575835" y="1539430"/>
            <a:ext cx="125123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100"/>
              <a:t>QR TIGER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4352483-63D2-4267-2E27-5BAF3F984F1A}"/>
              </a:ext>
            </a:extLst>
          </p:cNvPr>
          <p:cNvSpPr/>
          <p:nvPr/>
        </p:nvSpPr>
        <p:spPr>
          <a:xfrm>
            <a:off x="6654895" y="2242395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45109C88-62F2-ACB1-69B2-7B5E47ADB8B2}"/>
              </a:ext>
            </a:extLst>
          </p:cNvPr>
          <p:cNvCxnSpPr>
            <a:cxnSpLocks/>
            <a:stCxn id="34" idx="3"/>
            <a:endCxn id="94" idx="1"/>
          </p:cNvCxnSpPr>
          <p:nvPr/>
        </p:nvCxnSpPr>
        <p:spPr>
          <a:xfrm>
            <a:off x="5377452" y="2249062"/>
            <a:ext cx="1277443" cy="169545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DAF5B51D-51BB-2500-8EFE-181009940CC4}"/>
              </a:ext>
            </a:extLst>
          </p:cNvPr>
          <p:cNvCxnSpPr>
            <a:cxnSpLocks/>
            <a:stCxn id="34" idx="3"/>
            <a:endCxn id="97" idx="1"/>
          </p:cNvCxnSpPr>
          <p:nvPr/>
        </p:nvCxnSpPr>
        <p:spPr>
          <a:xfrm>
            <a:off x="5377452" y="2249062"/>
            <a:ext cx="1277442" cy="574373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FCB7FD4-39E2-E937-63A4-9E7DC66E8031}"/>
              </a:ext>
            </a:extLst>
          </p:cNvPr>
          <p:cNvSpPr/>
          <p:nvPr/>
        </p:nvSpPr>
        <p:spPr>
          <a:xfrm>
            <a:off x="6654894" y="2649444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QR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7A28867-5487-1DC5-AB1E-2A6EFE4EE1BD}"/>
              </a:ext>
            </a:extLst>
          </p:cNvPr>
          <p:cNvSpPr/>
          <p:nvPr/>
        </p:nvSpPr>
        <p:spPr>
          <a:xfrm>
            <a:off x="6654895" y="3410172"/>
            <a:ext cx="809625" cy="352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/>
              <a:t>EVENT                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DE6EFC85-296C-1458-E97B-4DB943E3906B}"/>
              </a:ext>
            </a:extLst>
          </p:cNvPr>
          <p:cNvCxnSpPr>
            <a:cxnSpLocks/>
            <a:stCxn id="35" idx="3"/>
            <a:endCxn id="98" idx="1"/>
          </p:cNvCxnSpPr>
          <p:nvPr/>
        </p:nvCxnSpPr>
        <p:spPr>
          <a:xfrm>
            <a:off x="5377452" y="2684354"/>
            <a:ext cx="1277443" cy="902030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73B7E033-28E8-9F43-DCF4-93AEE6245CE9}"/>
              </a:ext>
            </a:extLst>
          </p:cNvPr>
          <p:cNvCxnSpPr>
            <a:cxnSpLocks/>
            <a:stCxn id="35" idx="3"/>
            <a:endCxn id="101" idx="1"/>
          </p:cNvCxnSpPr>
          <p:nvPr/>
        </p:nvCxnSpPr>
        <p:spPr>
          <a:xfrm>
            <a:off x="5377452" y="2684354"/>
            <a:ext cx="1277442" cy="1306858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A3BB26F9-1657-005E-D7CD-3284AF68A4E9}"/>
              </a:ext>
            </a:extLst>
          </p:cNvPr>
          <p:cNvSpPr/>
          <p:nvPr/>
        </p:nvSpPr>
        <p:spPr>
          <a:xfrm>
            <a:off x="6654894" y="3817221"/>
            <a:ext cx="809625" cy="34798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QR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987B0F-7E4A-AFC4-3132-F5ABA65366CB}"/>
              </a:ext>
            </a:extLst>
          </p:cNvPr>
          <p:cNvSpPr/>
          <p:nvPr/>
        </p:nvSpPr>
        <p:spPr>
          <a:xfrm>
            <a:off x="469693" y="5007807"/>
            <a:ext cx="809625" cy="347981"/>
          </a:xfrm>
          <a:prstGeom prst="roundRect">
            <a:avLst/>
          </a:prstGeom>
          <a:solidFill>
            <a:srgbClr val="EFEC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900"/>
              <a:t>KANTATA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AC6DBF8-2891-104E-937E-13183EDA28C2}"/>
              </a:ext>
            </a:extLst>
          </p:cNvPr>
          <p:cNvCxnSpPr>
            <a:cxnSpLocks/>
            <a:stCxn id="23" idx="2"/>
            <a:endCxn id="9" idx="0"/>
          </p:cNvCxnSpPr>
          <p:nvPr/>
        </p:nvCxnSpPr>
        <p:spPr>
          <a:xfrm rot="5400000">
            <a:off x="24883" y="4158183"/>
            <a:ext cx="1699247" cy="12700"/>
          </a:xfrm>
          <a:prstGeom prst="bentConnector3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D23E4F-7FA3-032B-536D-DA863FC97177}"/>
              </a:ext>
            </a:extLst>
          </p:cNvPr>
          <p:cNvSpPr txBox="1"/>
          <p:nvPr/>
        </p:nvSpPr>
        <p:spPr>
          <a:xfrm>
            <a:off x="181832" y="2322402"/>
            <a:ext cx="142857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/>
              <a:t>CAMPAIGN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D2E1BD-6AA1-DE55-BD86-9E871DCBC6EE}"/>
              </a:ext>
            </a:extLst>
          </p:cNvPr>
          <p:cNvSpPr txBox="1"/>
          <p:nvPr/>
        </p:nvSpPr>
        <p:spPr>
          <a:xfrm>
            <a:off x="153793" y="5399763"/>
            <a:ext cx="142857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000"/>
              <a:t>Time, Cost and Fee</a:t>
            </a:r>
          </a:p>
        </p:txBody>
      </p:sp>
    </p:spTree>
    <p:extLst>
      <p:ext uri="{BB962C8B-B14F-4D97-AF65-F5344CB8AC3E}">
        <p14:creationId xmlns:p14="http://schemas.microsoft.com/office/powerpoint/2010/main" val="2513607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212364-6e0c-40a5-9fff-da248140089a" xsi:nil="true"/>
    <Notes xmlns="801b4607-f500-4f6e-b784-fb54d22359e9" xsi:nil="true"/>
    <lcf76f155ced4ddcb4097134ff3c332f xmlns="801b4607-f500-4f6e-b784-fb54d22359e9">
      <Terms xmlns="http://schemas.microsoft.com/office/infopath/2007/PartnerControls"/>
    </lcf76f155ced4ddcb4097134ff3c332f>
    <AzureFiles xmlns="801b4607-f500-4f6e-b784-fb54d22359e9">
      <Url xsi:nil="true"/>
      <Description xsi:nil="true"/>
    </AzureFiles>
    <Tag xmlns="801b4607-f500-4f6e-b784-fb54d22359e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01503E242B4242B818938EF38676E9" ma:contentTypeVersion="21" ma:contentTypeDescription="Create a new document." ma:contentTypeScope="" ma:versionID="3a4297306f45b7232432285f2e4fc0a3">
  <xsd:schema xmlns:xsd="http://www.w3.org/2001/XMLSchema" xmlns:xs="http://www.w3.org/2001/XMLSchema" xmlns:p="http://schemas.microsoft.com/office/2006/metadata/properties" xmlns:ns2="801b4607-f500-4f6e-b784-fb54d22359e9" xmlns:ns3="05212364-6e0c-40a5-9fff-da248140089a" targetNamespace="http://schemas.microsoft.com/office/2006/metadata/properties" ma:root="true" ma:fieldsID="85f62882915f962eb2adfc659e2f43e6" ns2:_="" ns3:_="">
    <xsd:import namespace="801b4607-f500-4f6e-b784-fb54d22359e9"/>
    <xsd:import namespace="05212364-6e0c-40a5-9fff-da248140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Notes" minOccurs="0"/>
                <xsd:element ref="ns2:MediaServiceSearchProperties" minOccurs="0"/>
                <xsd:element ref="ns2:AzureFiles" minOccurs="0"/>
                <xsd:element ref="ns2:MediaServiceBillingMetadata" minOccurs="0"/>
                <xsd:element ref="ns2:Ta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1b4607-f500-4f6e-b784-fb54d22359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a7d435f-bc0a-452e-b7b2-4cb57826a0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s" ma:index="24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zureFiles" ma:index="26" nillable="true" ma:displayName="Azure Files" ma:format="Hyperlink" ma:internalName="AzureFile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ag" ma:index="28" nillable="true" ma:displayName="Tag" ma:description="Tag to flag the recipient user against" ma:format="Dropdown" ma:internalName="Tag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12364-6e0c-40a5-9fff-da248140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3010033-8c98-4658-a188-4535091bf398}" ma:internalName="TaxCatchAll" ma:showField="CatchAllData" ma:web="05212364-6e0c-40a5-9fff-da248140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D75372-518F-4855-9746-DA4B4C68E2F8}">
  <ds:schemaRefs>
    <ds:schemaRef ds:uri="05212364-6e0c-40a5-9fff-da248140089a"/>
    <ds:schemaRef ds:uri="801b4607-f500-4f6e-b784-fb54d22359e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9ACB94D-D16C-4FD3-87E4-280565E619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D1A06D-FB6C-4169-8597-18104BE3BF5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Widescreen</PresentationFormat>
  <Paragraphs>136</Paragraphs>
  <Slides>4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Bustos, Luis (WW-MOM)</dc:creator>
  <cp:lastModifiedBy>Sanderson, Steve (WW-MOM)</cp:lastModifiedBy>
  <cp:revision>1</cp:revision>
  <dcterms:created xsi:type="dcterms:W3CDTF">2024-08-21T16:33:42Z</dcterms:created>
  <dcterms:modified xsi:type="dcterms:W3CDTF">2024-09-25T15:08:32Z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0x0101004C01503E242B4242B818938EF38676E9</vt:lpwstr>
  </property>
  <property fmtid="{D5CDD505-2E9C-101B-9397-08002B2CF9AE}" pid="3" name="MediaServiceImageTags">
    <vt:lpwstr/>
  </property>
</Properties>
</file>