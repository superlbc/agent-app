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28"/>
  </p:notesMasterIdLst>
  <p:sldIdLst>
    <p:sldId id="718" r:id="rId6"/>
    <p:sldId id="719" r:id="rId7"/>
    <p:sldId id="725" r:id="rId8"/>
    <p:sldId id="722" r:id="rId9"/>
    <p:sldId id="730" r:id="rId10"/>
    <p:sldId id="733" r:id="rId11"/>
    <p:sldId id="731" r:id="rId12"/>
    <p:sldId id="732" r:id="rId13"/>
    <p:sldId id="734" r:id="rId14"/>
    <p:sldId id="740" r:id="rId15"/>
    <p:sldId id="726" r:id="rId16"/>
    <p:sldId id="728" r:id="rId17"/>
    <p:sldId id="736" r:id="rId18"/>
    <p:sldId id="737" r:id="rId19"/>
    <p:sldId id="738" r:id="rId20"/>
    <p:sldId id="747" r:id="rId21"/>
    <p:sldId id="743" r:id="rId22"/>
    <p:sldId id="744" r:id="rId23"/>
    <p:sldId id="745" r:id="rId24"/>
    <p:sldId id="746" r:id="rId25"/>
    <p:sldId id="741" r:id="rId26"/>
    <p:sldId id="742" r:id="rId27"/>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Default Section" id="{7CCF00F4-95DC-4010-B12E-D57087A6094F}">
          <p14:sldIdLst>
            <p14:sldId id="718"/>
            <p14:sldId id="719"/>
            <p14:sldId id="725"/>
            <p14:sldId id="722"/>
            <p14:sldId id="730"/>
            <p14:sldId id="733"/>
            <p14:sldId id="731"/>
            <p14:sldId id="732"/>
            <p14:sldId id="734"/>
            <p14:sldId id="740"/>
            <p14:sldId id="726"/>
            <p14:sldId id="728"/>
            <p14:sldId id="736"/>
            <p14:sldId id="737"/>
            <p14:sldId id="738"/>
            <p14:sldId id="747"/>
            <p14:sldId id="743"/>
            <p14:sldId id="744"/>
            <p14:sldId id="745"/>
            <p14:sldId id="746"/>
            <p14:sldId id="741"/>
            <p14:sldId id="74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pali Patel" initials="DP" lastIdx="5" clrIdx="0">
    <p:extLst>
      <p:ext uri="{19B8F6BF-5375-455C-9EA6-DF929625EA0E}">
        <p15:presenceInfo xmlns:p15="http://schemas.microsoft.com/office/powerpoint/2012/main" userId="Dipali Patel" providerId="None"/>
      </p:ext>
    </p:extLst>
  </p:cmAuthor>
  <p:cmAuthor id="2" name="Hari Nair" initials="HN" lastIdx="1" clrIdx="1">
    <p:extLst>
      <p:ext uri="{19B8F6BF-5375-455C-9EA6-DF929625EA0E}">
        <p15:presenceInfo xmlns:p15="http://schemas.microsoft.com/office/powerpoint/2012/main" userId="Hari Nair" providerId="None"/>
      </p:ext>
    </p:extLst>
  </p:cmAuthor>
  <p:cmAuthor id="3" name="Krishna" initials="K" lastIdx="17" clrIdx="2">
    <p:extLst>
      <p:ext uri="{19B8F6BF-5375-455C-9EA6-DF929625EA0E}">
        <p15:presenceInfo xmlns:p15="http://schemas.microsoft.com/office/powerpoint/2012/main" userId="Krishna" providerId="None"/>
      </p:ext>
    </p:extLst>
  </p:cmAuthor>
  <p:cmAuthor id="4" name="Rajdeep Mehta" initials="RM" lastIdx="13" clrIdx="3">
    <p:extLst>
      <p:ext uri="{19B8F6BF-5375-455C-9EA6-DF929625EA0E}">
        <p15:presenceInfo xmlns:p15="http://schemas.microsoft.com/office/powerpoint/2012/main" userId="S::rajdeep.mehta@1rivet.com::df05f4aa-199e-476e-8ec9-2d8195ff5049" providerId="AD"/>
      </p:ext>
    </p:extLst>
  </p:cmAuthor>
  <p:cmAuthor id="5" name="Dipali Patel" initials="DP [2]" lastIdx="6" clrIdx="4">
    <p:extLst>
      <p:ext uri="{19B8F6BF-5375-455C-9EA6-DF929625EA0E}">
        <p15:presenceInfo xmlns:p15="http://schemas.microsoft.com/office/powerpoint/2012/main" userId="S::dipali.patel@1rivet.com::75fba5ac-aa7c-4a9f-a672-4c8e547ca3f9" providerId="AD"/>
      </p:ext>
    </p:extLst>
  </p:cmAuthor>
  <p:cmAuthor id="6" name="Hari Nair" initials="HN [2]" lastIdx="9" clrIdx="5">
    <p:extLst>
      <p:ext uri="{19B8F6BF-5375-455C-9EA6-DF929625EA0E}">
        <p15:presenceInfo xmlns:p15="http://schemas.microsoft.com/office/powerpoint/2012/main" userId="S::hari.nair@1rivet.com::77cae03b-b41b-4c3f-afad-c96b112261c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5EA"/>
    <a:srgbClr val="3A5E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46F89-B477-4D87-B79B-B0FC9C0988C7}" v="23" dt="2023-06-08T14:05:37.9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699" autoAdjust="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35" Type="http://schemas.microsoft.com/office/2016/11/relationships/changesInfo" Target="changesInfos/changesInfo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commentAuthors" Target="commentAuthor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ek" userId="4e026a2b-e7b8-4a96-84ef-4c90103f56d8" providerId="ADAL" clId="{68A49D41-B9C3-41FC-9DF3-0C94EB5FF586}"/>
    <pc:docChg chg="undo custSel addSld delSld modSld modSection">
      <pc:chgData name="Derek" userId="4e026a2b-e7b8-4a96-84ef-4c90103f56d8" providerId="ADAL" clId="{68A49D41-B9C3-41FC-9DF3-0C94EB5FF586}" dt="2020-10-31T13:47:59.795" v="2138" actId="20577"/>
      <pc:docMkLst>
        <pc:docMk/>
      </pc:docMkLst>
      <pc:sldChg chg="modSp mod">
        <pc:chgData name="Derek" userId="4e026a2b-e7b8-4a96-84ef-4c90103f56d8" providerId="ADAL" clId="{68A49D41-B9C3-41FC-9DF3-0C94EB5FF586}" dt="2020-10-31T12:39:06.230" v="131" actId="13926"/>
        <pc:sldMkLst>
          <pc:docMk/>
          <pc:sldMk cId="194519236" sldId="689"/>
        </pc:sldMkLst>
        <pc:graphicFrameChg chg="modGraphic">
          <ac:chgData name="Derek" userId="4e026a2b-e7b8-4a96-84ef-4c90103f56d8" providerId="ADAL" clId="{68A49D41-B9C3-41FC-9DF3-0C94EB5FF586}" dt="2020-10-31T12:39:06.230" v="131" actId="13926"/>
          <ac:graphicFrameMkLst>
            <pc:docMk/>
            <pc:sldMk cId="194519236" sldId="689"/>
            <ac:graphicFrameMk id="3" creationId="{902E70B4-30E8-4713-88D0-AA8DDC640A16}"/>
          </ac:graphicFrameMkLst>
        </pc:graphicFrameChg>
      </pc:sldChg>
      <pc:sldChg chg="modSp mod">
        <pc:chgData name="Derek" userId="4e026a2b-e7b8-4a96-84ef-4c90103f56d8" providerId="ADAL" clId="{68A49D41-B9C3-41FC-9DF3-0C94EB5FF586}" dt="2020-10-31T13:47:59.795" v="2138" actId="20577"/>
        <pc:sldMkLst>
          <pc:docMk/>
          <pc:sldMk cId="4203553087" sldId="718"/>
        </pc:sldMkLst>
        <pc:spChg chg="mod">
          <ac:chgData name="Derek" userId="4e026a2b-e7b8-4a96-84ef-4c90103f56d8" providerId="ADAL" clId="{68A49D41-B9C3-41FC-9DF3-0C94EB5FF586}" dt="2020-10-31T13:47:59.795" v="2138" actId="20577"/>
          <ac:spMkLst>
            <pc:docMk/>
            <pc:sldMk cId="4203553087" sldId="718"/>
            <ac:spMk id="4" creationId="{1BD43F09-785F-45D0-8FFD-00D7C6797479}"/>
          </ac:spMkLst>
        </pc:spChg>
      </pc:sldChg>
      <pc:sldChg chg="modSp mod">
        <pc:chgData name="Derek" userId="4e026a2b-e7b8-4a96-84ef-4c90103f56d8" providerId="ADAL" clId="{68A49D41-B9C3-41FC-9DF3-0C94EB5FF586}" dt="2020-10-31T12:39:11.928" v="132" actId="13926"/>
        <pc:sldMkLst>
          <pc:docMk/>
          <pc:sldMk cId="3769822916" sldId="724"/>
        </pc:sldMkLst>
        <pc:spChg chg="mod">
          <ac:chgData name="Derek" userId="4e026a2b-e7b8-4a96-84ef-4c90103f56d8" providerId="ADAL" clId="{68A49D41-B9C3-41FC-9DF3-0C94EB5FF586}" dt="2020-10-31T12:39:11.928" v="132" actId="13926"/>
          <ac:spMkLst>
            <pc:docMk/>
            <pc:sldMk cId="3769822916" sldId="724"/>
            <ac:spMk id="7" creationId="{246722D8-CB93-49E0-A1F5-058F01810C93}"/>
          </ac:spMkLst>
        </pc:spChg>
      </pc:sldChg>
      <pc:sldChg chg="modSp mod">
        <pc:chgData name="Derek" userId="4e026a2b-e7b8-4a96-84ef-4c90103f56d8" providerId="ADAL" clId="{68A49D41-B9C3-41FC-9DF3-0C94EB5FF586}" dt="2020-10-31T13:30:06.020" v="1967" actId="20577"/>
        <pc:sldMkLst>
          <pc:docMk/>
          <pc:sldMk cId="2561160881" sldId="732"/>
        </pc:sldMkLst>
        <pc:spChg chg="mod">
          <ac:chgData name="Derek" userId="4e026a2b-e7b8-4a96-84ef-4c90103f56d8" providerId="ADAL" clId="{68A49D41-B9C3-41FC-9DF3-0C94EB5FF586}" dt="2020-10-31T13:30:06.020" v="1967" actId="20577"/>
          <ac:spMkLst>
            <pc:docMk/>
            <pc:sldMk cId="2561160881" sldId="732"/>
            <ac:spMk id="5" creationId="{3BEEDEC3-2F3A-4E18-BF67-D4FE4905CC84}"/>
          </ac:spMkLst>
        </pc:spChg>
      </pc:sldChg>
      <pc:sldChg chg="modSp mod">
        <pc:chgData name="Derek" userId="4e026a2b-e7b8-4a96-84ef-4c90103f56d8" providerId="ADAL" clId="{68A49D41-B9C3-41FC-9DF3-0C94EB5FF586}" dt="2020-10-31T12:44:32.620" v="380" actId="13926"/>
        <pc:sldMkLst>
          <pc:docMk/>
          <pc:sldMk cId="1280645609" sldId="740"/>
        </pc:sldMkLst>
        <pc:graphicFrameChg chg="modGraphic">
          <ac:chgData name="Derek" userId="4e026a2b-e7b8-4a96-84ef-4c90103f56d8" providerId="ADAL" clId="{68A49D41-B9C3-41FC-9DF3-0C94EB5FF586}" dt="2020-10-31T12:44:32.620" v="380" actId="13926"/>
          <ac:graphicFrameMkLst>
            <pc:docMk/>
            <pc:sldMk cId="1280645609" sldId="740"/>
            <ac:graphicFrameMk id="3" creationId="{902E70B4-30E8-4713-88D0-AA8DDC640A16}"/>
          </ac:graphicFrameMkLst>
        </pc:graphicFrameChg>
      </pc:sldChg>
      <pc:sldChg chg="modSp mod">
        <pc:chgData name="Derek" userId="4e026a2b-e7b8-4a96-84ef-4c90103f56d8" providerId="ADAL" clId="{68A49D41-B9C3-41FC-9DF3-0C94EB5FF586}" dt="2020-10-31T12:37:55.130" v="0" actId="13926"/>
        <pc:sldMkLst>
          <pc:docMk/>
          <pc:sldMk cId="164569202" sldId="744"/>
        </pc:sldMkLst>
        <pc:spChg chg="mod">
          <ac:chgData name="Derek" userId="4e026a2b-e7b8-4a96-84ef-4c90103f56d8" providerId="ADAL" clId="{68A49D41-B9C3-41FC-9DF3-0C94EB5FF586}" dt="2020-10-31T12:37:55.130" v="0" actId="13926"/>
          <ac:spMkLst>
            <pc:docMk/>
            <pc:sldMk cId="164569202" sldId="744"/>
            <ac:spMk id="30" creationId="{31916801-5AD6-4FA2-84C8-A343C4388FF5}"/>
          </ac:spMkLst>
        </pc:spChg>
      </pc:sldChg>
      <pc:sldChg chg="addSp modSp mod">
        <pc:chgData name="Derek" userId="4e026a2b-e7b8-4a96-84ef-4c90103f56d8" providerId="ADAL" clId="{68A49D41-B9C3-41FC-9DF3-0C94EB5FF586}" dt="2020-10-31T13:37:27.490" v="2134" actId="14100"/>
        <pc:sldMkLst>
          <pc:docMk/>
          <pc:sldMk cId="1036818432" sldId="747"/>
        </pc:sldMkLst>
        <pc:spChg chg="add mod">
          <ac:chgData name="Derek" userId="4e026a2b-e7b8-4a96-84ef-4c90103f56d8" providerId="ADAL" clId="{68A49D41-B9C3-41FC-9DF3-0C94EB5FF586}" dt="2020-10-31T13:37:27.490" v="2134" actId="14100"/>
          <ac:spMkLst>
            <pc:docMk/>
            <pc:sldMk cId="1036818432" sldId="747"/>
            <ac:spMk id="5" creationId="{FDA1A9DD-E395-4CCF-96FC-4DB372F26F97}"/>
          </ac:spMkLst>
        </pc:spChg>
        <pc:graphicFrameChg chg="mod modGraphic">
          <ac:chgData name="Derek" userId="4e026a2b-e7b8-4a96-84ef-4c90103f56d8" providerId="ADAL" clId="{68A49D41-B9C3-41FC-9DF3-0C94EB5FF586}" dt="2020-10-31T13:14:44.414" v="1585" actId="20577"/>
          <ac:graphicFrameMkLst>
            <pc:docMk/>
            <pc:sldMk cId="1036818432" sldId="747"/>
            <ac:graphicFrameMk id="3" creationId="{902E70B4-30E8-4713-88D0-AA8DDC640A16}"/>
          </ac:graphicFrameMkLst>
        </pc:graphicFrameChg>
      </pc:sldChg>
      <pc:sldChg chg="modSp mod">
        <pc:chgData name="Derek" userId="4e026a2b-e7b8-4a96-84ef-4c90103f56d8" providerId="ADAL" clId="{68A49D41-B9C3-41FC-9DF3-0C94EB5FF586}" dt="2020-10-31T12:39:17.443" v="133" actId="13926"/>
        <pc:sldMkLst>
          <pc:docMk/>
          <pc:sldMk cId="1449600971" sldId="748"/>
        </pc:sldMkLst>
        <pc:spChg chg="mod">
          <ac:chgData name="Derek" userId="4e026a2b-e7b8-4a96-84ef-4c90103f56d8" providerId="ADAL" clId="{68A49D41-B9C3-41FC-9DF3-0C94EB5FF586}" dt="2020-10-31T12:39:17.443" v="133" actId="13926"/>
          <ac:spMkLst>
            <pc:docMk/>
            <pc:sldMk cId="1449600971" sldId="748"/>
            <ac:spMk id="2" creationId="{7D8F1A13-64E3-492A-B2AF-01453ED0605E}"/>
          </ac:spMkLst>
        </pc:spChg>
      </pc:sldChg>
      <pc:sldChg chg="modSp mod">
        <pc:chgData name="Derek" userId="4e026a2b-e7b8-4a96-84ef-4c90103f56d8" providerId="ADAL" clId="{68A49D41-B9C3-41FC-9DF3-0C94EB5FF586}" dt="2020-10-31T12:38:02.619" v="1" actId="13926"/>
        <pc:sldMkLst>
          <pc:docMk/>
          <pc:sldMk cId="2451485198" sldId="750"/>
        </pc:sldMkLst>
        <pc:spChg chg="mod">
          <ac:chgData name="Derek" userId="4e026a2b-e7b8-4a96-84ef-4c90103f56d8" providerId="ADAL" clId="{68A49D41-B9C3-41FC-9DF3-0C94EB5FF586}" dt="2020-10-31T12:38:02.619" v="1" actId="13926"/>
          <ac:spMkLst>
            <pc:docMk/>
            <pc:sldMk cId="2451485198" sldId="750"/>
            <ac:spMk id="4" creationId="{AE4F1338-42CC-48A9-8EC0-E96A81A8A584}"/>
          </ac:spMkLst>
        </pc:spChg>
      </pc:sldChg>
      <pc:sldChg chg="addSp delSp modSp mod">
        <pc:chgData name="Derek" userId="4e026a2b-e7b8-4a96-84ef-4c90103f56d8" providerId="ADAL" clId="{68A49D41-B9C3-41FC-9DF3-0C94EB5FF586}" dt="2020-10-31T13:28:04.039" v="1906" actId="207"/>
        <pc:sldMkLst>
          <pc:docMk/>
          <pc:sldMk cId="353402113" sldId="751"/>
        </pc:sldMkLst>
        <pc:spChg chg="mod">
          <ac:chgData name="Derek" userId="4e026a2b-e7b8-4a96-84ef-4c90103f56d8" providerId="ADAL" clId="{68A49D41-B9C3-41FC-9DF3-0C94EB5FF586}" dt="2020-10-31T13:25:33.945" v="1825" actId="20577"/>
          <ac:spMkLst>
            <pc:docMk/>
            <pc:sldMk cId="353402113" sldId="751"/>
            <ac:spMk id="3" creationId="{09901220-A8FC-4AAD-96B1-D98430A518FC}"/>
          </ac:spMkLst>
        </pc:spChg>
        <pc:spChg chg="del mod">
          <ac:chgData name="Derek" userId="4e026a2b-e7b8-4a96-84ef-4c90103f56d8" providerId="ADAL" clId="{68A49D41-B9C3-41FC-9DF3-0C94EB5FF586}" dt="2020-10-31T13:22:19.443" v="1729" actId="478"/>
          <ac:spMkLst>
            <pc:docMk/>
            <pc:sldMk cId="353402113" sldId="751"/>
            <ac:spMk id="6" creationId="{0857C6A5-0AD0-4C29-9194-53E8C48C7D69}"/>
          </ac:spMkLst>
        </pc:spChg>
        <pc:spChg chg="add mod">
          <ac:chgData name="Derek" userId="4e026a2b-e7b8-4a96-84ef-4c90103f56d8" providerId="ADAL" clId="{68A49D41-B9C3-41FC-9DF3-0C94EB5FF586}" dt="2020-10-31T13:04:52.551" v="1026" actId="207"/>
          <ac:spMkLst>
            <pc:docMk/>
            <pc:sldMk cId="353402113" sldId="751"/>
            <ac:spMk id="15" creationId="{93AE0FD4-601B-4303-94F1-BFCDC218DA03}"/>
          </ac:spMkLst>
        </pc:spChg>
        <pc:spChg chg="add del">
          <ac:chgData name="Derek" userId="4e026a2b-e7b8-4a96-84ef-4c90103f56d8" providerId="ADAL" clId="{68A49D41-B9C3-41FC-9DF3-0C94EB5FF586}" dt="2020-10-31T13:03:57.549" v="1020" actId="478"/>
          <ac:spMkLst>
            <pc:docMk/>
            <pc:sldMk cId="353402113" sldId="751"/>
            <ac:spMk id="16" creationId="{D2D7A400-06A3-4255-A468-4479710CE87D}"/>
          </ac:spMkLst>
        </pc:spChg>
        <pc:spChg chg="add mod">
          <ac:chgData name="Derek" userId="4e026a2b-e7b8-4a96-84ef-4c90103f56d8" providerId="ADAL" clId="{68A49D41-B9C3-41FC-9DF3-0C94EB5FF586}" dt="2020-10-31T13:09:52.013" v="1093" actId="1038"/>
          <ac:spMkLst>
            <pc:docMk/>
            <pc:sldMk cId="353402113" sldId="751"/>
            <ac:spMk id="17" creationId="{601BD18D-87C9-42D0-9A44-EC6607BDCA12}"/>
          </ac:spMkLst>
        </pc:spChg>
        <pc:spChg chg="add mod">
          <ac:chgData name="Derek" userId="4e026a2b-e7b8-4a96-84ef-4c90103f56d8" providerId="ADAL" clId="{68A49D41-B9C3-41FC-9DF3-0C94EB5FF586}" dt="2020-10-31T13:10:25.238" v="1112" actId="207"/>
          <ac:spMkLst>
            <pc:docMk/>
            <pc:sldMk cId="353402113" sldId="751"/>
            <ac:spMk id="18" creationId="{FE9AD0A2-1B5D-47C7-8EDB-9251D154D35E}"/>
          </ac:spMkLst>
        </pc:spChg>
        <pc:spChg chg="mod">
          <ac:chgData name="Derek" userId="4e026a2b-e7b8-4a96-84ef-4c90103f56d8" providerId="ADAL" clId="{68A49D41-B9C3-41FC-9DF3-0C94EB5FF586}" dt="2020-10-31T13:21:57.055" v="1716" actId="404"/>
          <ac:spMkLst>
            <pc:docMk/>
            <pc:sldMk cId="353402113" sldId="751"/>
            <ac:spMk id="19" creationId="{CF75AA3E-863B-4B28-A419-51E09B4F7638}"/>
          </ac:spMkLst>
        </pc:spChg>
        <pc:spChg chg="mod">
          <ac:chgData name="Derek" userId="4e026a2b-e7b8-4a96-84ef-4c90103f56d8" providerId="ADAL" clId="{68A49D41-B9C3-41FC-9DF3-0C94EB5FF586}" dt="2020-10-31T13:05:59.926" v="1054" actId="20577"/>
          <ac:spMkLst>
            <pc:docMk/>
            <pc:sldMk cId="353402113" sldId="751"/>
            <ac:spMk id="20" creationId="{30EE679C-397B-4A13-8D9C-C1F6840B1836}"/>
          </ac:spMkLst>
        </pc:spChg>
        <pc:spChg chg="add">
          <ac:chgData name="Derek" userId="4e026a2b-e7b8-4a96-84ef-4c90103f56d8" providerId="ADAL" clId="{68A49D41-B9C3-41FC-9DF3-0C94EB5FF586}" dt="2020-10-31T13:22:19.911" v="1730" actId="22"/>
          <ac:spMkLst>
            <pc:docMk/>
            <pc:sldMk cId="353402113" sldId="751"/>
            <ac:spMk id="21" creationId="{37A43E5B-C8EB-411F-AEE6-95065A8309C3}"/>
          </ac:spMkLst>
        </pc:spChg>
        <pc:spChg chg="add del">
          <ac:chgData name="Derek" userId="4e026a2b-e7b8-4a96-84ef-4c90103f56d8" providerId="ADAL" clId="{68A49D41-B9C3-41FC-9DF3-0C94EB5FF586}" dt="2020-10-31T13:25:51.913" v="1827" actId="22"/>
          <ac:spMkLst>
            <pc:docMk/>
            <pc:sldMk cId="353402113" sldId="751"/>
            <ac:spMk id="22" creationId="{B9BE57D9-C4FD-45CF-BABC-620FC986117D}"/>
          </ac:spMkLst>
        </pc:spChg>
        <pc:spChg chg="mod">
          <ac:chgData name="Derek" userId="4e026a2b-e7b8-4a96-84ef-4c90103f56d8" providerId="ADAL" clId="{68A49D41-B9C3-41FC-9DF3-0C94EB5FF586}" dt="2020-10-31T12:51:07.284" v="608" actId="404"/>
          <ac:spMkLst>
            <pc:docMk/>
            <pc:sldMk cId="353402113" sldId="751"/>
            <ac:spMk id="24" creationId="{2C6E4FA2-64AC-4ED2-A730-C4B8DEB330A2}"/>
          </ac:spMkLst>
        </pc:spChg>
        <pc:spChg chg="mod">
          <ac:chgData name="Derek" userId="4e026a2b-e7b8-4a96-84ef-4c90103f56d8" providerId="ADAL" clId="{68A49D41-B9C3-41FC-9DF3-0C94EB5FF586}" dt="2020-10-31T13:17:10.522" v="1620" actId="1076"/>
          <ac:spMkLst>
            <pc:docMk/>
            <pc:sldMk cId="353402113" sldId="751"/>
            <ac:spMk id="26" creationId="{67DC5608-6129-4431-A6C2-7B1C9ACE1E8B}"/>
          </ac:spMkLst>
        </pc:spChg>
        <pc:spChg chg="add mod">
          <ac:chgData name="Derek" userId="4e026a2b-e7b8-4a96-84ef-4c90103f56d8" providerId="ADAL" clId="{68A49D41-B9C3-41FC-9DF3-0C94EB5FF586}" dt="2020-10-31T13:27:17.101" v="1900" actId="20577"/>
          <ac:spMkLst>
            <pc:docMk/>
            <pc:sldMk cId="353402113" sldId="751"/>
            <ac:spMk id="27" creationId="{9FB393DF-5DFA-4D7E-B9A1-2C3289B5CE31}"/>
          </ac:spMkLst>
        </pc:spChg>
        <pc:spChg chg="add mod">
          <ac:chgData name="Derek" userId="4e026a2b-e7b8-4a96-84ef-4c90103f56d8" providerId="ADAL" clId="{68A49D41-B9C3-41FC-9DF3-0C94EB5FF586}" dt="2020-10-31T13:28:04.039" v="1906" actId="207"/>
          <ac:spMkLst>
            <pc:docMk/>
            <pc:sldMk cId="353402113" sldId="751"/>
            <ac:spMk id="28" creationId="{E21F2ADC-54E1-4DF0-B304-356C6D3ED570}"/>
          </ac:spMkLst>
        </pc:spChg>
        <pc:spChg chg="mod">
          <ac:chgData name="Derek" userId="4e026a2b-e7b8-4a96-84ef-4c90103f56d8" providerId="ADAL" clId="{68A49D41-B9C3-41FC-9DF3-0C94EB5FF586}" dt="2020-10-31T12:57:05.092" v="869" actId="14100"/>
          <ac:spMkLst>
            <pc:docMk/>
            <pc:sldMk cId="353402113" sldId="751"/>
            <ac:spMk id="30" creationId="{7C9CC454-9D4A-4E19-BE11-69E517AE55D5}"/>
          </ac:spMkLst>
        </pc:spChg>
        <pc:spChg chg="add del mod">
          <ac:chgData name="Derek" userId="4e026a2b-e7b8-4a96-84ef-4c90103f56d8" providerId="ADAL" clId="{68A49D41-B9C3-41FC-9DF3-0C94EB5FF586}" dt="2020-10-31T13:25:27.133" v="1823" actId="478"/>
          <ac:spMkLst>
            <pc:docMk/>
            <pc:sldMk cId="353402113" sldId="751"/>
            <ac:spMk id="31" creationId="{27F9C82B-2046-418A-81A2-5648D9B33A66}"/>
          </ac:spMkLst>
        </pc:spChg>
        <pc:spChg chg="del mod">
          <ac:chgData name="Derek" userId="4e026a2b-e7b8-4a96-84ef-4c90103f56d8" providerId="ADAL" clId="{68A49D41-B9C3-41FC-9DF3-0C94EB5FF586}" dt="2020-10-31T13:23:34.081" v="1732" actId="478"/>
          <ac:spMkLst>
            <pc:docMk/>
            <pc:sldMk cId="353402113" sldId="751"/>
            <ac:spMk id="33" creationId="{E293BA46-A681-478B-88C0-3B848D1E0D2A}"/>
          </ac:spMkLst>
        </pc:spChg>
        <pc:spChg chg="mod">
          <ac:chgData name="Derek" userId="4e026a2b-e7b8-4a96-84ef-4c90103f56d8" providerId="ADAL" clId="{68A49D41-B9C3-41FC-9DF3-0C94EB5FF586}" dt="2020-10-31T13:17:37.226" v="1660" actId="1037"/>
          <ac:spMkLst>
            <pc:docMk/>
            <pc:sldMk cId="353402113" sldId="751"/>
            <ac:spMk id="34" creationId="{782A1719-9433-4995-8573-AA36E96E3114}"/>
          </ac:spMkLst>
        </pc:spChg>
        <pc:spChg chg="mod">
          <ac:chgData name="Derek" userId="4e026a2b-e7b8-4a96-84ef-4c90103f56d8" providerId="ADAL" clId="{68A49D41-B9C3-41FC-9DF3-0C94EB5FF586}" dt="2020-10-31T12:57:54.902" v="870" actId="14100"/>
          <ac:spMkLst>
            <pc:docMk/>
            <pc:sldMk cId="353402113" sldId="751"/>
            <ac:spMk id="35" creationId="{8410DEBF-7BDC-4A78-8C20-26193EA47388}"/>
          </ac:spMkLst>
        </pc:spChg>
        <pc:spChg chg="mod">
          <ac:chgData name="Derek" userId="4e026a2b-e7b8-4a96-84ef-4c90103f56d8" providerId="ADAL" clId="{68A49D41-B9C3-41FC-9DF3-0C94EB5FF586}" dt="2020-10-31T13:09:40.845" v="1090" actId="1035"/>
          <ac:spMkLst>
            <pc:docMk/>
            <pc:sldMk cId="353402113" sldId="751"/>
            <ac:spMk id="40" creationId="{4FC40D55-F36B-4E4F-A657-1C96AD463681}"/>
          </ac:spMkLst>
        </pc:spChg>
        <pc:graphicFrameChg chg="mod modGraphic">
          <ac:chgData name="Derek" userId="4e026a2b-e7b8-4a96-84ef-4c90103f56d8" providerId="ADAL" clId="{68A49D41-B9C3-41FC-9DF3-0C94EB5FF586}" dt="2020-10-31T13:09:58.532" v="1095" actId="6549"/>
          <ac:graphicFrameMkLst>
            <pc:docMk/>
            <pc:sldMk cId="353402113" sldId="751"/>
            <ac:graphicFrameMk id="5" creationId="{5B5DC643-A2A1-4C5A-8E30-7B31A33F5EE2}"/>
          </ac:graphicFrameMkLst>
        </pc:graphicFrameChg>
        <pc:cxnChg chg="add mod">
          <ac:chgData name="Derek" userId="4e026a2b-e7b8-4a96-84ef-4c90103f56d8" providerId="ADAL" clId="{68A49D41-B9C3-41FC-9DF3-0C94EB5FF586}" dt="2020-10-31T13:26:26.717" v="1832" actId="692"/>
          <ac:cxnSpMkLst>
            <pc:docMk/>
            <pc:sldMk cId="353402113" sldId="751"/>
            <ac:cxnSpMk id="25" creationId="{38C7EF65-F630-4268-8245-2B4C26498730}"/>
          </ac:cxnSpMkLst>
        </pc:cxnChg>
      </pc:sldChg>
      <pc:sldChg chg="addSp delSp modSp del mod">
        <pc:chgData name="Derek" userId="4e026a2b-e7b8-4a96-84ef-4c90103f56d8" providerId="ADAL" clId="{68A49D41-B9C3-41FC-9DF3-0C94EB5FF586}" dt="2020-10-31T13:24:59.776" v="1809" actId="47"/>
        <pc:sldMkLst>
          <pc:docMk/>
          <pc:sldMk cId="2812317835" sldId="752"/>
        </pc:sldMkLst>
        <pc:spChg chg="del">
          <ac:chgData name="Derek" userId="4e026a2b-e7b8-4a96-84ef-4c90103f56d8" providerId="ADAL" clId="{68A49D41-B9C3-41FC-9DF3-0C94EB5FF586}" dt="2020-10-31T13:05:05.004" v="1027" actId="478"/>
          <ac:spMkLst>
            <pc:docMk/>
            <pc:sldMk cId="2812317835" sldId="752"/>
            <ac:spMk id="2" creationId="{543081EB-ED05-4365-8B1A-96FAFBDE0284}"/>
          </ac:spMkLst>
        </pc:spChg>
        <pc:spChg chg="mod">
          <ac:chgData name="Derek" userId="4e026a2b-e7b8-4a96-84ef-4c90103f56d8" providerId="ADAL" clId="{68A49D41-B9C3-41FC-9DF3-0C94EB5FF586}" dt="2020-10-31T13:24:50.059" v="1808" actId="20577"/>
          <ac:spMkLst>
            <pc:docMk/>
            <pc:sldMk cId="2812317835" sldId="752"/>
            <ac:spMk id="3" creationId="{09901220-A8FC-4AAD-96B1-D98430A518FC}"/>
          </ac:spMkLst>
        </pc:spChg>
        <pc:spChg chg="del mod">
          <ac:chgData name="Derek" userId="4e026a2b-e7b8-4a96-84ef-4c90103f56d8" providerId="ADAL" clId="{68A49D41-B9C3-41FC-9DF3-0C94EB5FF586}" dt="2020-10-31T13:07:25.646" v="1061" actId="478"/>
          <ac:spMkLst>
            <pc:docMk/>
            <pc:sldMk cId="2812317835" sldId="752"/>
            <ac:spMk id="6" creationId="{0857C6A5-0AD0-4C29-9194-53E8C48C7D69}"/>
          </ac:spMkLst>
        </pc:spChg>
        <pc:spChg chg="mod">
          <ac:chgData name="Derek" userId="4e026a2b-e7b8-4a96-84ef-4c90103f56d8" providerId="ADAL" clId="{68A49D41-B9C3-41FC-9DF3-0C94EB5FF586}" dt="2020-10-31T13:13:40.606" v="1574" actId="13926"/>
          <ac:spMkLst>
            <pc:docMk/>
            <pc:sldMk cId="2812317835" sldId="752"/>
            <ac:spMk id="11" creationId="{3CD50E72-9F1C-4367-A812-D32C8AF11936}"/>
          </ac:spMkLst>
        </pc:spChg>
        <pc:spChg chg="add">
          <ac:chgData name="Derek" userId="4e026a2b-e7b8-4a96-84ef-4c90103f56d8" providerId="ADAL" clId="{68A49D41-B9C3-41FC-9DF3-0C94EB5FF586}" dt="2020-10-31T13:05:05.483" v="1028" actId="22"/>
          <ac:spMkLst>
            <pc:docMk/>
            <pc:sldMk cId="2812317835" sldId="752"/>
            <ac:spMk id="12" creationId="{49D129B3-39CD-4635-92E9-6FE77D3BE20E}"/>
          </ac:spMkLst>
        </pc:spChg>
        <pc:spChg chg="add">
          <ac:chgData name="Derek" userId="4e026a2b-e7b8-4a96-84ef-4c90103f56d8" providerId="ADAL" clId="{68A49D41-B9C3-41FC-9DF3-0C94EB5FF586}" dt="2020-10-31T13:06:10.639" v="1056" actId="22"/>
          <ac:spMkLst>
            <pc:docMk/>
            <pc:sldMk cId="2812317835" sldId="752"/>
            <ac:spMk id="13" creationId="{6D5F2AC9-0954-45E7-A905-7D689CEBB889}"/>
          </ac:spMkLst>
        </pc:spChg>
        <pc:spChg chg="add mod">
          <ac:chgData name="Derek" userId="4e026a2b-e7b8-4a96-84ef-4c90103f56d8" providerId="ADAL" clId="{68A49D41-B9C3-41FC-9DF3-0C94EB5FF586}" dt="2020-10-31T13:22:11.876" v="1728" actId="20577"/>
          <ac:spMkLst>
            <pc:docMk/>
            <pc:sldMk cId="2812317835" sldId="752"/>
            <ac:spMk id="14" creationId="{1B2BEE35-9106-4045-9E03-B43817F16802}"/>
          </ac:spMkLst>
        </pc:spChg>
        <pc:spChg chg="add del">
          <ac:chgData name="Derek" userId="4e026a2b-e7b8-4a96-84ef-4c90103f56d8" providerId="ADAL" clId="{68A49D41-B9C3-41FC-9DF3-0C94EB5FF586}" dt="2020-10-31T13:22:02.410" v="1717" actId="478"/>
          <ac:spMkLst>
            <pc:docMk/>
            <pc:sldMk cId="2812317835" sldId="752"/>
            <ac:spMk id="15" creationId="{87A333FC-E369-431E-B790-31C9E20F21D7}"/>
          </ac:spMkLst>
        </pc:spChg>
        <pc:spChg chg="add">
          <ac:chgData name="Derek" userId="4e026a2b-e7b8-4a96-84ef-4c90103f56d8" providerId="ADAL" clId="{68A49D41-B9C3-41FC-9DF3-0C94EB5FF586}" dt="2020-10-31T13:10:31.043" v="1113" actId="22"/>
          <ac:spMkLst>
            <pc:docMk/>
            <pc:sldMk cId="2812317835" sldId="752"/>
            <ac:spMk id="16" creationId="{15391052-E4B7-489B-9BDF-247714D8482C}"/>
          </ac:spMkLst>
        </pc:spChg>
        <pc:spChg chg="add">
          <ac:chgData name="Derek" userId="4e026a2b-e7b8-4a96-84ef-4c90103f56d8" providerId="ADAL" clId="{68A49D41-B9C3-41FC-9DF3-0C94EB5FF586}" dt="2020-10-31T13:10:31.043" v="1113" actId="22"/>
          <ac:spMkLst>
            <pc:docMk/>
            <pc:sldMk cId="2812317835" sldId="752"/>
            <ac:spMk id="17" creationId="{FE20D289-0B83-4D64-A357-4F002CB52202}"/>
          </ac:spMkLst>
        </pc:spChg>
        <pc:spChg chg="add">
          <ac:chgData name="Derek" userId="4e026a2b-e7b8-4a96-84ef-4c90103f56d8" providerId="ADAL" clId="{68A49D41-B9C3-41FC-9DF3-0C94EB5FF586}" dt="2020-10-31T13:22:02.826" v="1718" actId="22"/>
          <ac:spMkLst>
            <pc:docMk/>
            <pc:sldMk cId="2812317835" sldId="752"/>
            <ac:spMk id="18" creationId="{C6E84A91-97E4-47D7-8D91-1DA2B57AF2D8}"/>
          </ac:spMkLst>
        </pc:spChg>
        <pc:spChg chg="del mod">
          <ac:chgData name="Derek" userId="4e026a2b-e7b8-4a96-84ef-4c90103f56d8" providerId="ADAL" clId="{68A49D41-B9C3-41FC-9DF3-0C94EB5FF586}" dt="2020-10-31T13:07:25.646" v="1061" actId="478"/>
          <ac:spMkLst>
            <pc:docMk/>
            <pc:sldMk cId="2812317835" sldId="752"/>
            <ac:spMk id="19" creationId="{CF75AA3E-863B-4B28-A419-51E09B4F7638}"/>
          </ac:spMkLst>
        </pc:spChg>
        <pc:spChg chg="del mod">
          <ac:chgData name="Derek" userId="4e026a2b-e7b8-4a96-84ef-4c90103f56d8" providerId="ADAL" clId="{68A49D41-B9C3-41FC-9DF3-0C94EB5FF586}" dt="2020-10-31T13:06:10.277" v="1055" actId="478"/>
          <ac:spMkLst>
            <pc:docMk/>
            <pc:sldMk cId="2812317835" sldId="752"/>
            <ac:spMk id="20" creationId="{30EE679C-397B-4A13-8D9C-C1F6840B1836}"/>
          </ac:spMkLst>
        </pc:spChg>
        <pc:spChg chg="mod">
          <ac:chgData name="Derek" userId="4e026a2b-e7b8-4a96-84ef-4c90103f56d8" providerId="ADAL" clId="{68A49D41-B9C3-41FC-9DF3-0C94EB5FF586}" dt="2020-10-31T13:08:21.795" v="1082" actId="404"/>
          <ac:spMkLst>
            <pc:docMk/>
            <pc:sldMk cId="2812317835" sldId="752"/>
            <ac:spMk id="24" creationId="{2C6E4FA2-64AC-4ED2-A730-C4B8DEB330A2}"/>
          </ac:spMkLst>
        </pc:spChg>
        <pc:spChg chg="mod">
          <ac:chgData name="Derek" userId="4e026a2b-e7b8-4a96-84ef-4c90103f56d8" providerId="ADAL" clId="{68A49D41-B9C3-41FC-9DF3-0C94EB5FF586}" dt="2020-10-31T12:49:33.860" v="562" actId="14100"/>
          <ac:spMkLst>
            <pc:docMk/>
            <pc:sldMk cId="2812317835" sldId="752"/>
            <ac:spMk id="30" creationId="{7C9CC454-9D4A-4E19-BE11-69E517AE55D5}"/>
          </ac:spMkLst>
        </pc:spChg>
        <pc:spChg chg="del">
          <ac:chgData name="Derek" userId="4e026a2b-e7b8-4a96-84ef-4c90103f56d8" providerId="ADAL" clId="{68A49D41-B9C3-41FC-9DF3-0C94EB5FF586}" dt="2020-10-31T13:23:23.712" v="1731" actId="478"/>
          <ac:spMkLst>
            <pc:docMk/>
            <pc:sldMk cId="2812317835" sldId="752"/>
            <ac:spMk id="33" creationId="{E293BA46-A681-478B-88C0-3B848D1E0D2A}"/>
          </ac:spMkLst>
        </pc:spChg>
        <pc:spChg chg="mod">
          <ac:chgData name="Derek" userId="4e026a2b-e7b8-4a96-84ef-4c90103f56d8" providerId="ADAL" clId="{68A49D41-B9C3-41FC-9DF3-0C94EB5FF586}" dt="2020-10-31T13:06:33.264" v="1057" actId="14100"/>
          <ac:spMkLst>
            <pc:docMk/>
            <pc:sldMk cId="2812317835" sldId="752"/>
            <ac:spMk id="35" creationId="{8410DEBF-7BDC-4A78-8C20-26193EA47388}"/>
          </ac:spMkLst>
        </pc:spChg>
        <pc:spChg chg="mod">
          <ac:chgData name="Derek" userId="4e026a2b-e7b8-4a96-84ef-4c90103f56d8" providerId="ADAL" clId="{68A49D41-B9C3-41FC-9DF3-0C94EB5FF586}" dt="2020-10-31T13:08:41.556" v="1084" actId="14100"/>
          <ac:spMkLst>
            <pc:docMk/>
            <pc:sldMk cId="2812317835" sldId="752"/>
            <ac:spMk id="39" creationId="{683D8196-8F5B-425A-8F8E-DCED9868E536}"/>
          </ac:spMkLst>
        </pc:spChg>
      </pc:sldChg>
      <pc:sldChg chg="add del">
        <pc:chgData name="Derek" userId="4e026a2b-e7b8-4a96-84ef-4c90103f56d8" providerId="ADAL" clId="{68A49D41-B9C3-41FC-9DF3-0C94EB5FF586}" dt="2020-10-31T13:26:07.773" v="1829" actId="47"/>
        <pc:sldMkLst>
          <pc:docMk/>
          <pc:sldMk cId="3030868542" sldId="752"/>
        </pc:sldMkLst>
      </pc:sldChg>
    </pc:docChg>
  </pc:docChgLst>
  <pc:docChgLst>
    <pc:chgData name="Ritesh Patil" userId="2d999d02-993d-45fd-811d-37e6af85f756" providerId="ADAL" clId="{467E4EF2-89D8-4E6F-8C64-639A58DD4A81}"/>
    <pc:docChg chg="undo custSel addSld delSld modSld sldOrd modSection">
      <pc:chgData name="Ritesh Patil" userId="2d999d02-993d-45fd-811d-37e6af85f756" providerId="ADAL" clId="{467E4EF2-89D8-4E6F-8C64-639A58DD4A81}" dt="2021-02-15T09:55:20.888" v="218" actId="478"/>
      <pc:docMkLst>
        <pc:docMk/>
      </pc:docMkLst>
      <pc:sldChg chg="addSp delSp modSp add del mod modClrScheme chgLayout">
        <pc:chgData name="Ritesh Patil" userId="2d999d02-993d-45fd-811d-37e6af85f756" providerId="ADAL" clId="{467E4EF2-89D8-4E6F-8C64-639A58DD4A81}" dt="2021-02-15T09:49:50.924" v="199" actId="113"/>
        <pc:sldMkLst>
          <pc:docMk/>
          <pc:sldMk cId="1126477306" sldId="337"/>
        </pc:sldMkLst>
        <pc:spChg chg="add mod ord">
          <ac:chgData name="Ritesh Patil" userId="2d999d02-993d-45fd-811d-37e6af85f756" providerId="ADAL" clId="{467E4EF2-89D8-4E6F-8C64-639A58DD4A81}" dt="2021-02-15T09:49:50.924" v="199" actId="113"/>
          <ac:spMkLst>
            <pc:docMk/>
            <pc:sldMk cId="1126477306" sldId="337"/>
            <ac:spMk id="2" creationId="{00C2339E-25C9-4A7B-A281-2943887ABCA9}"/>
          </ac:spMkLst>
        </pc:spChg>
        <pc:spChg chg="del mod">
          <ac:chgData name="Ritesh Patil" userId="2d999d02-993d-45fd-811d-37e6af85f756" providerId="ADAL" clId="{467E4EF2-89D8-4E6F-8C64-639A58DD4A81}" dt="2021-02-15T09:49:45.889" v="196" actId="478"/>
          <ac:spMkLst>
            <pc:docMk/>
            <pc:sldMk cId="1126477306" sldId="337"/>
            <ac:spMk id="5" creationId="{00000000-0000-0000-0000-000000000000}"/>
          </ac:spMkLst>
        </pc:spChg>
      </pc:sldChg>
      <pc:sldChg chg="addSp delSp modSp add del mod modClrScheme chgLayout">
        <pc:chgData name="Ritesh Patil" userId="2d999d02-993d-45fd-811d-37e6af85f756" providerId="ADAL" clId="{467E4EF2-89D8-4E6F-8C64-639A58DD4A81}" dt="2021-02-15T09:48:48.200" v="169" actId="108"/>
        <pc:sldMkLst>
          <pc:docMk/>
          <pc:sldMk cId="635335395" sldId="344"/>
        </pc:sldMkLst>
        <pc:spChg chg="add mod ord">
          <ac:chgData name="Ritesh Patil" userId="2d999d02-993d-45fd-811d-37e6af85f756" providerId="ADAL" clId="{467E4EF2-89D8-4E6F-8C64-639A58DD4A81}" dt="2021-02-15T09:48:48.200" v="169" actId="108"/>
          <ac:spMkLst>
            <pc:docMk/>
            <pc:sldMk cId="635335395" sldId="344"/>
            <ac:spMk id="2" creationId="{14E5B573-8BEC-4AB7-BC72-BD3EC71399D3}"/>
          </ac:spMkLst>
        </pc:spChg>
        <pc:spChg chg="del mod">
          <ac:chgData name="Ritesh Patil" userId="2d999d02-993d-45fd-811d-37e6af85f756" providerId="ADAL" clId="{467E4EF2-89D8-4E6F-8C64-639A58DD4A81}" dt="2021-02-15T09:48:23.200" v="160" actId="478"/>
          <ac:spMkLst>
            <pc:docMk/>
            <pc:sldMk cId="635335395" sldId="344"/>
            <ac:spMk id="3" creationId="{00000000-0000-0000-0000-000000000000}"/>
          </ac:spMkLst>
        </pc:spChg>
      </pc:sldChg>
      <pc:sldChg chg="addSp delSp modSp add del mod modClrScheme chgLayout">
        <pc:chgData name="Ritesh Patil" userId="2d999d02-993d-45fd-811d-37e6af85f756" providerId="ADAL" clId="{467E4EF2-89D8-4E6F-8C64-639A58DD4A81}" dt="2021-02-15T09:49:01.308" v="175" actId="113"/>
        <pc:sldMkLst>
          <pc:docMk/>
          <pc:sldMk cId="256509602" sldId="429"/>
        </pc:sldMkLst>
        <pc:spChg chg="add mod ord">
          <ac:chgData name="Ritesh Patil" userId="2d999d02-993d-45fd-811d-37e6af85f756" providerId="ADAL" clId="{467E4EF2-89D8-4E6F-8C64-639A58DD4A81}" dt="2021-02-15T09:49:01.308" v="175" actId="113"/>
          <ac:spMkLst>
            <pc:docMk/>
            <pc:sldMk cId="256509602" sldId="429"/>
            <ac:spMk id="2" creationId="{69149037-97E2-4C44-891A-26654CA0138C}"/>
          </ac:spMkLst>
        </pc:spChg>
        <pc:spChg chg="del mod">
          <ac:chgData name="Ritesh Patil" userId="2d999d02-993d-45fd-811d-37e6af85f756" providerId="ADAL" clId="{467E4EF2-89D8-4E6F-8C64-639A58DD4A81}" dt="2021-02-15T09:48:56.589" v="172" actId="478"/>
          <ac:spMkLst>
            <pc:docMk/>
            <pc:sldMk cId="256509602" sldId="429"/>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14.759" v="181" actId="113"/>
        <pc:sldMkLst>
          <pc:docMk/>
          <pc:sldMk cId="1085879447" sldId="430"/>
        </pc:sldMkLst>
        <pc:spChg chg="add mod ord">
          <ac:chgData name="Ritesh Patil" userId="2d999d02-993d-45fd-811d-37e6af85f756" providerId="ADAL" clId="{467E4EF2-89D8-4E6F-8C64-639A58DD4A81}" dt="2021-02-15T09:49:14.759" v="181" actId="113"/>
          <ac:spMkLst>
            <pc:docMk/>
            <pc:sldMk cId="1085879447" sldId="430"/>
            <ac:spMk id="2" creationId="{917FC849-B22A-4643-BCC7-F006BD3D500E}"/>
          </ac:spMkLst>
        </pc:spChg>
        <pc:spChg chg="del mod">
          <ac:chgData name="Ritesh Patil" userId="2d999d02-993d-45fd-811d-37e6af85f756" providerId="ADAL" clId="{467E4EF2-89D8-4E6F-8C64-639A58DD4A81}" dt="2021-02-15T09:49:10.398" v="178" actId="478"/>
          <ac:spMkLst>
            <pc:docMk/>
            <pc:sldMk cId="1085879447" sldId="430"/>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39.589" v="193" actId="113"/>
        <pc:sldMkLst>
          <pc:docMk/>
          <pc:sldMk cId="1116906828" sldId="432"/>
        </pc:sldMkLst>
        <pc:spChg chg="add mod ord">
          <ac:chgData name="Ritesh Patil" userId="2d999d02-993d-45fd-811d-37e6af85f756" providerId="ADAL" clId="{467E4EF2-89D8-4E6F-8C64-639A58DD4A81}" dt="2021-02-15T09:49:39.589" v="193" actId="113"/>
          <ac:spMkLst>
            <pc:docMk/>
            <pc:sldMk cId="1116906828" sldId="432"/>
            <ac:spMk id="2" creationId="{89E53319-C95F-4E22-BF42-C2357C9FCFB0}"/>
          </ac:spMkLst>
        </pc:spChg>
        <pc:spChg chg="del mod">
          <ac:chgData name="Ritesh Patil" userId="2d999d02-993d-45fd-811d-37e6af85f756" providerId="ADAL" clId="{467E4EF2-89D8-4E6F-8C64-639A58DD4A81}" dt="2021-02-15T09:49:34.977" v="190" actId="478"/>
          <ac:spMkLst>
            <pc:docMk/>
            <pc:sldMk cId="1116906828" sldId="432"/>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28.124" v="187" actId="113"/>
        <pc:sldMkLst>
          <pc:docMk/>
          <pc:sldMk cId="438895208" sldId="433"/>
        </pc:sldMkLst>
        <pc:spChg chg="add mod ord">
          <ac:chgData name="Ritesh Patil" userId="2d999d02-993d-45fd-811d-37e6af85f756" providerId="ADAL" clId="{467E4EF2-89D8-4E6F-8C64-639A58DD4A81}" dt="2021-02-15T09:49:28.124" v="187" actId="113"/>
          <ac:spMkLst>
            <pc:docMk/>
            <pc:sldMk cId="438895208" sldId="433"/>
            <ac:spMk id="2" creationId="{87023780-A7E8-4E31-B5F3-3F3A1EBEBFED}"/>
          </ac:spMkLst>
        </pc:spChg>
        <pc:spChg chg="del mod">
          <ac:chgData name="Ritesh Patil" userId="2d999d02-993d-45fd-811d-37e6af85f756" providerId="ADAL" clId="{467E4EF2-89D8-4E6F-8C64-639A58DD4A81}" dt="2021-02-15T09:49:24.024" v="184" actId="478"/>
          <ac:spMkLst>
            <pc:docMk/>
            <pc:sldMk cId="438895208" sldId="433"/>
            <ac:spMk id="5" creationId="{00000000-0000-0000-0000-000000000000}"/>
          </ac:spMkLst>
        </pc:spChg>
      </pc:sldChg>
      <pc:sldChg chg="addSp delSp modSp add del mod modClrScheme chgLayout">
        <pc:chgData name="Ritesh Patil" userId="2d999d02-993d-45fd-811d-37e6af85f756" providerId="ADAL" clId="{467E4EF2-89D8-4E6F-8C64-639A58DD4A81}" dt="2021-02-15T09:55:20.888" v="218" actId="478"/>
        <pc:sldMkLst>
          <pc:docMk/>
          <pc:sldMk cId="1244656542" sldId="458"/>
        </pc:sldMkLst>
        <pc:spChg chg="add mod ord">
          <ac:chgData name="Ritesh Patil" userId="2d999d02-993d-45fd-811d-37e6af85f756" providerId="ADAL" clId="{467E4EF2-89D8-4E6F-8C64-639A58DD4A81}" dt="2021-02-15T09:48:04.492" v="156" actId="113"/>
          <ac:spMkLst>
            <pc:docMk/>
            <pc:sldMk cId="1244656542" sldId="458"/>
            <ac:spMk id="2" creationId="{C263D676-3A41-4049-AB13-574E6AFBCE35}"/>
          </ac:spMkLst>
        </pc:spChg>
        <pc:spChg chg="del mod">
          <ac:chgData name="Ritesh Patil" userId="2d999d02-993d-45fd-811d-37e6af85f756" providerId="ADAL" clId="{467E4EF2-89D8-4E6F-8C64-639A58DD4A81}" dt="2021-02-15T09:47:59.796" v="153" actId="478"/>
          <ac:spMkLst>
            <pc:docMk/>
            <pc:sldMk cId="1244656542" sldId="458"/>
            <ac:spMk id="5" creationId="{00000000-0000-0000-0000-000000000000}"/>
          </ac:spMkLst>
        </pc:spChg>
        <pc:spChg chg="mod">
          <ac:chgData name="Ritesh Patil" userId="2d999d02-993d-45fd-811d-37e6af85f756" providerId="ADAL" clId="{467E4EF2-89D8-4E6F-8C64-639A58DD4A81}" dt="2021-02-15T09:50:42.423" v="202" actId="1076"/>
          <ac:spMkLst>
            <pc:docMk/>
            <pc:sldMk cId="1244656542" sldId="458"/>
            <ac:spMk id="8" creationId="{00000000-0000-0000-0000-000000000000}"/>
          </ac:spMkLst>
        </pc:spChg>
        <pc:spChg chg="add del mod">
          <ac:chgData name="Ritesh Patil" userId="2d999d02-993d-45fd-811d-37e6af85f756" providerId="ADAL" clId="{467E4EF2-89D8-4E6F-8C64-639A58DD4A81}" dt="2021-02-15T09:51:53.803" v="216" actId="478"/>
          <ac:spMkLst>
            <pc:docMk/>
            <pc:sldMk cId="1244656542" sldId="458"/>
            <ac:spMk id="10" creationId="{EB101D33-57BE-4D2D-9F72-FD0B168E2FAE}"/>
          </ac:spMkLst>
        </pc:spChg>
        <pc:spChg chg="add del mod">
          <ac:chgData name="Ritesh Patil" userId="2d999d02-993d-45fd-811d-37e6af85f756" providerId="ADAL" clId="{467E4EF2-89D8-4E6F-8C64-639A58DD4A81}" dt="2021-02-15T09:55:20.888" v="218" actId="478"/>
          <ac:spMkLst>
            <pc:docMk/>
            <pc:sldMk cId="1244656542" sldId="458"/>
            <ac:spMk id="11" creationId="{D54D8D44-C7FD-4F79-BB2B-2426695C3D7C}"/>
          </ac:spMkLst>
        </pc:spChg>
      </pc:sldChg>
      <pc:sldChg chg="del">
        <pc:chgData name="Ritesh Patil" userId="2d999d02-993d-45fd-811d-37e6af85f756" providerId="ADAL" clId="{467E4EF2-89D8-4E6F-8C64-639A58DD4A81}" dt="2021-02-15T09:47:05.048" v="136" actId="47"/>
        <pc:sldMkLst>
          <pc:docMk/>
          <pc:sldMk cId="194519236" sldId="689"/>
        </pc:sldMkLst>
      </pc:sldChg>
      <pc:sldChg chg="addSp delSp modSp mod">
        <pc:chgData name="Ritesh Patil" userId="2d999d02-993d-45fd-811d-37e6af85f756" providerId="ADAL" clId="{467E4EF2-89D8-4E6F-8C64-639A58DD4A81}" dt="2021-02-15T09:51:49.338" v="214" actId="1076"/>
        <pc:sldMkLst>
          <pc:docMk/>
          <pc:sldMk cId="4203553087" sldId="718"/>
        </pc:sldMkLst>
        <pc:spChg chg="mod">
          <ac:chgData name="Ritesh Patil" userId="2d999d02-993d-45fd-811d-37e6af85f756" providerId="ADAL" clId="{467E4EF2-89D8-4E6F-8C64-639A58DD4A81}" dt="2021-02-15T07:45:04.859" v="15" actId="20577"/>
          <ac:spMkLst>
            <pc:docMk/>
            <pc:sldMk cId="4203553087" sldId="718"/>
            <ac:spMk id="3" creationId="{98AFB9E1-A94C-4750-B176-FC38F8828373}"/>
          </ac:spMkLst>
        </pc:spChg>
        <pc:spChg chg="mod">
          <ac:chgData name="Ritesh Patil" userId="2d999d02-993d-45fd-811d-37e6af85f756" providerId="ADAL" clId="{467E4EF2-89D8-4E6F-8C64-639A58DD4A81}" dt="2021-02-15T07:45:14.551" v="31" actId="20577"/>
          <ac:spMkLst>
            <pc:docMk/>
            <pc:sldMk cId="4203553087" sldId="718"/>
            <ac:spMk id="4" creationId="{1BD43F09-785F-45D0-8FFD-00D7C6797479}"/>
          </ac:spMkLst>
        </pc:spChg>
        <pc:spChg chg="add del mod">
          <ac:chgData name="Ritesh Patil" userId="2d999d02-993d-45fd-811d-37e6af85f756" providerId="ADAL" clId="{467E4EF2-89D8-4E6F-8C64-639A58DD4A81}" dt="2021-02-15T09:51:28.623" v="210"/>
          <ac:spMkLst>
            <pc:docMk/>
            <pc:sldMk cId="4203553087" sldId="718"/>
            <ac:spMk id="5" creationId="{E5FCC743-D954-44E3-96E9-F110F4793A12}"/>
          </ac:spMkLst>
        </pc:spChg>
        <pc:spChg chg="add mod">
          <ac:chgData name="Ritesh Patil" userId="2d999d02-993d-45fd-811d-37e6af85f756" providerId="ADAL" clId="{467E4EF2-89D8-4E6F-8C64-639A58DD4A81}" dt="2021-02-15T09:51:49.338" v="214" actId="1076"/>
          <ac:spMkLst>
            <pc:docMk/>
            <pc:sldMk cId="4203553087" sldId="718"/>
            <ac:spMk id="6" creationId="{9A78BE87-69FF-44A3-82CD-2FAA13457F43}"/>
          </ac:spMkLst>
        </pc:spChg>
      </pc:sldChg>
      <pc:sldChg chg="del">
        <pc:chgData name="Ritesh Patil" userId="2d999d02-993d-45fd-811d-37e6af85f756" providerId="ADAL" clId="{467E4EF2-89D8-4E6F-8C64-639A58DD4A81}" dt="2021-02-15T09:47:07.149" v="138" actId="47"/>
        <pc:sldMkLst>
          <pc:docMk/>
          <pc:sldMk cId="3769822916" sldId="724"/>
        </pc:sldMkLst>
      </pc:sldChg>
      <pc:sldChg chg="del">
        <pc:chgData name="Ritesh Patil" userId="2d999d02-993d-45fd-811d-37e6af85f756" providerId="ADAL" clId="{467E4EF2-89D8-4E6F-8C64-639A58DD4A81}" dt="2021-02-15T09:47:10.394" v="141" actId="47"/>
        <pc:sldMkLst>
          <pc:docMk/>
          <pc:sldMk cId="2561160881" sldId="732"/>
        </pc:sldMkLst>
      </pc:sldChg>
      <pc:sldChg chg="del">
        <pc:chgData name="Ritesh Patil" userId="2d999d02-993d-45fd-811d-37e6af85f756" providerId="ADAL" clId="{467E4EF2-89D8-4E6F-8C64-639A58DD4A81}" dt="2021-02-15T09:47:04.127" v="135" actId="47"/>
        <pc:sldMkLst>
          <pc:docMk/>
          <pc:sldMk cId="1280645609" sldId="740"/>
        </pc:sldMkLst>
      </pc:sldChg>
      <pc:sldChg chg="addSp delSp modSp del mod ord">
        <pc:chgData name="Ritesh Patil" userId="2d999d02-993d-45fd-811d-37e6af85f756" providerId="ADAL" clId="{467E4EF2-89D8-4E6F-8C64-639A58DD4A81}" dt="2021-02-15T09:47:44.059" v="146" actId="47"/>
        <pc:sldMkLst>
          <pc:docMk/>
          <pc:sldMk cId="164569202" sldId="744"/>
        </pc:sldMkLst>
        <pc:spChg chg="mod">
          <ac:chgData name="Ritesh Patil" userId="2d999d02-993d-45fd-811d-37e6af85f756" providerId="ADAL" clId="{467E4EF2-89D8-4E6F-8C64-639A58DD4A81}" dt="2021-02-15T07:45:36.725" v="32"/>
          <ac:spMkLst>
            <pc:docMk/>
            <pc:sldMk cId="164569202" sldId="744"/>
            <ac:spMk id="2" creationId="{8A62D2E4-810B-4F41-81F4-38ABAC8FD9FF}"/>
          </ac:spMkLst>
        </pc:spChg>
        <pc:spChg chg="del">
          <ac:chgData name="Ritesh Patil" userId="2d999d02-993d-45fd-811d-37e6af85f756" providerId="ADAL" clId="{467E4EF2-89D8-4E6F-8C64-639A58DD4A81}" dt="2021-02-15T09:42:36.734" v="107" actId="478"/>
          <ac:spMkLst>
            <pc:docMk/>
            <pc:sldMk cId="164569202" sldId="744"/>
            <ac:spMk id="3" creationId="{BC0B7DEE-2DB1-467E-9E73-B05711A4EE1D}"/>
          </ac:spMkLst>
        </pc:spChg>
        <pc:spChg chg="del">
          <ac:chgData name="Ritesh Patil" userId="2d999d02-993d-45fd-811d-37e6af85f756" providerId="ADAL" clId="{467E4EF2-89D8-4E6F-8C64-639A58DD4A81}" dt="2021-02-15T09:42:36.734" v="107" actId="478"/>
          <ac:spMkLst>
            <pc:docMk/>
            <pc:sldMk cId="164569202" sldId="744"/>
            <ac:spMk id="5" creationId="{9673B11C-7B3E-456D-8233-2D4984D6A0EB}"/>
          </ac:spMkLst>
        </pc:spChg>
        <pc:spChg chg="del">
          <ac:chgData name="Ritesh Patil" userId="2d999d02-993d-45fd-811d-37e6af85f756" providerId="ADAL" clId="{467E4EF2-89D8-4E6F-8C64-639A58DD4A81}" dt="2021-02-15T09:42:36.734" v="107" actId="478"/>
          <ac:spMkLst>
            <pc:docMk/>
            <pc:sldMk cId="164569202" sldId="744"/>
            <ac:spMk id="8" creationId="{E8BA5EE4-8DFC-4328-B749-51D98C57B928}"/>
          </ac:spMkLst>
        </pc:spChg>
        <pc:spChg chg="del">
          <ac:chgData name="Ritesh Patil" userId="2d999d02-993d-45fd-811d-37e6af85f756" providerId="ADAL" clId="{467E4EF2-89D8-4E6F-8C64-639A58DD4A81}" dt="2021-02-15T09:42:36.734" v="107" actId="478"/>
          <ac:spMkLst>
            <pc:docMk/>
            <pc:sldMk cId="164569202" sldId="744"/>
            <ac:spMk id="9" creationId="{10415FDC-20D3-470E-8BBF-28E62A27C510}"/>
          </ac:spMkLst>
        </pc:spChg>
        <pc:spChg chg="del">
          <ac:chgData name="Ritesh Patil" userId="2d999d02-993d-45fd-811d-37e6af85f756" providerId="ADAL" clId="{467E4EF2-89D8-4E6F-8C64-639A58DD4A81}" dt="2021-02-15T09:42:36.734" v="107" actId="478"/>
          <ac:spMkLst>
            <pc:docMk/>
            <pc:sldMk cId="164569202" sldId="744"/>
            <ac:spMk id="10" creationId="{7C51DCC6-323D-420E-82D0-4BB96E69B08B}"/>
          </ac:spMkLst>
        </pc:spChg>
        <pc:spChg chg="del">
          <ac:chgData name="Ritesh Patil" userId="2d999d02-993d-45fd-811d-37e6af85f756" providerId="ADAL" clId="{467E4EF2-89D8-4E6F-8C64-639A58DD4A81}" dt="2021-02-15T09:42:36.734" v="107" actId="478"/>
          <ac:spMkLst>
            <pc:docMk/>
            <pc:sldMk cId="164569202" sldId="744"/>
            <ac:spMk id="12" creationId="{B46CE708-A22E-4FD3-8ECA-A373120BF563}"/>
          </ac:spMkLst>
        </pc:spChg>
        <pc:spChg chg="del">
          <ac:chgData name="Ritesh Patil" userId="2d999d02-993d-45fd-811d-37e6af85f756" providerId="ADAL" clId="{467E4EF2-89D8-4E6F-8C64-639A58DD4A81}" dt="2021-02-15T09:42:36.734" v="107" actId="478"/>
          <ac:spMkLst>
            <pc:docMk/>
            <pc:sldMk cId="164569202" sldId="744"/>
            <ac:spMk id="14" creationId="{B08A7450-D66D-468C-9E01-D7B2626CDDAA}"/>
          </ac:spMkLst>
        </pc:spChg>
        <pc:spChg chg="del">
          <ac:chgData name="Ritesh Patil" userId="2d999d02-993d-45fd-811d-37e6af85f756" providerId="ADAL" clId="{467E4EF2-89D8-4E6F-8C64-639A58DD4A81}" dt="2021-02-15T09:42:36.734" v="107" actId="478"/>
          <ac:spMkLst>
            <pc:docMk/>
            <pc:sldMk cId="164569202" sldId="744"/>
            <ac:spMk id="15" creationId="{5CCA1334-12C9-4F9C-9CD9-7D6EAD5D6711}"/>
          </ac:spMkLst>
        </pc:spChg>
        <pc:spChg chg="del">
          <ac:chgData name="Ritesh Patil" userId="2d999d02-993d-45fd-811d-37e6af85f756" providerId="ADAL" clId="{467E4EF2-89D8-4E6F-8C64-639A58DD4A81}" dt="2021-02-15T09:42:36.734" v="107" actId="478"/>
          <ac:spMkLst>
            <pc:docMk/>
            <pc:sldMk cId="164569202" sldId="744"/>
            <ac:spMk id="16" creationId="{6FC4F019-0BE0-4BA7-BE0C-42BE5D8D04B7}"/>
          </ac:spMkLst>
        </pc:spChg>
        <pc:spChg chg="del">
          <ac:chgData name="Ritesh Patil" userId="2d999d02-993d-45fd-811d-37e6af85f756" providerId="ADAL" clId="{467E4EF2-89D8-4E6F-8C64-639A58DD4A81}" dt="2021-02-15T09:42:36.734" v="107" actId="478"/>
          <ac:spMkLst>
            <pc:docMk/>
            <pc:sldMk cId="164569202" sldId="744"/>
            <ac:spMk id="18" creationId="{3A7DEA24-0583-45F4-9333-46F1993E203B}"/>
          </ac:spMkLst>
        </pc:spChg>
        <pc:spChg chg="del">
          <ac:chgData name="Ritesh Patil" userId="2d999d02-993d-45fd-811d-37e6af85f756" providerId="ADAL" clId="{467E4EF2-89D8-4E6F-8C64-639A58DD4A81}" dt="2021-02-15T09:42:36.734" v="107" actId="478"/>
          <ac:spMkLst>
            <pc:docMk/>
            <pc:sldMk cId="164569202" sldId="744"/>
            <ac:spMk id="19" creationId="{3F5174F6-BACA-4BD3-B5F3-6CAD780C93EB}"/>
          </ac:spMkLst>
        </pc:spChg>
        <pc:spChg chg="del">
          <ac:chgData name="Ritesh Patil" userId="2d999d02-993d-45fd-811d-37e6af85f756" providerId="ADAL" clId="{467E4EF2-89D8-4E6F-8C64-639A58DD4A81}" dt="2021-02-15T09:42:36.734" v="107" actId="478"/>
          <ac:spMkLst>
            <pc:docMk/>
            <pc:sldMk cId="164569202" sldId="744"/>
            <ac:spMk id="20" creationId="{D2A1364C-F30D-4FB9-8F0B-EB75A4CBB8F5}"/>
          </ac:spMkLst>
        </pc:spChg>
        <pc:spChg chg="del">
          <ac:chgData name="Ritesh Patil" userId="2d999d02-993d-45fd-811d-37e6af85f756" providerId="ADAL" clId="{467E4EF2-89D8-4E6F-8C64-639A58DD4A81}" dt="2021-02-15T09:42:36.734" v="107" actId="478"/>
          <ac:spMkLst>
            <pc:docMk/>
            <pc:sldMk cId="164569202" sldId="744"/>
            <ac:spMk id="21" creationId="{A7AEB9FA-5473-4B09-9B06-1DDB971BF456}"/>
          </ac:spMkLst>
        </pc:spChg>
        <pc:spChg chg="del">
          <ac:chgData name="Ritesh Patil" userId="2d999d02-993d-45fd-811d-37e6af85f756" providerId="ADAL" clId="{467E4EF2-89D8-4E6F-8C64-639A58DD4A81}" dt="2021-02-15T09:42:36.734" v="107" actId="478"/>
          <ac:spMkLst>
            <pc:docMk/>
            <pc:sldMk cId="164569202" sldId="744"/>
            <ac:spMk id="24" creationId="{6C800339-04D1-4A4A-80BF-2F6CBECB4879}"/>
          </ac:spMkLst>
        </pc:spChg>
        <pc:spChg chg="del">
          <ac:chgData name="Ritesh Patil" userId="2d999d02-993d-45fd-811d-37e6af85f756" providerId="ADAL" clId="{467E4EF2-89D8-4E6F-8C64-639A58DD4A81}" dt="2021-02-15T09:42:36.734" v="107" actId="478"/>
          <ac:spMkLst>
            <pc:docMk/>
            <pc:sldMk cId="164569202" sldId="744"/>
            <ac:spMk id="30" creationId="{31916801-5AD6-4FA2-84C8-A343C4388FF5}"/>
          </ac:spMkLst>
        </pc:spChg>
        <pc:spChg chg="del">
          <ac:chgData name="Ritesh Patil" userId="2d999d02-993d-45fd-811d-37e6af85f756" providerId="ADAL" clId="{467E4EF2-89D8-4E6F-8C64-639A58DD4A81}" dt="2021-02-15T09:42:36.734" v="107" actId="478"/>
          <ac:spMkLst>
            <pc:docMk/>
            <pc:sldMk cId="164569202" sldId="744"/>
            <ac:spMk id="38" creationId="{3E88132D-ED72-42D4-A429-F63980ECDEA7}"/>
          </ac:spMkLst>
        </pc:spChg>
        <pc:spChg chg="del">
          <ac:chgData name="Ritesh Patil" userId="2d999d02-993d-45fd-811d-37e6af85f756" providerId="ADAL" clId="{467E4EF2-89D8-4E6F-8C64-639A58DD4A81}" dt="2021-02-15T09:42:36.734" v="107" actId="478"/>
          <ac:spMkLst>
            <pc:docMk/>
            <pc:sldMk cId="164569202" sldId="744"/>
            <ac:spMk id="47" creationId="{9E4126AC-3E56-4D36-BC7A-F3E3EB81B54D}"/>
          </ac:spMkLst>
        </pc:spChg>
        <pc:spChg chg="add mod">
          <ac:chgData name="Ritesh Patil" userId="2d999d02-993d-45fd-811d-37e6af85f756" providerId="ADAL" clId="{467E4EF2-89D8-4E6F-8C64-639A58DD4A81}" dt="2021-02-15T09:43:18.769" v="113" actId="14100"/>
          <ac:spMkLst>
            <pc:docMk/>
            <pc:sldMk cId="164569202" sldId="744"/>
            <ac:spMk id="60" creationId="{887AA68E-3F26-4542-9933-25AF039589B9}"/>
          </ac:spMkLst>
        </pc:spChg>
        <pc:spChg chg="add mod">
          <ac:chgData name="Ritesh Patil" userId="2d999d02-993d-45fd-811d-37e6af85f756" providerId="ADAL" clId="{467E4EF2-89D8-4E6F-8C64-639A58DD4A81}" dt="2021-02-15T09:43:18.769" v="113" actId="14100"/>
          <ac:spMkLst>
            <pc:docMk/>
            <pc:sldMk cId="164569202" sldId="744"/>
            <ac:spMk id="61" creationId="{C3E4BF92-7D64-4A9A-8C82-E518D61F6641}"/>
          </ac:spMkLst>
        </pc:spChg>
        <pc:spChg chg="add mod">
          <ac:chgData name="Ritesh Patil" userId="2d999d02-993d-45fd-811d-37e6af85f756" providerId="ADAL" clId="{467E4EF2-89D8-4E6F-8C64-639A58DD4A81}" dt="2021-02-15T09:43:18.769" v="113" actId="14100"/>
          <ac:spMkLst>
            <pc:docMk/>
            <pc:sldMk cId="164569202" sldId="744"/>
            <ac:spMk id="62" creationId="{584BB995-E10D-4481-B036-6B5C91E30E2B}"/>
          </ac:spMkLst>
        </pc:spChg>
        <pc:spChg chg="add mod">
          <ac:chgData name="Ritesh Patil" userId="2d999d02-993d-45fd-811d-37e6af85f756" providerId="ADAL" clId="{467E4EF2-89D8-4E6F-8C64-639A58DD4A81}" dt="2021-02-15T09:43:18.769" v="113" actId="14100"/>
          <ac:spMkLst>
            <pc:docMk/>
            <pc:sldMk cId="164569202" sldId="744"/>
            <ac:spMk id="63" creationId="{08951A69-9208-4C16-A6D8-7C3BD43A85F5}"/>
          </ac:spMkLst>
        </pc:spChg>
        <pc:spChg chg="add mod">
          <ac:chgData name="Ritesh Patil" userId="2d999d02-993d-45fd-811d-37e6af85f756" providerId="ADAL" clId="{467E4EF2-89D8-4E6F-8C64-639A58DD4A81}" dt="2021-02-15T09:43:18.769" v="113" actId="14100"/>
          <ac:spMkLst>
            <pc:docMk/>
            <pc:sldMk cId="164569202" sldId="744"/>
            <ac:spMk id="64" creationId="{35D15CBB-B933-4901-95CE-8AFE9FDC8372}"/>
          </ac:spMkLst>
        </pc:spChg>
        <pc:spChg chg="del">
          <ac:chgData name="Ritesh Patil" userId="2d999d02-993d-45fd-811d-37e6af85f756" providerId="ADAL" clId="{467E4EF2-89D8-4E6F-8C64-639A58DD4A81}" dt="2021-02-15T09:42:36.734" v="107" actId="478"/>
          <ac:spMkLst>
            <pc:docMk/>
            <pc:sldMk cId="164569202" sldId="744"/>
            <ac:spMk id="66" creationId="{91C599D7-340E-4D36-A7A0-706BFCAB78E6}"/>
          </ac:spMkLst>
        </pc:spChg>
        <pc:spChg chg="add mod">
          <ac:chgData name="Ritesh Patil" userId="2d999d02-993d-45fd-811d-37e6af85f756" providerId="ADAL" clId="{467E4EF2-89D8-4E6F-8C64-639A58DD4A81}" dt="2021-02-15T09:43:18.769" v="113" actId="14100"/>
          <ac:spMkLst>
            <pc:docMk/>
            <pc:sldMk cId="164569202" sldId="744"/>
            <ac:spMk id="67" creationId="{095F2141-29C2-4C6D-8DC6-6746F8DF4373}"/>
          </ac:spMkLst>
        </pc:spChg>
        <pc:spChg chg="add mod">
          <ac:chgData name="Ritesh Patil" userId="2d999d02-993d-45fd-811d-37e6af85f756" providerId="ADAL" clId="{467E4EF2-89D8-4E6F-8C64-639A58DD4A81}" dt="2021-02-15T09:43:18.769" v="113" actId="14100"/>
          <ac:spMkLst>
            <pc:docMk/>
            <pc:sldMk cId="164569202" sldId="744"/>
            <ac:spMk id="70" creationId="{9B0870E0-E1CB-4517-8C5C-D35609EFD515}"/>
          </ac:spMkLst>
        </pc:spChg>
        <pc:spChg chg="add mod">
          <ac:chgData name="Ritesh Patil" userId="2d999d02-993d-45fd-811d-37e6af85f756" providerId="ADAL" clId="{467E4EF2-89D8-4E6F-8C64-639A58DD4A81}" dt="2021-02-15T09:43:18.769" v="113" actId="14100"/>
          <ac:spMkLst>
            <pc:docMk/>
            <pc:sldMk cId="164569202" sldId="744"/>
            <ac:spMk id="71" creationId="{678202B4-2730-4DD3-8707-2074AC7EB5E6}"/>
          </ac:spMkLst>
        </pc:spChg>
        <pc:spChg chg="add mod">
          <ac:chgData name="Ritesh Patil" userId="2d999d02-993d-45fd-811d-37e6af85f756" providerId="ADAL" clId="{467E4EF2-89D8-4E6F-8C64-639A58DD4A81}" dt="2021-02-15T09:43:18.769" v="113" actId="14100"/>
          <ac:spMkLst>
            <pc:docMk/>
            <pc:sldMk cId="164569202" sldId="744"/>
            <ac:spMk id="72" creationId="{596344CF-BC81-427E-98B2-E25163A74EC8}"/>
          </ac:spMkLst>
        </pc:spChg>
        <pc:spChg chg="add mod">
          <ac:chgData name="Ritesh Patil" userId="2d999d02-993d-45fd-811d-37e6af85f756" providerId="ADAL" clId="{467E4EF2-89D8-4E6F-8C64-639A58DD4A81}" dt="2021-02-15T09:43:18.769" v="113" actId="14100"/>
          <ac:spMkLst>
            <pc:docMk/>
            <pc:sldMk cId="164569202" sldId="744"/>
            <ac:spMk id="73" creationId="{A2E787A2-9725-45CC-A33C-8F2114F8F5D1}"/>
          </ac:spMkLst>
        </pc:spChg>
        <pc:spChg chg="add mod">
          <ac:chgData name="Ritesh Patil" userId="2d999d02-993d-45fd-811d-37e6af85f756" providerId="ADAL" clId="{467E4EF2-89D8-4E6F-8C64-639A58DD4A81}" dt="2021-02-15T09:43:18.769" v="113" actId="14100"/>
          <ac:spMkLst>
            <pc:docMk/>
            <pc:sldMk cId="164569202" sldId="744"/>
            <ac:spMk id="75" creationId="{9BA1AB4A-CF3E-4B0C-971D-65494FEFC3D0}"/>
          </ac:spMkLst>
        </pc:spChg>
        <pc:spChg chg="add mod">
          <ac:chgData name="Ritesh Patil" userId="2d999d02-993d-45fd-811d-37e6af85f756" providerId="ADAL" clId="{467E4EF2-89D8-4E6F-8C64-639A58DD4A81}" dt="2021-02-15T09:43:18.769" v="113" actId="14100"/>
          <ac:spMkLst>
            <pc:docMk/>
            <pc:sldMk cId="164569202" sldId="744"/>
            <ac:spMk id="76" creationId="{3D623D04-AD86-4067-A6C4-097134978995}"/>
          </ac:spMkLst>
        </pc:spChg>
        <pc:spChg chg="add mod">
          <ac:chgData name="Ritesh Patil" userId="2d999d02-993d-45fd-811d-37e6af85f756" providerId="ADAL" clId="{467E4EF2-89D8-4E6F-8C64-639A58DD4A81}" dt="2021-02-15T09:43:18.769" v="113" actId="14100"/>
          <ac:spMkLst>
            <pc:docMk/>
            <pc:sldMk cId="164569202" sldId="744"/>
            <ac:spMk id="77" creationId="{F783B98B-F5F2-4D2E-8DF0-FE7DCDC09DBD}"/>
          </ac:spMkLst>
        </pc:spChg>
        <pc:spChg chg="add mod">
          <ac:chgData name="Ritesh Patil" userId="2d999d02-993d-45fd-811d-37e6af85f756" providerId="ADAL" clId="{467E4EF2-89D8-4E6F-8C64-639A58DD4A81}" dt="2021-02-15T09:43:18.769" v="113" actId="14100"/>
          <ac:spMkLst>
            <pc:docMk/>
            <pc:sldMk cId="164569202" sldId="744"/>
            <ac:spMk id="78" creationId="{BAC4A4D7-BA44-45CC-A119-F526CE516869}"/>
          </ac:spMkLst>
        </pc:spChg>
        <pc:spChg chg="add mod">
          <ac:chgData name="Ritesh Patil" userId="2d999d02-993d-45fd-811d-37e6af85f756" providerId="ADAL" clId="{467E4EF2-89D8-4E6F-8C64-639A58DD4A81}" dt="2021-02-15T09:43:18.769" v="113" actId="14100"/>
          <ac:spMkLst>
            <pc:docMk/>
            <pc:sldMk cId="164569202" sldId="744"/>
            <ac:spMk id="79" creationId="{4141FE67-6042-4283-8E0E-A6E5ED786B44}"/>
          </ac:spMkLst>
        </pc:spChg>
        <pc:spChg chg="add mod">
          <ac:chgData name="Ritesh Patil" userId="2d999d02-993d-45fd-811d-37e6af85f756" providerId="ADAL" clId="{467E4EF2-89D8-4E6F-8C64-639A58DD4A81}" dt="2021-02-15T09:43:18.769" v="113" actId="14100"/>
          <ac:spMkLst>
            <pc:docMk/>
            <pc:sldMk cId="164569202" sldId="744"/>
            <ac:spMk id="80" creationId="{9B78DE06-1E4E-40B7-9B57-3979ACB53FC7}"/>
          </ac:spMkLst>
        </pc:spChg>
        <pc:spChg chg="add mod">
          <ac:chgData name="Ritesh Patil" userId="2d999d02-993d-45fd-811d-37e6af85f756" providerId="ADAL" clId="{467E4EF2-89D8-4E6F-8C64-639A58DD4A81}" dt="2021-02-15T09:43:18.769" v="113" actId="14100"/>
          <ac:spMkLst>
            <pc:docMk/>
            <pc:sldMk cId="164569202" sldId="744"/>
            <ac:spMk id="81" creationId="{DDDB8838-1BCC-4603-81F0-5B63FAAAA300}"/>
          </ac:spMkLst>
        </pc:spChg>
        <pc:spChg chg="add mod">
          <ac:chgData name="Ritesh Patil" userId="2d999d02-993d-45fd-811d-37e6af85f756" providerId="ADAL" clId="{467E4EF2-89D8-4E6F-8C64-639A58DD4A81}" dt="2021-02-15T09:43:18.769" v="113" actId="14100"/>
          <ac:spMkLst>
            <pc:docMk/>
            <pc:sldMk cId="164569202" sldId="744"/>
            <ac:spMk id="82" creationId="{4BD51368-1B1B-4540-95E5-306AD4035A6C}"/>
          </ac:spMkLst>
        </pc:spChg>
        <pc:spChg chg="add mod">
          <ac:chgData name="Ritesh Patil" userId="2d999d02-993d-45fd-811d-37e6af85f756" providerId="ADAL" clId="{467E4EF2-89D8-4E6F-8C64-639A58DD4A81}" dt="2021-02-15T09:43:18.769" v="113" actId="14100"/>
          <ac:spMkLst>
            <pc:docMk/>
            <pc:sldMk cId="164569202" sldId="744"/>
            <ac:spMk id="83" creationId="{3A03B498-4AC1-4710-B9D2-1C5E1E9240AD}"/>
          </ac:spMkLst>
        </pc:spChg>
        <pc:spChg chg="add mod">
          <ac:chgData name="Ritesh Patil" userId="2d999d02-993d-45fd-811d-37e6af85f756" providerId="ADAL" clId="{467E4EF2-89D8-4E6F-8C64-639A58DD4A81}" dt="2021-02-15T09:43:18.769" v="113" actId="14100"/>
          <ac:spMkLst>
            <pc:docMk/>
            <pc:sldMk cId="164569202" sldId="744"/>
            <ac:spMk id="85" creationId="{0FE99A86-0477-4118-8174-7B69A5761D66}"/>
          </ac:spMkLst>
        </pc:spChg>
        <pc:spChg chg="del">
          <ac:chgData name="Ritesh Patil" userId="2d999d02-993d-45fd-811d-37e6af85f756" providerId="ADAL" clId="{467E4EF2-89D8-4E6F-8C64-639A58DD4A81}" dt="2021-02-15T09:42:36.734" v="107" actId="478"/>
          <ac:spMkLst>
            <pc:docMk/>
            <pc:sldMk cId="164569202" sldId="744"/>
            <ac:spMk id="86" creationId="{455E5123-32AF-494B-830D-8859E58E9201}"/>
          </ac:spMkLst>
        </pc:spChg>
        <pc:spChg chg="add mod">
          <ac:chgData name="Ritesh Patil" userId="2d999d02-993d-45fd-811d-37e6af85f756" providerId="ADAL" clId="{467E4EF2-89D8-4E6F-8C64-639A58DD4A81}" dt="2021-02-15T09:43:18.769" v="113" actId="14100"/>
          <ac:spMkLst>
            <pc:docMk/>
            <pc:sldMk cId="164569202" sldId="744"/>
            <ac:spMk id="87" creationId="{8C75B5AA-9F30-4F86-AD08-C654FB4FD9ED}"/>
          </ac:spMkLst>
        </pc:spChg>
        <pc:spChg chg="del">
          <ac:chgData name="Ritesh Patil" userId="2d999d02-993d-45fd-811d-37e6af85f756" providerId="ADAL" clId="{467E4EF2-89D8-4E6F-8C64-639A58DD4A81}" dt="2021-02-15T09:42:36.734" v="107" actId="478"/>
          <ac:spMkLst>
            <pc:docMk/>
            <pc:sldMk cId="164569202" sldId="744"/>
            <ac:spMk id="88" creationId="{137A4AB8-B76A-4B5A-879B-D5A9BED86A01}"/>
          </ac:spMkLst>
        </pc:spChg>
        <pc:spChg chg="add mod">
          <ac:chgData name="Ritesh Patil" userId="2d999d02-993d-45fd-811d-37e6af85f756" providerId="ADAL" clId="{467E4EF2-89D8-4E6F-8C64-639A58DD4A81}" dt="2021-02-15T09:43:18.769" v="113" actId="14100"/>
          <ac:spMkLst>
            <pc:docMk/>
            <pc:sldMk cId="164569202" sldId="744"/>
            <ac:spMk id="89" creationId="{EB39D3B8-A7A9-4DC4-805E-B57965740A41}"/>
          </ac:spMkLst>
        </pc:spChg>
        <pc:spChg chg="del">
          <ac:chgData name="Ritesh Patil" userId="2d999d02-993d-45fd-811d-37e6af85f756" providerId="ADAL" clId="{467E4EF2-89D8-4E6F-8C64-639A58DD4A81}" dt="2021-02-15T09:42:36.734" v="107" actId="478"/>
          <ac:spMkLst>
            <pc:docMk/>
            <pc:sldMk cId="164569202" sldId="744"/>
            <ac:spMk id="90" creationId="{7B9E2746-9BC1-48D3-9762-080629559393}"/>
          </ac:spMkLst>
        </pc:spChg>
        <pc:spChg chg="del">
          <ac:chgData name="Ritesh Patil" userId="2d999d02-993d-45fd-811d-37e6af85f756" providerId="ADAL" clId="{467E4EF2-89D8-4E6F-8C64-639A58DD4A81}" dt="2021-02-15T09:42:36.734" v="107" actId="478"/>
          <ac:spMkLst>
            <pc:docMk/>
            <pc:sldMk cId="164569202" sldId="744"/>
            <ac:spMk id="91" creationId="{9FC86693-3ECC-4C9D-9D06-1692B5E5A3E3}"/>
          </ac:spMkLst>
        </pc:spChg>
        <pc:spChg chg="add mod">
          <ac:chgData name="Ritesh Patil" userId="2d999d02-993d-45fd-811d-37e6af85f756" providerId="ADAL" clId="{467E4EF2-89D8-4E6F-8C64-639A58DD4A81}" dt="2021-02-15T09:43:18.769" v="113" actId="14100"/>
          <ac:spMkLst>
            <pc:docMk/>
            <pc:sldMk cId="164569202" sldId="744"/>
            <ac:spMk id="93" creationId="{B668DEAD-99A1-4A40-9A83-CF228D310670}"/>
          </ac:spMkLst>
        </pc:spChg>
        <pc:spChg chg="add mod">
          <ac:chgData name="Ritesh Patil" userId="2d999d02-993d-45fd-811d-37e6af85f756" providerId="ADAL" clId="{467E4EF2-89D8-4E6F-8C64-639A58DD4A81}" dt="2021-02-15T09:43:18.769" v="113" actId="14100"/>
          <ac:spMkLst>
            <pc:docMk/>
            <pc:sldMk cId="164569202" sldId="744"/>
            <ac:spMk id="96" creationId="{2AA3EF87-3DCB-47F8-BDF3-061B7E6161CE}"/>
          </ac:spMkLst>
        </pc:spChg>
        <pc:spChg chg="add mod">
          <ac:chgData name="Ritesh Patil" userId="2d999d02-993d-45fd-811d-37e6af85f756" providerId="ADAL" clId="{467E4EF2-89D8-4E6F-8C64-639A58DD4A81}" dt="2021-02-15T09:43:18.769" v="113" actId="14100"/>
          <ac:spMkLst>
            <pc:docMk/>
            <pc:sldMk cId="164569202" sldId="744"/>
            <ac:spMk id="99" creationId="{2A900B20-3A48-4C6B-AAF0-E9A508CDC287}"/>
          </ac:spMkLst>
        </pc:spChg>
        <pc:spChg chg="del">
          <ac:chgData name="Ritesh Patil" userId="2d999d02-993d-45fd-811d-37e6af85f756" providerId="ADAL" clId="{467E4EF2-89D8-4E6F-8C64-639A58DD4A81}" dt="2021-02-15T09:42:36.734" v="107" actId="478"/>
          <ac:spMkLst>
            <pc:docMk/>
            <pc:sldMk cId="164569202" sldId="744"/>
            <ac:spMk id="103" creationId="{F8ECAF6D-24D9-43D8-8A28-FE2364CB7B67}"/>
          </ac:spMkLst>
        </pc:spChg>
        <pc:spChg chg="del">
          <ac:chgData name="Ritesh Patil" userId="2d999d02-993d-45fd-811d-37e6af85f756" providerId="ADAL" clId="{467E4EF2-89D8-4E6F-8C64-639A58DD4A81}" dt="2021-02-15T09:42:36.734" v="107" actId="478"/>
          <ac:spMkLst>
            <pc:docMk/>
            <pc:sldMk cId="164569202" sldId="744"/>
            <ac:spMk id="104" creationId="{F88F0B4D-A359-41C9-8C4F-5002598F04A9}"/>
          </ac:spMkLst>
        </pc:spChg>
        <pc:spChg chg="add mod">
          <ac:chgData name="Ritesh Patil" userId="2d999d02-993d-45fd-811d-37e6af85f756" providerId="ADAL" clId="{467E4EF2-89D8-4E6F-8C64-639A58DD4A81}" dt="2021-02-15T09:43:18.769" v="113" actId="14100"/>
          <ac:spMkLst>
            <pc:docMk/>
            <pc:sldMk cId="164569202" sldId="744"/>
            <ac:spMk id="105" creationId="{040A79A7-DEF1-4FE6-8889-B98E28326E0D}"/>
          </ac:spMkLst>
        </pc:spChg>
        <pc:spChg chg="add mod">
          <ac:chgData name="Ritesh Patil" userId="2d999d02-993d-45fd-811d-37e6af85f756" providerId="ADAL" clId="{467E4EF2-89D8-4E6F-8C64-639A58DD4A81}" dt="2021-02-15T09:43:18.769" v="113" actId="14100"/>
          <ac:spMkLst>
            <pc:docMk/>
            <pc:sldMk cId="164569202" sldId="744"/>
            <ac:spMk id="106" creationId="{224994A4-BA6B-4998-AC0E-B1E8EB9A4DEE}"/>
          </ac:spMkLst>
        </pc:spChg>
        <pc:spChg chg="add mod">
          <ac:chgData name="Ritesh Patil" userId="2d999d02-993d-45fd-811d-37e6af85f756" providerId="ADAL" clId="{467E4EF2-89D8-4E6F-8C64-639A58DD4A81}" dt="2021-02-15T09:43:18.769" v="113" actId="14100"/>
          <ac:spMkLst>
            <pc:docMk/>
            <pc:sldMk cId="164569202" sldId="744"/>
            <ac:spMk id="107" creationId="{5E6C2164-E3BE-44A9-A677-51736A9DEE81}"/>
          </ac:spMkLst>
        </pc:spChg>
        <pc:spChg chg="del">
          <ac:chgData name="Ritesh Patil" userId="2d999d02-993d-45fd-811d-37e6af85f756" providerId="ADAL" clId="{467E4EF2-89D8-4E6F-8C64-639A58DD4A81}" dt="2021-02-15T09:42:36.734" v="107" actId="478"/>
          <ac:spMkLst>
            <pc:docMk/>
            <pc:sldMk cId="164569202" sldId="744"/>
            <ac:spMk id="108" creationId="{C4FE0639-9508-4ADA-A424-06DBBDDCEE18}"/>
          </ac:spMkLst>
        </pc:spChg>
        <pc:spChg chg="del">
          <ac:chgData name="Ritesh Patil" userId="2d999d02-993d-45fd-811d-37e6af85f756" providerId="ADAL" clId="{467E4EF2-89D8-4E6F-8C64-639A58DD4A81}" dt="2021-02-15T09:42:36.734" v="107" actId="478"/>
          <ac:spMkLst>
            <pc:docMk/>
            <pc:sldMk cId="164569202" sldId="744"/>
            <ac:spMk id="109" creationId="{1CB642C6-BD36-4FE3-AD1A-77C1504FB3D6}"/>
          </ac:spMkLst>
        </pc:spChg>
        <pc:spChg chg="add mod">
          <ac:chgData name="Ritesh Patil" userId="2d999d02-993d-45fd-811d-37e6af85f756" providerId="ADAL" clId="{467E4EF2-89D8-4E6F-8C64-639A58DD4A81}" dt="2021-02-15T09:43:18.769" v="113" actId="14100"/>
          <ac:spMkLst>
            <pc:docMk/>
            <pc:sldMk cId="164569202" sldId="744"/>
            <ac:spMk id="110" creationId="{019D06DA-2EA3-48F3-93F8-56CE6B53D576}"/>
          </ac:spMkLst>
        </pc:spChg>
        <pc:spChg chg="add mod">
          <ac:chgData name="Ritesh Patil" userId="2d999d02-993d-45fd-811d-37e6af85f756" providerId="ADAL" clId="{467E4EF2-89D8-4E6F-8C64-639A58DD4A81}" dt="2021-02-15T09:43:18.769" v="113" actId="14100"/>
          <ac:spMkLst>
            <pc:docMk/>
            <pc:sldMk cId="164569202" sldId="744"/>
            <ac:spMk id="114" creationId="{408CBC92-55B7-4A70-B475-60019D3FB046}"/>
          </ac:spMkLst>
        </pc:spChg>
        <pc:spChg chg="add mod">
          <ac:chgData name="Ritesh Patil" userId="2d999d02-993d-45fd-811d-37e6af85f756" providerId="ADAL" clId="{467E4EF2-89D8-4E6F-8C64-639A58DD4A81}" dt="2021-02-15T09:43:18.769" v="113" actId="14100"/>
          <ac:spMkLst>
            <pc:docMk/>
            <pc:sldMk cId="164569202" sldId="744"/>
            <ac:spMk id="115" creationId="{A375772D-321C-442E-88BD-1134C182B4B6}"/>
          </ac:spMkLst>
        </pc:spChg>
        <pc:spChg chg="add mod">
          <ac:chgData name="Ritesh Patil" userId="2d999d02-993d-45fd-811d-37e6af85f756" providerId="ADAL" clId="{467E4EF2-89D8-4E6F-8C64-639A58DD4A81}" dt="2021-02-15T09:43:18.769" v="113" actId="14100"/>
          <ac:spMkLst>
            <pc:docMk/>
            <pc:sldMk cId="164569202" sldId="744"/>
            <ac:spMk id="116" creationId="{EF1B443A-0980-424F-A89D-45A688DA1B46}"/>
          </ac:spMkLst>
        </pc:spChg>
        <pc:spChg chg="add mod">
          <ac:chgData name="Ritesh Patil" userId="2d999d02-993d-45fd-811d-37e6af85f756" providerId="ADAL" clId="{467E4EF2-89D8-4E6F-8C64-639A58DD4A81}" dt="2021-02-15T09:43:18.769" v="113" actId="14100"/>
          <ac:spMkLst>
            <pc:docMk/>
            <pc:sldMk cId="164569202" sldId="744"/>
            <ac:spMk id="117" creationId="{AB4AF68B-5690-4003-928C-F7E336E5D778}"/>
          </ac:spMkLst>
        </pc:spChg>
        <pc:spChg chg="add mod">
          <ac:chgData name="Ritesh Patil" userId="2d999d02-993d-45fd-811d-37e6af85f756" providerId="ADAL" clId="{467E4EF2-89D8-4E6F-8C64-639A58DD4A81}" dt="2021-02-15T09:43:18.769" v="113" actId="14100"/>
          <ac:spMkLst>
            <pc:docMk/>
            <pc:sldMk cId="164569202" sldId="744"/>
            <ac:spMk id="118" creationId="{CD597B85-8DD6-4627-A8B3-B7721D9A6DD8}"/>
          </ac:spMkLst>
        </pc:spChg>
        <pc:spChg chg="add mod">
          <ac:chgData name="Ritesh Patil" userId="2d999d02-993d-45fd-811d-37e6af85f756" providerId="ADAL" clId="{467E4EF2-89D8-4E6F-8C64-639A58DD4A81}" dt="2021-02-15T09:43:18.769" v="113" actId="14100"/>
          <ac:spMkLst>
            <pc:docMk/>
            <pc:sldMk cId="164569202" sldId="744"/>
            <ac:spMk id="119" creationId="{DE17992D-DA1E-4B72-90F3-B84EAC8B0DB3}"/>
          </ac:spMkLst>
        </pc:spChg>
        <pc:spChg chg="add mod">
          <ac:chgData name="Ritesh Patil" userId="2d999d02-993d-45fd-811d-37e6af85f756" providerId="ADAL" clId="{467E4EF2-89D8-4E6F-8C64-639A58DD4A81}" dt="2021-02-15T09:43:18.769" v="113" actId="14100"/>
          <ac:spMkLst>
            <pc:docMk/>
            <pc:sldMk cId="164569202" sldId="744"/>
            <ac:spMk id="120" creationId="{A7E7FA8A-2847-4EF9-92CE-F4A0D3E6EB1E}"/>
          </ac:spMkLst>
        </pc:spChg>
        <pc:spChg chg="add mod">
          <ac:chgData name="Ritesh Patil" userId="2d999d02-993d-45fd-811d-37e6af85f756" providerId="ADAL" clId="{467E4EF2-89D8-4E6F-8C64-639A58DD4A81}" dt="2021-02-15T09:43:18.769" v="113" actId="14100"/>
          <ac:spMkLst>
            <pc:docMk/>
            <pc:sldMk cId="164569202" sldId="744"/>
            <ac:spMk id="122" creationId="{DBF95BED-E387-47C2-AC2F-CC4488BB4953}"/>
          </ac:spMkLst>
        </pc:spChg>
        <pc:spChg chg="add mod">
          <ac:chgData name="Ritesh Patil" userId="2d999d02-993d-45fd-811d-37e6af85f756" providerId="ADAL" clId="{467E4EF2-89D8-4E6F-8C64-639A58DD4A81}" dt="2021-02-15T09:43:18.769" v="113" actId="14100"/>
          <ac:spMkLst>
            <pc:docMk/>
            <pc:sldMk cId="164569202" sldId="744"/>
            <ac:spMk id="124" creationId="{B4C98EF8-18BD-4E60-9631-C8654A3BD714}"/>
          </ac:spMkLst>
        </pc:spChg>
        <pc:spChg chg="del">
          <ac:chgData name="Ritesh Patil" userId="2d999d02-993d-45fd-811d-37e6af85f756" providerId="ADAL" clId="{467E4EF2-89D8-4E6F-8C64-639A58DD4A81}" dt="2021-02-15T09:42:36.734" v="107" actId="478"/>
          <ac:spMkLst>
            <pc:docMk/>
            <pc:sldMk cId="164569202" sldId="744"/>
            <ac:spMk id="125" creationId="{4B504861-A323-4A28-8DE0-4D10CF8A5937}"/>
          </ac:spMkLst>
        </pc:spChg>
        <pc:spChg chg="add mod">
          <ac:chgData name="Ritesh Patil" userId="2d999d02-993d-45fd-811d-37e6af85f756" providerId="ADAL" clId="{467E4EF2-89D8-4E6F-8C64-639A58DD4A81}" dt="2021-02-15T09:43:18.769" v="113" actId="14100"/>
          <ac:spMkLst>
            <pc:docMk/>
            <pc:sldMk cId="164569202" sldId="744"/>
            <ac:spMk id="126" creationId="{D2196D43-9C43-4E99-96BD-05B4337202DE}"/>
          </ac:spMkLst>
        </pc:spChg>
        <pc:spChg chg="add mod">
          <ac:chgData name="Ritesh Patil" userId="2d999d02-993d-45fd-811d-37e6af85f756" providerId="ADAL" clId="{467E4EF2-89D8-4E6F-8C64-639A58DD4A81}" dt="2021-02-15T09:43:18.769" v="113" actId="14100"/>
          <ac:spMkLst>
            <pc:docMk/>
            <pc:sldMk cId="164569202" sldId="744"/>
            <ac:spMk id="127" creationId="{5880E84C-6DCC-4AC7-AB91-916040339A77}"/>
          </ac:spMkLst>
        </pc:spChg>
        <pc:spChg chg="add mod">
          <ac:chgData name="Ritesh Patil" userId="2d999d02-993d-45fd-811d-37e6af85f756" providerId="ADAL" clId="{467E4EF2-89D8-4E6F-8C64-639A58DD4A81}" dt="2021-02-15T09:43:18.769" v="113" actId="14100"/>
          <ac:spMkLst>
            <pc:docMk/>
            <pc:sldMk cId="164569202" sldId="744"/>
            <ac:spMk id="128" creationId="{96BE6488-2EA9-4E38-9284-48F7FC2B37C0}"/>
          </ac:spMkLst>
        </pc:spChg>
        <pc:spChg chg="del">
          <ac:chgData name="Ritesh Patil" userId="2d999d02-993d-45fd-811d-37e6af85f756" providerId="ADAL" clId="{467E4EF2-89D8-4E6F-8C64-639A58DD4A81}" dt="2021-02-15T09:42:36.734" v="107" actId="478"/>
          <ac:spMkLst>
            <pc:docMk/>
            <pc:sldMk cId="164569202" sldId="744"/>
            <ac:spMk id="129" creationId="{1E9A9764-A7FF-4BD0-851C-D39959270CDE}"/>
          </ac:spMkLst>
        </pc:spChg>
        <pc:spChg chg="add mod">
          <ac:chgData name="Ritesh Patil" userId="2d999d02-993d-45fd-811d-37e6af85f756" providerId="ADAL" clId="{467E4EF2-89D8-4E6F-8C64-639A58DD4A81}" dt="2021-02-15T09:43:18.769" v="113" actId="14100"/>
          <ac:spMkLst>
            <pc:docMk/>
            <pc:sldMk cId="164569202" sldId="744"/>
            <ac:spMk id="130" creationId="{2437FB23-051F-4052-A10F-812B676FCC55}"/>
          </ac:spMkLst>
        </pc:spChg>
        <pc:spChg chg="del">
          <ac:chgData name="Ritesh Patil" userId="2d999d02-993d-45fd-811d-37e6af85f756" providerId="ADAL" clId="{467E4EF2-89D8-4E6F-8C64-639A58DD4A81}" dt="2021-02-15T09:42:36.734" v="107" actId="478"/>
          <ac:spMkLst>
            <pc:docMk/>
            <pc:sldMk cId="164569202" sldId="744"/>
            <ac:spMk id="131" creationId="{A9595A17-ABC5-4B99-93DF-E47F5BFF54D1}"/>
          </ac:spMkLst>
        </pc:spChg>
        <pc:spChg chg="add mod">
          <ac:chgData name="Ritesh Patil" userId="2d999d02-993d-45fd-811d-37e6af85f756" providerId="ADAL" clId="{467E4EF2-89D8-4E6F-8C64-639A58DD4A81}" dt="2021-02-15T09:43:18.769" v="113" actId="14100"/>
          <ac:spMkLst>
            <pc:docMk/>
            <pc:sldMk cId="164569202" sldId="744"/>
            <ac:spMk id="132" creationId="{72793D93-FF84-421E-883A-8AAEE95F89D3}"/>
          </ac:spMkLst>
        </pc:spChg>
        <pc:spChg chg="add mod">
          <ac:chgData name="Ritesh Patil" userId="2d999d02-993d-45fd-811d-37e6af85f756" providerId="ADAL" clId="{467E4EF2-89D8-4E6F-8C64-639A58DD4A81}" dt="2021-02-15T09:43:18.769" v="113" actId="14100"/>
          <ac:spMkLst>
            <pc:docMk/>
            <pc:sldMk cId="164569202" sldId="744"/>
            <ac:spMk id="133" creationId="{CA5EEE88-281A-4CAA-9E52-289E189CBC16}"/>
          </ac:spMkLst>
        </pc:spChg>
        <pc:spChg chg="add mod">
          <ac:chgData name="Ritesh Patil" userId="2d999d02-993d-45fd-811d-37e6af85f756" providerId="ADAL" clId="{467E4EF2-89D8-4E6F-8C64-639A58DD4A81}" dt="2021-02-15T09:43:18.769" v="113" actId="14100"/>
          <ac:spMkLst>
            <pc:docMk/>
            <pc:sldMk cId="164569202" sldId="744"/>
            <ac:spMk id="135" creationId="{0CFF1751-63C8-4E7F-B7BE-00C86E3E37DD}"/>
          </ac:spMkLst>
        </pc:spChg>
        <pc:spChg chg="add mod">
          <ac:chgData name="Ritesh Patil" userId="2d999d02-993d-45fd-811d-37e6af85f756" providerId="ADAL" clId="{467E4EF2-89D8-4E6F-8C64-639A58DD4A81}" dt="2021-02-15T09:43:18.769" v="113" actId="14100"/>
          <ac:spMkLst>
            <pc:docMk/>
            <pc:sldMk cId="164569202" sldId="744"/>
            <ac:spMk id="137" creationId="{850479C3-B509-409C-9FAF-F3A86AF34170}"/>
          </ac:spMkLst>
        </pc:spChg>
        <pc:spChg chg="add mod">
          <ac:chgData name="Ritesh Patil" userId="2d999d02-993d-45fd-811d-37e6af85f756" providerId="ADAL" clId="{467E4EF2-89D8-4E6F-8C64-639A58DD4A81}" dt="2021-02-15T09:43:18.769" v="113" actId="14100"/>
          <ac:spMkLst>
            <pc:docMk/>
            <pc:sldMk cId="164569202" sldId="744"/>
            <ac:spMk id="138" creationId="{97056CD6-CBA6-4988-BE71-9C5176482524}"/>
          </ac:spMkLst>
        </pc:spChg>
        <pc:spChg chg="add mod">
          <ac:chgData name="Ritesh Patil" userId="2d999d02-993d-45fd-811d-37e6af85f756" providerId="ADAL" clId="{467E4EF2-89D8-4E6F-8C64-639A58DD4A81}" dt="2021-02-15T09:43:18.769" v="113" actId="14100"/>
          <ac:spMkLst>
            <pc:docMk/>
            <pc:sldMk cId="164569202" sldId="744"/>
            <ac:spMk id="139" creationId="{2B7ABF24-3657-47DF-823E-42C4E4E9C710}"/>
          </ac:spMkLst>
        </pc:spChg>
        <pc:spChg chg="add mod">
          <ac:chgData name="Ritesh Patil" userId="2d999d02-993d-45fd-811d-37e6af85f756" providerId="ADAL" clId="{467E4EF2-89D8-4E6F-8C64-639A58DD4A81}" dt="2021-02-15T09:43:18.769" v="113" actId="14100"/>
          <ac:spMkLst>
            <pc:docMk/>
            <pc:sldMk cId="164569202" sldId="744"/>
            <ac:spMk id="140" creationId="{1EDA5CCA-9E4C-4BAF-8E39-1C098D435C72}"/>
          </ac:spMkLst>
        </pc:spChg>
        <pc:spChg chg="add mod">
          <ac:chgData name="Ritesh Patil" userId="2d999d02-993d-45fd-811d-37e6af85f756" providerId="ADAL" clId="{467E4EF2-89D8-4E6F-8C64-639A58DD4A81}" dt="2021-02-15T09:43:18.769" v="113" actId="14100"/>
          <ac:spMkLst>
            <pc:docMk/>
            <pc:sldMk cId="164569202" sldId="744"/>
            <ac:spMk id="141" creationId="{80AC4AAC-8070-41A6-8952-C817D91370B9}"/>
          </ac:spMkLst>
        </pc:spChg>
        <pc:spChg chg="add mod">
          <ac:chgData name="Ritesh Patil" userId="2d999d02-993d-45fd-811d-37e6af85f756" providerId="ADAL" clId="{467E4EF2-89D8-4E6F-8C64-639A58DD4A81}" dt="2021-02-15T09:43:18.769" v="113" actId="14100"/>
          <ac:spMkLst>
            <pc:docMk/>
            <pc:sldMk cId="164569202" sldId="744"/>
            <ac:spMk id="142" creationId="{5D61BB89-719E-48D6-9BBB-D6A63531D131}"/>
          </ac:spMkLst>
        </pc:spChg>
        <pc:spChg chg="add mod">
          <ac:chgData name="Ritesh Patil" userId="2d999d02-993d-45fd-811d-37e6af85f756" providerId="ADAL" clId="{467E4EF2-89D8-4E6F-8C64-639A58DD4A81}" dt="2021-02-15T09:43:18.769" v="113" actId="14100"/>
          <ac:spMkLst>
            <pc:docMk/>
            <pc:sldMk cId="164569202" sldId="744"/>
            <ac:spMk id="143" creationId="{5373E58C-F765-4DF9-8AD9-9A8872FA0E2C}"/>
          </ac:spMkLst>
        </pc:spChg>
        <pc:spChg chg="add mod">
          <ac:chgData name="Ritesh Patil" userId="2d999d02-993d-45fd-811d-37e6af85f756" providerId="ADAL" clId="{467E4EF2-89D8-4E6F-8C64-639A58DD4A81}" dt="2021-02-15T09:43:18.769" v="113" actId="14100"/>
          <ac:spMkLst>
            <pc:docMk/>
            <pc:sldMk cId="164569202" sldId="744"/>
            <ac:spMk id="144" creationId="{AF1519FC-90F9-4EC7-97B6-73672007AE05}"/>
          </ac:spMkLst>
        </pc:spChg>
        <pc:spChg chg="add mod">
          <ac:chgData name="Ritesh Patil" userId="2d999d02-993d-45fd-811d-37e6af85f756" providerId="ADAL" clId="{467E4EF2-89D8-4E6F-8C64-639A58DD4A81}" dt="2021-02-15T09:43:18.769" v="113" actId="14100"/>
          <ac:spMkLst>
            <pc:docMk/>
            <pc:sldMk cId="164569202" sldId="744"/>
            <ac:spMk id="145" creationId="{8D1142AB-D1FC-464A-BD5B-1AB102883828}"/>
          </ac:spMkLst>
        </pc:spChg>
        <pc:spChg chg="add mod">
          <ac:chgData name="Ritesh Patil" userId="2d999d02-993d-45fd-811d-37e6af85f756" providerId="ADAL" clId="{467E4EF2-89D8-4E6F-8C64-639A58DD4A81}" dt="2021-02-15T09:43:18.769" v="113" actId="14100"/>
          <ac:spMkLst>
            <pc:docMk/>
            <pc:sldMk cId="164569202" sldId="744"/>
            <ac:spMk id="146" creationId="{27E527F2-6D20-4F8D-A092-D7998A6BEE32}"/>
          </ac:spMkLst>
        </pc:spChg>
        <pc:spChg chg="add mod">
          <ac:chgData name="Ritesh Patil" userId="2d999d02-993d-45fd-811d-37e6af85f756" providerId="ADAL" clId="{467E4EF2-89D8-4E6F-8C64-639A58DD4A81}" dt="2021-02-15T09:43:18.769" v="113" actId="14100"/>
          <ac:spMkLst>
            <pc:docMk/>
            <pc:sldMk cId="164569202" sldId="744"/>
            <ac:spMk id="147" creationId="{DC80F710-BD76-4551-8627-2DB34952AD0B}"/>
          </ac:spMkLst>
        </pc:spChg>
        <pc:spChg chg="add mod">
          <ac:chgData name="Ritesh Patil" userId="2d999d02-993d-45fd-811d-37e6af85f756" providerId="ADAL" clId="{467E4EF2-89D8-4E6F-8C64-639A58DD4A81}" dt="2021-02-15T09:43:18.769" v="113" actId="14100"/>
          <ac:spMkLst>
            <pc:docMk/>
            <pc:sldMk cId="164569202" sldId="744"/>
            <ac:spMk id="148" creationId="{2D156F8D-BD01-4C60-8A07-A04B80644ED9}"/>
          </ac:spMkLst>
        </pc:spChg>
        <pc:spChg chg="add mod">
          <ac:chgData name="Ritesh Patil" userId="2d999d02-993d-45fd-811d-37e6af85f756" providerId="ADAL" clId="{467E4EF2-89D8-4E6F-8C64-639A58DD4A81}" dt="2021-02-15T09:43:18.769" v="113" actId="14100"/>
          <ac:spMkLst>
            <pc:docMk/>
            <pc:sldMk cId="164569202" sldId="744"/>
            <ac:spMk id="149" creationId="{867A9829-EC07-4DA5-AA26-70C8A0704E1B}"/>
          </ac:spMkLst>
        </pc:spChg>
        <pc:spChg chg="add mod">
          <ac:chgData name="Ritesh Patil" userId="2d999d02-993d-45fd-811d-37e6af85f756" providerId="ADAL" clId="{467E4EF2-89D8-4E6F-8C64-639A58DD4A81}" dt="2021-02-15T09:43:18.769" v="113" actId="14100"/>
          <ac:spMkLst>
            <pc:docMk/>
            <pc:sldMk cId="164569202" sldId="744"/>
            <ac:spMk id="150" creationId="{B0D08290-6058-4737-933F-6982BD025A63}"/>
          </ac:spMkLst>
        </pc:spChg>
        <pc:spChg chg="add mod">
          <ac:chgData name="Ritesh Patil" userId="2d999d02-993d-45fd-811d-37e6af85f756" providerId="ADAL" clId="{467E4EF2-89D8-4E6F-8C64-639A58DD4A81}" dt="2021-02-15T09:43:18.769" v="113" actId="14100"/>
          <ac:spMkLst>
            <pc:docMk/>
            <pc:sldMk cId="164569202" sldId="744"/>
            <ac:spMk id="151" creationId="{6BF0236C-FD33-4F05-9584-E7CEDA0A4EF0}"/>
          </ac:spMkLst>
        </pc:spChg>
        <pc:grpChg chg="del">
          <ac:chgData name="Ritesh Patil" userId="2d999d02-993d-45fd-811d-37e6af85f756" providerId="ADAL" clId="{467E4EF2-89D8-4E6F-8C64-639A58DD4A81}" dt="2021-02-15T09:42:36.734" v="107" actId="478"/>
          <ac:grpSpMkLst>
            <pc:docMk/>
            <pc:sldMk cId="164569202" sldId="744"/>
            <ac:grpSpMk id="102" creationId="{935380CB-6BF9-4A32-8DE0-51E00A21E064}"/>
          </ac:grpSpMkLst>
        </pc:grpChg>
        <pc:graphicFrameChg chg="add mod modGraphic">
          <ac:chgData name="Ritesh Patil" userId="2d999d02-993d-45fd-811d-37e6af85f756" providerId="ADAL" clId="{467E4EF2-89D8-4E6F-8C64-639A58DD4A81}" dt="2021-02-15T09:43:18.769" v="113" actId="14100"/>
          <ac:graphicFrameMkLst>
            <pc:docMk/>
            <pc:sldMk cId="164569202" sldId="744"/>
            <ac:graphicFrameMk id="58" creationId="{2AD4F765-288E-4DCB-B258-42681D436E31}"/>
          </ac:graphicFrameMkLst>
        </pc:graphicFrameChg>
        <pc:graphicFrameChg chg="add mod modGraphic">
          <ac:chgData name="Ritesh Patil" userId="2d999d02-993d-45fd-811d-37e6af85f756" providerId="ADAL" clId="{467E4EF2-89D8-4E6F-8C64-639A58DD4A81}" dt="2021-02-15T09:43:18.769" v="113" actId="14100"/>
          <ac:graphicFrameMkLst>
            <pc:docMk/>
            <pc:sldMk cId="164569202" sldId="744"/>
            <ac:graphicFrameMk id="59" creationId="{294F6552-4AC0-480E-93B8-F8CBB64FDF99}"/>
          </ac:graphicFrameMkLst>
        </pc:graphicFrameChg>
        <pc:graphicFrameChg chg="add mod modGraphic">
          <ac:chgData name="Ritesh Patil" userId="2d999d02-993d-45fd-811d-37e6af85f756" providerId="ADAL" clId="{467E4EF2-89D8-4E6F-8C64-639A58DD4A81}" dt="2021-02-15T09:43:18.769" v="113" actId="14100"/>
          <ac:graphicFrameMkLst>
            <pc:docMk/>
            <pc:sldMk cId="164569202" sldId="744"/>
            <ac:graphicFrameMk id="65" creationId="{DE361F03-FB57-4520-B2AE-40BFAFD1FC11}"/>
          </ac:graphicFrameMkLst>
        </pc:graphicFrameChg>
        <pc:picChg chg="del">
          <ac:chgData name="Ritesh Patil" userId="2d999d02-993d-45fd-811d-37e6af85f756" providerId="ADAL" clId="{467E4EF2-89D8-4E6F-8C64-639A58DD4A81}" dt="2021-02-15T09:42:36.734" v="107" actId="478"/>
          <ac:picMkLst>
            <pc:docMk/>
            <pc:sldMk cId="164569202" sldId="744"/>
            <ac:picMk id="17" creationId="{47AB8D11-17C5-40C1-A97E-D99455ED052A}"/>
          </ac:picMkLst>
        </pc:picChg>
        <pc:picChg chg="del">
          <ac:chgData name="Ritesh Patil" userId="2d999d02-993d-45fd-811d-37e6af85f756" providerId="ADAL" clId="{467E4EF2-89D8-4E6F-8C64-639A58DD4A81}" dt="2021-02-15T09:42:36.734" v="107" actId="478"/>
          <ac:picMkLst>
            <pc:docMk/>
            <pc:sldMk cId="164569202" sldId="744"/>
            <ac:picMk id="22" creationId="{D8218E71-5F4D-45FC-A9FD-5EB5EA6CCA51}"/>
          </ac:picMkLst>
        </pc:picChg>
        <pc:picChg chg="del">
          <ac:chgData name="Ritesh Patil" userId="2d999d02-993d-45fd-811d-37e6af85f756" providerId="ADAL" clId="{467E4EF2-89D8-4E6F-8C64-639A58DD4A81}" dt="2021-02-15T09:42:36.734" v="107" actId="478"/>
          <ac:picMkLst>
            <pc:docMk/>
            <pc:sldMk cId="164569202" sldId="744"/>
            <ac:picMk id="23" creationId="{E4A3F424-7016-4B38-AD99-31E6A2DF7417}"/>
          </ac:picMkLst>
        </pc:picChg>
        <pc:picChg chg="del">
          <ac:chgData name="Ritesh Patil" userId="2d999d02-993d-45fd-811d-37e6af85f756" providerId="ADAL" clId="{467E4EF2-89D8-4E6F-8C64-639A58DD4A81}" dt="2021-02-15T09:42:36.734" v="107" actId="478"/>
          <ac:picMkLst>
            <pc:docMk/>
            <pc:sldMk cId="164569202" sldId="744"/>
            <ac:picMk id="26" creationId="{B6389B27-5E9A-41A5-AC98-7EDFB68CF8B8}"/>
          </ac:picMkLst>
        </pc:picChg>
        <pc:picChg chg="del">
          <ac:chgData name="Ritesh Patil" userId="2d999d02-993d-45fd-811d-37e6af85f756" providerId="ADAL" clId="{467E4EF2-89D8-4E6F-8C64-639A58DD4A81}" dt="2021-02-15T09:42:36.734" v="107" actId="478"/>
          <ac:picMkLst>
            <pc:docMk/>
            <pc:sldMk cId="164569202" sldId="744"/>
            <ac:picMk id="27" creationId="{485F3D64-38BF-424E-8672-8B6D436992B8}"/>
          </ac:picMkLst>
        </pc:picChg>
        <pc:picChg chg="del">
          <ac:chgData name="Ritesh Patil" userId="2d999d02-993d-45fd-811d-37e6af85f756" providerId="ADAL" clId="{467E4EF2-89D8-4E6F-8C64-639A58DD4A81}" dt="2021-02-15T09:42:36.734" v="107" actId="478"/>
          <ac:picMkLst>
            <pc:docMk/>
            <pc:sldMk cId="164569202" sldId="744"/>
            <ac:picMk id="28" creationId="{898D00EF-0F10-4678-BC79-46418BCD0D52}"/>
          </ac:picMkLst>
        </pc:picChg>
        <pc:picChg chg="del">
          <ac:chgData name="Ritesh Patil" userId="2d999d02-993d-45fd-811d-37e6af85f756" providerId="ADAL" clId="{467E4EF2-89D8-4E6F-8C64-639A58DD4A81}" dt="2021-02-15T09:42:36.734" v="107" actId="478"/>
          <ac:picMkLst>
            <pc:docMk/>
            <pc:sldMk cId="164569202" sldId="744"/>
            <ac:picMk id="92" creationId="{91C88777-E03A-43FE-9CC0-EB059F6FFB92}"/>
          </ac:picMkLst>
        </pc:picChg>
        <pc:picChg chg="del">
          <ac:chgData name="Ritesh Patil" userId="2d999d02-993d-45fd-811d-37e6af85f756" providerId="ADAL" clId="{467E4EF2-89D8-4E6F-8C64-639A58DD4A81}" dt="2021-02-15T09:42:36.734" v="107" actId="478"/>
          <ac:picMkLst>
            <pc:docMk/>
            <pc:sldMk cId="164569202" sldId="744"/>
            <ac:picMk id="100" creationId="{584F5122-FD68-441D-B890-97FC82FE7CEF}"/>
          </ac:picMkLst>
        </pc:picChg>
        <pc:picChg chg="del">
          <ac:chgData name="Ritesh Patil" userId="2d999d02-993d-45fd-811d-37e6af85f756" providerId="ADAL" clId="{467E4EF2-89D8-4E6F-8C64-639A58DD4A81}" dt="2021-02-15T09:42:36.734" v="107" actId="478"/>
          <ac:picMkLst>
            <pc:docMk/>
            <pc:sldMk cId="164569202" sldId="744"/>
            <ac:picMk id="123" creationId="{2E1D1D25-3C8F-4CED-95BE-352902CFEEC2}"/>
          </ac:picMkLst>
        </pc:picChg>
        <pc:picChg chg="del">
          <ac:chgData name="Ritesh Patil" userId="2d999d02-993d-45fd-811d-37e6af85f756" providerId="ADAL" clId="{467E4EF2-89D8-4E6F-8C64-639A58DD4A81}" dt="2021-02-15T09:42:36.734" v="107" actId="478"/>
          <ac:picMkLst>
            <pc:docMk/>
            <pc:sldMk cId="164569202" sldId="744"/>
            <ac:picMk id="134" creationId="{CC3327FF-C0D1-400B-AB75-32AA26A9A0A8}"/>
          </ac:picMkLst>
        </pc:picChg>
        <pc:picChg chg="del">
          <ac:chgData name="Ritesh Patil" userId="2d999d02-993d-45fd-811d-37e6af85f756" providerId="ADAL" clId="{467E4EF2-89D8-4E6F-8C64-639A58DD4A81}" dt="2021-02-15T09:42:36.734" v="107" actId="478"/>
          <ac:picMkLst>
            <pc:docMk/>
            <pc:sldMk cId="164569202" sldId="744"/>
            <ac:picMk id="136" creationId="{6A0171DD-0F38-41DC-9C6D-4CF53B3A569A}"/>
          </ac:picMkLst>
        </pc:picChg>
        <pc:cxnChg chg="del">
          <ac:chgData name="Ritesh Patil" userId="2d999d02-993d-45fd-811d-37e6af85f756" providerId="ADAL" clId="{467E4EF2-89D8-4E6F-8C64-639A58DD4A81}" dt="2021-02-15T09:42:36.734" v="107" actId="478"/>
          <ac:cxnSpMkLst>
            <pc:docMk/>
            <pc:sldMk cId="164569202" sldId="744"/>
            <ac:cxnSpMk id="44" creationId="{67A7A3D6-2000-4FF7-8B39-570741CD7262}"/>
          </ac:cxnSpMkLst>
        </pc:cxnChg>
        <pc:cxnChg chg="del mod">
          <ac:chgData name="Ritesh Patil" userId="2d999d02-993d-45fd-811d-37e6af85f756" providerId="ADAL" clId="{467E4EF2-89D8-4E6F-8C64-639A58DD4A81}" dt="2021-02-15T09:42:36.734" v="107" actId="478"/>
          <ac:cxnSpMkLst>
            <pc:docMk/>
            <pc:sldMk cId="164569202" sldId="744"/>
            <ac:cxnSpMk id="68" creationId="{75B8F161-92A6-44A6-8EB5-9D8E3B0C36FC}"/>
          </ac:cxnSpMkLst>
        </pc:cxnChg>
        <pc:cxnChg chg="del mod">
          <ac:chgData name="Ritesh Patil" userId="2d999d02-993d-45fd-811d-37e6af85f756" providerId="ADAL" clId="{467E4EF2-89D8-4E6F-8C64-639A58DD4A81}" dt="2021-02-15T09:42:36.734" v="107" actId="478"/>
          <ac:cxnSpMkLst>
            <pc:docMk/>
            <pc:sldMk cId="164569202" sldId="744"/>
            <ac:cxnSpMk id="69" creationId="{3D6753D8-D950-4471-94DE-A5295AF24127}"/>
          </ac:cxnSpMkLst>
        </pc:cxnChg>
        <pc:cxnChg chg="del">
          <ac:chgData name="Ritesh Patil" userId="2d999d02-993d-45fd-811d-37e6af85f756" providerId="ADAL" clId="{467E4EF2-89D8-4E6F-8C64-639A58DD4A81}" dt="2021-02-15T09:42:36.734" v="107" actId="478"/>
          <ac:cxnSpMkLst>
            <pc:docMk/>
            <pc:sldMk cId="164569202" sldId="744"/>
            <ac:cxnSpMk id="74" creationId="{5160EE95-1DC1-49A4-AF2D-CD5EBC0C8179}"/>
          </ac:cxnSpMkLst>
        </pc:cxnChg>
        <pc:cxnChg chg="del">
          <ac:chgData name="Ritesh Patil" userId="2d999d02-993d-45fd-811d-37e6af85f756" providerId="ADAL" clId="{467E4EF2-89D8-4E6F-8C64-639A58DD4A81}" dt="2021-02-15T09:42:36.734" v="107" actId="478"/>
          <ac:cxnSpMkLst>
            <pc:docMk/>
            <pc:sldMk cId="164569202" sldId="744"/>
            <ac:cxnSpMk id="84" creationId="{58C42001-D9FD-409C-A26A-CE4928E5129D}"/>
          </ac:cxnSpMkLst>
        </pc:cxnChg>
        <pc:cxnChg chg="del mod">
          <ac:chgData name="Ritesh Patil" userId="2d999d02-993d-45fd-811d-37e6af85f756" providerId="ADAL" clId="{467E4EF2-89D8-4E6F-8C64-639A58DD4A81}" dt="2021-02-15T09:42:36.734" v="107" actId="478"/>
          <ac:cxnSpMkLst>
            <pc:docMk/>
            <pc:sldMk cId="164569202" sldId="744"/>
            <ac:cxnSpMk id="94" creationId="{F9AD8DEE-6294-4244-A48F-D6E519EB8BD5}"/>
          </ac:cxnSpMkLst>
        </pc:cxnChg>
        <pc:cxnChg chg="del mod">
          <ac:chgData name="Ritesh Patil" userId="2d999d02-993d-45fd-811d-37e6af85f756" providerId="ADAL" clId="{467E4EF2-89D8-4E6F-8C64-639A58DD4A81}" dt="2021-02-15T09:42:36.734" v="107" actId="478"/>
          <ac:cxnSpMkLst>
            <pc:docMk/>
            <pc:sldMk cId="164569202" sldId="744"/>
            <ac:cxnSpMk id="95" creationId="{D1BF7943-9E7B-4484-BBBC-AD5E0F785690}"/>
          </ac:cxnSpMkLst>
        </pc:cxnChg>
        <pc:cxnChg chg="del">
          <ac:chgData name="Ritesh Patil" userId="2d999d02-993d-45fd-811d-37e6af85f756" providerId="ADAL" clId="{467E4EF2-89D8-4E6F-8C64-639A58DD4A81}" dt="2021-02-15T09:42:36.734" v="107" actId="478"/>
          <ac:cxnSpMkLst>
            <pc:docMk/>
            <pc:sldMk cId="164569202" sldId="744"/>
            <ac:cxnSpMk id="97" creationId="{24069EF3-0899-4769-96C1-8105A6F03F12}"/>
          </ac:cxnSpMkLst>
        </pc:cxnChg>
        <pc:cxnChg chg="del mod">
          <ac:chgData name="Ritesh Patil" userId="2d999d02-993d-45fd-811d-37e6af85f756" providerId="ADAL" clId="{467E4EF2-89D8-4E6F-8C64-639A58DD4A81}" dt="2021-02-15T09:42:36.734" v="107" actId="478"/>
          <ac:cxnSpMkLst>
            <pc:docMk/>
            <pc:sldMk cId="164569202" sldId="744"/>
            <ac:cxnSpMk id="98" creationId="{5ED6B869-65F5-46F9-A73C-A496960E0E26}"/>
          </ac:cxnSpMkLst>
        </pc:cxnChg>
        <pc:cxnChg chg="del">
          <ac:chgData name="Ritesh Patil" userId="2d999d02-993d-45fd-811d-37e6af85f756" providerId="ADAL" clId="{467E4EF2-89D8-4E6F-8C64-639A58DD4A81}" dt="2021-02-15T09:42:36.734" v="107" actId="478"/>
          <ac:cxnSpMkLst>
            <pc:docMk/>
            <pc:sldMk cId="164569202" sldId="744"/>
            <ac:cxnSpMk id="101" creationId="{D8940E65-603E-486C-A2E3-53DD65168B22}"/>
          </ac:cxnSpMkLst>
        </pc:cxnChg>
        <pc:cxnChg chg="del mod">
          <ac:chgData name="Ritesh Patil" userId="2d999d02-993d-45fd-811d-37e6af85f756" providerId="ADAL" clId="{467E4EF2-89D8-4E6F-8C64-639A58DD4A81}" dt="2021-02-15T09:42:36.734" v="107" actId="478"/>
          <ac:cxnSpMkLst>
            <pc:docMk/>
            <pc:sldMk cId="164569202" sldId="744"/>
            <ac:cxnSpMk id="113" creationId="{C4EAA6CB-15C0-4D31-BD7A-23320D337A45}"/>
          </ac:cxnSpMkLst>
        </pc:cxnChg>
        <pc:cxnChg chg="del mod">
          <ac:chgData name="Ritesh Patil" userId="2d999d02-993d-45fd-811d-37e6af85f756" providerId="ADAL" clId="{467E4EF2-89D8-4E6F-8C64-639A58DD4A81}" dt="2021-02-15T09:42:36.734" v="107" actId="478"/>
          <ac:cxnSpMkLst>
            <pc:docMk/>
            <pc:sldMk cId="164569202" sldId="744"/>
            <ac:cxnSpMk id="121" creationId="{9CBCF3B0-DF13-46AF-B018-6539AE284B22}"/>
          </ac:cxnSpMkLst>
        </pc:cxnChg>
      </pc:sldChg>
      <pc:sldChg chg="add del">
        <pc:chgData name="Ritesh Patil" userId="2d999d02-993d-45fd-811d-37e6af85f756" providerId="ADAL" clId="{467E4EF2-89D8-4E6F-8C64-639A58DD4A81}" dt="2021-02-15T09:47:00.577" v="133" actId="47"/>
        <pc:sldMkLst>
          <pc:docMk/>
          <pc:sldMk cId="1907856718" sldId="745"/>
        </pc:sldMkLst>
      </pc:sldChg>
      <pc:sldChg chg="del">
        <pc:chgData name="Ritesh Patil" userId="2d999d02-993d-45fd-811d-37e6af85f756" providerId="ADAL" clId="{467E4EF2-89D8-4E6F-8C64-639A58DD4A81}" dt="2021-02-15T09:47:06.054" v="137" actId="47"/>
        <pc:sldMkLst>
          <pc:docMk/>
          <pc:sldMk cId="1036818432" sldId="747"/>
        </pc:sldMkLst>
      </pc:sldChg>
      <pc:sldChg chg="del">
        <pc:chgData name="Ritesh Patil" userId="2d999d02-993d-45fd-811d-37e6af85f756" providerId="ADAL" clId="{467E4EF2-89D8-4E6F-8C64-639A58DD4A81}" dt="2021-02-15T09:47:08.456" v="139" actId="47"/>
        <pc:sldMkLst>
          <pc:docMk/>
          <pc:sldMk cId="1449600971" sldId="748"/>
        </pc:sldMkLst>
      </pc:sldChg>
      <pc:sldChg chg="add del">
        <pc:chgData name="Ritesh Patil" userId="2d999d02-993d-45fd-811d-37e6af85f756" providerId="ADAL" clId="{467E4EF2-89D8-4E6F-8C64-639A58DD4A81}" dt="2021-02-15T09:46:59.237" v="132" actId="47"/>
        <pc:sldMkLst>
          <pc:docMk/>
          <pc:sldMk cId="2451485198" sldId="750"/>
        </pc:sldMkLst>
      </pc:sldChg>
      <pc:sldChg chg="del">
        <pc:chgData name="Ritesh Patil" userId="2d999d02-993d-45fd-811d-37e6af85f756" providerId="ADAL" clId="{467E4EF2-89D8-4E6F-8C64-639A58DD4A81}" dt="2021-02-15T09:47:09.572" v="140" actId="47"/>
        <pc:sldMkLst>
          <pc:docMk/>
          <pc:sldMk cId="353402113" sldId="751"/>
        </pc:sldMkLst>
      </pc:sldChg>
      <pc:sldChg chg="add del">
        <pc:chgData name="Ritesh Patil" userId="2d999d02-993d-45fd-811d-37e6af85f756" providerId="ADAL" clId="{467E4EF2-89D8-4E6F-8C64-639A58DD4A81}" dt="2021-02-15T09:47:02.376" v="134" actId="47"/>
        <pc:sldMkLst>
          <pc:docMk/>
          <pc:sldMk cId="2239825618" sldId="752"/>
        </pc:sldMkLst>
      </pc:sldChg>
      <pc:sldChg chg="addSp modSp new del mod">
        <pc:chgData name="Ritesh Patil" userId="2d999d02-993d-45fd-811d-37e6af85f756" providerId="ADAL" clId="{467E4EF2-89D8-4E6F-8C64-639A58DD4A81}" dt="2021-02-15T09:47:45.172" v="147" actId="47"/>
        <pc:sldMkLst>
          <pc:docMk/>
          <pc:sldMk cId="607274831" sldId="753"/>
        </pc:sldMkLst>
        <pc:spChg chg="mod">
          <ac:chgData name="Ritesh Patil" userId="2d999d02-993d-45fd-811d-37e6af85f756" providerId="ADAL" clId="{467E4EF2-89D8-4E6F-8C64-639A58DD4A81}" dt="2021-02-15T09:39:00.068" v="44" actId="113"/>
          <ac:spMkLst>
            <pc:docMk/>
            <pc:sldMk cId="607274831" sldId="753"/>
            <ac:spMk id="2" creationId="{B237C828-E400-4629-A7A9-804E470CBDE4}"/>
          </ac:spMkLst>
        </pc:spChg>
        <pc:spChg chg="add mod">
          <ac:chgData name="Ritesh Patil" userId="2d999d02-993d-45fd-811d-37e6af85f756" providerId="ADAL" clId="{467E4EF2-89D8-4E6F-8C64-639A58DD4A81}" dt="2021-02-15T09:39:50.622" v="94" actId="1037"/>
          <ac:spMkLst>
            <pc:docMk/>
            <pc:sldMk cId="607274831" sldId="753"/>
            <ac:spMk id="3" creationId="{CAFDE6D6-9DAB-4A28-8F48-B6128E7220F8}"/>
          </ac:spMkLst>
        </pc:spChg>
        <pc:spChg chg="add mod">
          <ac:chgData name="Ritesh Patil" userId="2d999d02-993d-45fd-811d-37e6af85f756" providerId="ADAL" clId="{467E4EF2-89D8-4E6F-8C64-639A58DD4A81}" dt="2021-02-15T09:39:35.266" v="73" actId="1036"/>
          <ac:spMkLst>
            <pc:docMk/>
            <pc:sldMk cId="607274831" sldId="753"/>
            <ac:spMk id="4" creationId="{44D04981-06BD-4EDF-82D9-0A9386761FA6}"/>
          </ac:spMkLst>
        </pc:spChg>
        <pc:spChg chg="add mod">
          <ac:chgData name="Ritesh Patil" userId="2d999d02-993d-45fd-811d-37e6af85f756" providerId="ADAL" clId="{467E4EF2-89D8-4E6F-8C64-639A58DD4A81}" dt="2021-02-15T09:39:56.796" v="106" actId="1038"/>
          <ac:spMkLst>
            <pc:docMk/>
            <pc:sldMk cId="607274831" sldId="753"/>
            <ac:spMk id="5" creationId="{0FFD2053-CAC1-415C-9DE2-2FA6592C8C5F}"/>
          </ac:spMkLst>
        </pc:spChg>
        <pc:graphicFrameChg chg="add mod">
          <ac:chgData name="Ritesh Patil" userId="2d999d02-993d-45fd-811d-37e6af85f756" providerId="ADAL" clId="{467E4EF2-89D8-4E6F-8C64-639A58DD4A81}" dt="2021-02-15T09:39:26.940" v="65" actId="1038"/>
          <ac:graphicFrameMkLst>
            <pc:docMk/>
            <pc:sldMk cId="607274831" sldId="753"/>
            <ac:graphicFrameMk id="6" creationId="{5A00563D-10E4-44BE-A6C2-9C339C8AB77A}"/>
          </ac:graphicFrameMkLst>
        </pc:graphicFrameChg>
      </pc:sldChg>
      <pc:sldChg chg="new del">
        <pc:chgData name="Ritesh Patil" userId="2d999d02-993d-45fd-811d-37e6af85f756" providerId="ADAL" clId="{467E4EF2-89D8-4E6F-8C64-639A58DD4A81}" dt="2021-02-15T09:47:46.249" v="148" actId="47"/>
        <pc:sldMkLst>
          <pc:docMk/>
          <pc:sldMk cId="3281658983" sldId="754"/>
        </pc:sldMkLst>
      </pc:sldChg>
      <pc:sldChg chg="addSp delSp modSp new del mod">
        <pc:chgData name="Ritesh Patil" userId="2d999d02-993d-45fd-811d-37e6af85f756" providerId="ADAL" clId="{467E4EF2-89D8-4E6F-8C64-639A58DD4A81}" dt="2021-02-15T09:47:42.990" v="145" actId="47"/>
        <pc:sldMkLst>
          <pc:docMk/>
          <pc:sldMk cId="1493776487" sldId="755"/>
        </pc:sldMkLst>
        <pc:spChg chg="mod">
          <ac:chgData name="Ritesh Patil" userId="2d999d02-993d-45fd-811d-37e6af85f756" providerId="ADAL" clId="{467E4EF2-89D8-4E6F-8C64-639A58DD4A81}" dt="2021-02-15T09:45:37.881" v="122" actId="113"/>
          <ac:spMkLst>
            <pc:docMk/>
            <pc:sldMk cId="1493776487" sldId="755"/>
            <ac:spMk id="2" creationId="{649C768A-65E5-4AD4-9276-633B2E018F0C}"/>
          </ac:spMkLst>
        </pc:spChg>
        <pc:spChg chg="add mod">
          <ac:chgData name="Ritesh Patil" userId="2d999d02-993d-45fd-811d-37e6af85f756" providerId="ADAL" clId="{467E4EF2-89D8-4E6F-8C64-639A58DD4A81}" dt="2021-02-15T09:45:23.688" v="116"/>
          <ac:spMkLst>
            <pc:docMk/>
            <pc:sldMk cId="1493776487" sldId="755"/>
            <ac:spMk id="4" creationId="{56CBC25A-5561-42BF-B7B0-CDCA1C4EC969}"/>
          </ac:spMkLst>
        </pc:spChg>
        <pc:spChg chg="add del mod">
          <ac:chgData name="Ritesh Patil" userId="2d999d02-993d-45fd-811d-37e6af85f756" providerId="ADAL" clId="{467E4EF2-89D8-4E6F-8C64-639A58DD4A81}" dt="2021-02-15T09:45:33.248" v="119" actId="478"/>
          <ac:spMkLst>
            <pc:docMk/>
            <pc:sldMk cId="1493776487" sldId="755"/>
            <ac:spMk id="5" creationId="{28810841-B86D-4932-8444-07A52FAA2DBC}"/>
          </ac:spMkLst>
        </pc:spChg>
        <pc:spChg chg="add mod">
          <ac:chgData name="Ritesh Patil" userId="2d999d02-993d-45fd-811d-37e6af85f756" providerId="ADAL" clId="{467E4EF2-89D8-4E6F-8C64-639A58DD4A81}" dt="2021-02-15T09:45:58.953" v="125" actId="1076"/>
          <ac:spMkLst>
            <pc:docMk/>
            <pc:sldMk cId="1493776487" sldId="755"/>
            <ac:spMk id="6" creationId="{0E629A93-6896-4826-B3F5-3529EB920EB5}"/>
          </ac:spMkLst>
        </pc:spChg>
        <pc:picChg chg="add mod">
          <ac:chgData name="Ritesh Patil" userId="2d999d02-993d-45fd-811d-37e6af85f756" providerId="ADAL" clId="{467E4EF2-89D8-4E6F-8C64-639A58DD4A81}" dt="2021-02-15T09:45:58.953" v="125" actId="1076"/>
          <ac:picMkLst>
            <pc:docMk/>
            <pc:sldMk cId="1493776487" sldId="755"/>
            <ac:picMk id="3" creationId="{C5227ED1-5CD7-4FB4-B596-BEFF156CAFE4}"/>
          </ac:picMkLst>
        </pc:picChg>
      </pc:sldChg>
      <pc:sldChg chg="new del">
        <pc:chgData name="Ritesh Patil" userId="2d999d02-993d-45fd-811d-37e6af85f756" providerId="ADAL" clId="{467E4EF2-89D8-4E6F-8C64-639A58DD4A81}" dt="2021-02-15T09:47:47.111" v="149" actId="47"/>
        <pc:sldMkLst>
          <pc:docMk/>
          <pc:sldMk cId="111162196" sldId="756"/>
        </pc:sldMkLst>
      </pc:sldChg>
      <pc:sldMasterChg chg="delSldLayout">
        <pc:chgData name="Ritesh Patil" userId="2d999d02-993d-45fd-811d-37e6af85f756" providerId="ADAL" clId="{467E4EF2-89D8-4E6F-8C64-639A58DD4A81}" dt="2021-02-15T09:47:09.572" v="140" actId="47"/>
        <pc:sldMasterMkLst>
          <pc:docMk/>
          <pc:sldMasterMk cId="437725980" sldId="2147483660"/>
        </pc:sldMasterMkLst>
        <pc:sldLayoutChg chg="del">
          <pc:chgData name="Ritesh Patil" userId="2d999d02-993d-45fd-811d-37e6af85f756" providerId="ADAL" clId="{467E4EF2-89D8-4E6F-8C64-639A58DD4A81}" dt="2021-02-15T09:47:09.572" v="140" actId="47"/>
          <pc:sldLayoutMkLst>
            <pc:docMk/>
            <pc:sldMasterMk cId="437725980" sldId="2147483660"/>
            <pc:sldLayoutMk cId="179349447" sldId="2147483672"/>
          </pc:sldLayoutMkLst>
        </pc:sldLayoutChg>
      </pc:sldMasterChg>
    </pc:docChg>
  </pc:docChgLst>
  <pc:docChgLst>
    <pc:chgData name="Vishal Patel" userId="cb615d8d-d808-4f17-9379-8f648e070faf" providerId="ADAL" clId="{38F83706-14BC-4DF3-BB9D-9B9E54DE3F6A}"/>
    <pc:docChg chg="undo redo custSel addSld delSld modSld sldOrd modSection">
      <pc:chgData name="Vishal Patel" userId="cb615d8d-d808-4f17-9379-8f648e070faf" providerId="ADAL" clId="{38F83706-14BC-4DF3-BB9D-9B9E54DE3F6A}" dt="2023-05-23T15:51:59.928" v="2583" actId="20577"/>
      <pc:docMkLst>
        <pc:docMk/>
      </pc:docMkLst>
      <pc:sldChg chg="delSp modSp mod">
        <pc:chgData name="Vishal Patel" userId="cb615d8d-d808-4f17-9379-8f648e070faf" providerId="ADAL" clId="{38F83706-14BC-4DF3-BB9D-9B9E54DE3F6A}" dt="2023-05-23T06:21:10.259" v="38" actId="478"/>
        <pc:sldMkLst>
          <pc:docMk/>
          <pc:sldMk cId="4203553087" sldId="718"/>
        </pc:sldMkLst>
        <pc:spChg chg="mod">
          <ac:chgData name="Vishal Patel" userId="cb615d8d-d808-4f17-9379-8f648e070faf" providerId="ADAL" clId="{38F83706-14BC-4DF3-BB9D-9B9E54DE3F6A}" dt="2023-05-23T06:20:50.084" v="29" actId="20577"/>
          <ac:spMkLst>
            <pc:docMk/>
            <pc:sldMk cId="4203553087" sldId="718"/>
            <ac:spMk id="3" creationId="{98AFB9E1-A94C-4750-B176-FC38F8828373}"/>
          </ac:spMkLst>
        </pc:spChg>
        <pc:spChg chg="mod">
          <ac:chgData name="Vishal Patel" userId="cb615d8d-d808-4f17-9379-8f648e070faf" providerId="ADAL" clId="{38F83706-14BC-4DF3-BB9D-9B9E54DE3F6A}" dt="2023-05-23T06:21:05.487" v="37" actId="20577"/>
          <ac:spMkLst>
            <pc:docMk/>
            <pc:sldMk cId="4203553087" sldId="718"/>
            <ac:spMk id="4" creationId="{1BD43F09-785F-45D0-8FFD-00D7C6797479}"/>
          </ac:spMkLst>
        </pc:spChg>
        <pc:graphicFrameChg chg="del">
          <ac:chgData name="Vishal Patel" userId="cb615d8d-d808-4f17-9379-8f648e070faf" providerId="ADAL" clId="{38F83706-14BC-4DF3-BB9D-9B9E54DE3F6A}" dt="2023-05-23T06:21:10.259" v="38" actId="478"/>
          <ac:graphicFrameMkLst>
            <pc:docMk/>
            <pc:sldMk cId="4203553087" sldId="718"/>
            <ac:graphicFrameMk id="2" creationId="{6BAB47AF-4D99-4926-8A2C-F07343678782}"/>
          </ac:graphicFrameMkLst>
        </pc:graphicFrameChg>
      </pc:sldChg>
      <pc:sldChg chg="modSp mod">
        <pc:chgData name="Vishal Patel" userId="cb615d8d-d808-4f17-9379-8f648e070faf" providerId="ADAL" clId="{38F83706-14BC-4DF3-BB9D-9B9E54DE3F6A}" dt="2023-05-23T15:51:59.928" v="2583" actId="20577"/>
        <pc:sldMkLst>
          <pc:docMk/>
          <pc:sldMk cId="3844163676" sldId="719"/>
        </pc:sldMkLst>
        <pc:spChg chg="mod">
          <ac:chgData name="Vishal Patel" userId="cb615d8d-d808-4f17-9379-8f648e070faf" providerId="ADAL" clId="{38F83706-14BC-4DF3-BB9D-9B9E54DE3F6A}" dt="2023-05-23T15:51:59.928" v="2583" actId="20577"/>
          <ac:spMkLst>
            <pc:docMk/>
            <pc:sldMk cId="3844163676" sldId="719"/>
            <ac:spMk id="3" creationId="{35802B1F-8C26-41D8-AB58-E298A5A7909D}"/>
          </ac:spMkLst>
        </pc:spChg>
      </pc:sldChg>
      <pc:sldChg chg="addSp delSp modSp mod">
        <pc:chgData name="Vishal Patel" userId="cb615d8d-d808-4f17-9379-8f648e070faf" providerId="ADAL" clId="{38F83706-14BC-4DF3-BB9D-9B9E54DE3F6A}" dt="2023-05-23T10:49:54.454" v="749" actId="14826"/>
        <pc:sldMkLst>
          <pc:docMk/>
          <pc:sldMk cId="3556608647" sldId="722"/>
        </pc:sldMkLst>
        <pc:spChg chg="mod">
          <ac:chgData name="Vishal Patel" userId="cb615d8d-d808-4f17-9379-8f648e070faf" providerId="ADAL" clId="{38F83706-14BC-4DF3-BB9D-9B9E54DE3F6A}" dt="2023-05-23T06:36:15.382" v="205" actId="313"/>
          <ac:spMkLst>
            <pc:docMk/>
            <pc:sldMk cId="3556608647" sldId="722"/>
            <ac:spMk id="4" creationId="{B9AA9685-810D-48B8-A79D-B993644A2442}"/>
          </ac:spMkLst>
        </pc:spChg>
        <pc:picChg chg="add del mod">
          <ac:chgData name="Vishal Patel" userId="cb615d8d-d808-4f17-9379-8f648e070faf" providerId="ADAL" clId="{38F83706-14BC-4DF3-BB9D-9B9E54DE3F6A}" dt="2023-05-23T06:34:57.555" v="204" actId="931"/>
          <ac:picMkLst>
            <pc:docMk/>
            <pc:sldMk cId="3556608647" sldId="722"/>
            <ac:picMk id="3" creationId="{382B30D9-76D7-60C1-71B0-6D116CB8A2CF}"/>
          </ac:picMkLst>
        </pc:picChg>
        <pc:picChg chg="add del mod">
          <ac:chgData name="Vishal Patel" userId="cb615d8d-d808-4f17-9379-8f648e070faf" providerId="ADAL" clId="{38F83706-14BC-4DF3-BB9D-9B9E54DE3F6A}" dt="2023-05-23T10:49:54.454" v="749" actId="14826"/>
          <ac:picMkLst>
            <pc:docMk/>
            <pc:sldMk cId="3556608647" sldId="722"/>
            <ac:picMk id="6" creationId="{94CDB5D4-349F-20BD-4F73-D66B22C634E1}"/>
          </ac:picMkLst>
        </pc:picChg>
      </pc:sldChg>
      <pc:sldChg chg="modSp mod">
        <pc:chgData name="Vishal Patel" userId="cb615d8d-d808-4f17-9379-8f648e070faf" providerId="ADAL" clId="{38F83706-14BC-4DF3-BB9D-9B9E54DE3F6A}" dt="2023-05-23T06:23:12.368" v="188" actId="20577"/>
        <pc:sldMkLst>
          <pc:docMk/>
          <pc:sldMk cId="4274754911" sldId="725"/>
        </pc:sldMkLst>
        <pc:spChg chg="mod">
          <ac:chgData name="Vishal Patel" userId="cb615d8d-d808-4f17-9379-8f648e070faf" providerId="ADAL" clId="{38F83706-14BC-4DF3-BB9D-9B9E54DE3F6A}" dt="2023-05-23T06:23:12.368" v="188" actId="20577"/>
          <ac:spMkLst>
            <pc:docMk/>
            <pc:sldMk cId="4274754911" sldId="725"/>
            <ac:spMk id="3" creationId="{435E7D97-3F1D-48FF-BDEB-C86FA19FB732}"/>
          </ac:spMkLst>
        </pc:spChg>
      </pc:sldChg>
      <pc:sldChg chg="modSp mod">
        <pc:chgData name="Vishal Patel" userId="cb615d8d-d808-4f17-9379-8f648e070faf" providerId="ADAL" clId="{38F83706-14BC-4DF3-BB9D-9B9E54DE3F6A}" dt="2023-05-23T13:31:05.003" v="1845" actId="20577"/>
        <pc:sldMkLst>
          <pc:docMk/>
          <pc:sldMk cId="3660664816" sldId="726"/>
        </pc:sldMkLst>
        <pc:spChg chg="mod">
          <ac:chgData name="Vishal Patel" userId="cb615d8d-d808-4f17-9379-8f648e070faf" providerId="ADAL" clId="{38F83706-14BC-4DF3-BB9D-9B9E54DE3F6A}" dt="2023-05-23T13:31:05.003" v="1845" actId="20577"/>
          <ac:spMkLst>
            <pc:docMk/>
            <pc:sldMk cId="3660664816" sldId="726"/>
            <ac:spMk id="4" creationId="{7FE71F11-5E99-4A07-B493-2C70FA55289C}"/>
          </ac:spMkLst>
        </pc:spChg>
      </pc:sldChg>
      <pc:sldChg chg="del">
        <pc:chgData name="Vishal Patel" userId="cb615d8d-d808-4f17-9379-8f648e070faf" providerId="ADAL" clId="{38F83706-14BC-4DF3-BB9D-9B9E54DE3F6A}" dt="2023-05-23T13:25:14.496" v="1827" actId="2696"/>
        <pc:sldMkLst>
          <pc:docMk/>
          <pc:sldMk cId="3519850323" sldId="727"/>
        </pc:sldMkLst>
      </pc:sldChg>
      <pc:sldChg chg="addSp delSp modSp mod">
        <pc:chgData name="Vishal Patel" userId="cb615d8d-d808-4f17-9379-8f648e070faf" providerId="ADAL" clId="{38F83706-14BC-4DF3-BB9D-9B9E54DE3F6A}" dt="2023-05-23T12:35:06.895" v="1777" actId="114"/>
        <pc:sldMkLst>
          <pc:docMk/>
          <pc:sldMk cId="2595606804" sldId="728"/>
        </pc:sldMkLst>
        <pc:spChg chg="add del mod">
          <ac:chgData name="Vishal Patel" userId="cb615d8d-d808-4f17-9379-8f648e070faf" providerId="ADAL" clId="{38F83706-14BC-4DF3-BB9D-9B9E54DE3F6A}" dt="2023-05-23T10:55:55.255" v="779" actId="478"/>
          <ac:spMkLst>
            <pc:docMk/>
            <pc:sldMk cId="2595606804" sldId="728"/>
            <ac:spMk id="2" creationId="{A2D9BE70-DEC2-A9CD-3A5F-6D146A3B611A}"/>
          </ac:spMkLst>
        </pc:spChg>
        <pc:spChg chg="add mod">
          <ac:chgData name="Vishal Patel" userId="cb615d8d-d808-4f17-9379-8f648e070faf" providerId="ADAL" clId="{38F83706-14BC-4DF3-BB9D-9B9E54DE3F6A}" dt="2023-05-23T12:35:06.895" v="1777" actId="114"/>
          <ac:spMkLst>
            <pc:docMk/>
            <pc:sldMk cId="2595606804" sldId="728"/>
            <ac:spMk id="3" creationId="{429E44EF-414E-BC2C-AD19-612B1EB5A11E}"/>
          </ac:spMkLst>
        </pc:spChg>
        <pc:spChg chg="mod">
          <ac:chgData name="Vishal Patel" userId="cb615d8d-d808-4f17-9379-8f648e070faf" providerId="ADAL" clId="{38F83706-14BC-4DF3-BB9D-9B9E54DE3F6A}" dt="2023-05-23T10:56:50.076" v="823" actId="20577"/>
          <ac:spMkLst>
            <pc:docMk/>
            <pc:sldMk cId="2595606804" sldId="728"/>
            <ac:spMk id="4" creationId="{7C4A4B70-CD9C-4905-9275-AAE94FF25370}"/>
          </ac:spMkLst>
        </pc:spChg>
      </pc:sldChg>
      <pc:sldChg chg="del">
        <pc:chgData name="Vishal Patel" userId="cb615d8d-d808-4f17-9379-8f648e070faf" providerId="ADAL" clId="{38F83706-14BC-4DF3-BB9D-9B9E54DE3F6A}" dt="2023-05-23T13:25:16.998" v="1828" actId="2696"/>
        <pc:sldMkLst>
          <pc:docMk/>
          <pc:sldMk cId="408833186" sldId="729"/>
        </pc:sldMkLst>
      </pc:sldChg>
      <pc:sldChg chg="modSp add mod">
        <pc:chgData name="Vishal Patel" userId="cb615d8d-d808-4f17-9379-8f648e070faf" providerId="ADAL" clId="{38F83706-14BC-4DF3-BB9D-9B9E54DE3F6A}" dt="2023-05-23T10:53:14.510" v="761" actId="20577"/>
        <pc:sldMkLst>
          <pc:docMk/>
          <pc:sldMk cId="2434968118" sldId="730"/>
        </pc:sldMkLst>
        <pc:spChg chg="mod">
          <ac:chgData name="Vishal Patel" userId="cb615d8d-d808-4f17-9379-8f648e070faf" providerId="ADAL" clId="{38F83706-14BC-4DF3-BB9D-9B9E54DE3F6A}" dt="2023-05-23T10:53:14.510" v="761" actId="20577"/>
          <ac:spMkLst>
            <pc:docMk/>
            <pc:sldMk cId="2434968118" sldId="730"/>
            <ac:spMk id="4" creationId="{B9AA9685-810D-48B8-A79D-B993644A2442}"/>
          </ac:spMkLst>
        </pc:spChg>
        <pc:picChg chg="mod">
          <ac:chgData name="Vishal Patel" userId="cb615d8d-d808-4f17-9379-8f648e070faf" providerId="ADAL" clId="{38F83706-14BC-4DF3-BB9D-9B9E54DE3F6A}" dt="2023-05-23T10:51:01.723" v="750" actId="14826"/>
          <ac:picMkLst>
            <pc:docMk/>
            <pc:sldMk cId="2434968118" sldId="730"/>
            <ac:picMk id="6" creationId="{94CDB5D4-349F-20BD-4F73-D66B22C634E1}"/>
          </ac:picMkLst>
        </pc:picChg>
      </pc:sldChg>
      <pc:sldChg chg="modSp add mod">
        <pc:chgData name="Vishal Patel" userId="cb615d8d-d808-4f17-9379-8f648e070faf" providerId="ADAL" clId="{38F83706-14BC-4DF3-BB9D-9B9E54DE3F6A}" dt="2023-05-23T10:51:35.525" v="752" actId="14826"/>
        <pc:sldMkLst>
          <pc:docMk/>
          <pc:sldMk cId="2328836449" sldId="731"/>
        </pc:sldMkLst>
        <pc:spChg chg="mod">
          <ac:chgData name="Vishal Patel" userId="cb615d8d-d808-4f17-9379-8f648e070faf" providerId="ADAL" clId="{38F83706-14BC-4DF3-BB9D-9B9E54DE3F6A}" dt="2023-05-23T06:42:09.967" v="237" actId="20577"/>
          <ac:spMkLst>
            <pc:docMk/>
            <pc:sldMk cId="2328836449" sldId="731"/>
            <ac:spMk id="4" creationId="{B9AA9685-810D-48B8-A79D-B993644A2442}"/>
          </ac:spMkLst>
        </pc:spChg>
        <pc:picChg chg="mod">
          <ac:chgData name="Vishal Patel" userId="cb615d8d-d808-4f17-9379-8f648e070faf" providerId="ADAL" clId="{38F83706-14BC-4DF3-BB9D-9B9E54DE3F6A}" dt="2023-05-23T10:51:35.525" v="752" actId="14826"/>
          <ac:picMkLst>
            <pc:docMk/>
            <pc:sldMk cId="2328836449" sldId="731"/>
            <ac:picMk id="6" creationId="{94CDB5D4-349F-20BD-4F73-D66B22C634E1}"/>
          </ac:picMkLst>
        </pc:picChg>
      </pc:sldChg>
      <pc:sldChg chg="modSp add mod">
        <pc:chgData name="Vishal Patel" userId="cb615d8d-d808-4f17-9379-8f648e070faf" providerId="ADAL" clId="{38F83706-14BC-4DF3-BB9D-9B9E54DE3F6A}" dt="2023-05-23T10:53:34.512" v="767" actId="20577"/>
        <pc:sldMkLst>
          <pc:docMk/>
          <pc:sldMk cId="2071713363" sldId="732"/>
        </pc:sldMkLst>
        <pc:spChg chg="mod">
          <ac:chgData name="Vishal Patel" userId="cb615d8d-d808-4f17-9379-8f648e070faf" providerId="ADAL" clId="{38F83706-14BC-4DF3-BB9D-9B9E54DE3F6A}" dt="2023-05-23T10:53:34.512" v="767" actId="20577"/>
          <ac:spMkLst>
            <pc:docMk/>
            <pc:sldMk cId="2071713363" sldId="732"/>
            <ac:spMk id="4" creationId="{B9AA9685-810D-48B8-A79D-B993644A2442}"/>
          </ac:spMkLst>
        </pc:spChg>
        <pc:picChg chg="mod">
          <ac:chgData name="Vishal Patel" userId="cb615d8d-d808-4f17-9379-8f648e070faf" providerId="ADAL" clId="{38F83706-14BC-4DF3-BB9D-9B9E54DE3F6A}" dt="2023-05-23T10:51:51.326" v="753" actId="14826"/>
          <ac:picMkLst>
            <pc:docMk/>
            <pc:sldMk cId="2071713363" sldId="732"/>
            <ac:picMk id="6" creationId="{94CDB5D4-349F-20BD-4F73-D66B22C634E1}"/>
          </ac:picMkLst>
        </pc:picChg>
      </pc:sldChg>
      <pc:sldChg chg="modSp add mod">
        <pc:chgData name="Vishal Patel" userId="cb615d8d-d808-4f17-9379-8f648e070faf" providerId="ADAL" clId="{38F83706-14BC-4DF3-BB9D-9B9E54DE3F6A}" dt="2023-05-23T10:53:19.710" v="762" actId="6549"/>
        <pc:sldMkLst>
          <pc:docMk/>
          <pc:sldMk cId="4013001784" sldId="733"/>
        </pc:sldMkLst>
        <pc:spChg chg="mod">
          <ac:chgData name="Vishal Patel" userId="cb615d8d-d808-4f17-9379-8f648e070faf" providerId="ADAL" clId="{38F83706-14BC-4DF3-BB9D-9B9E54DE3F6A}" dt="2023-05-23T10:53:19.710" v="762" actId="6549"/>
          <ac:spMkLst>
            <pc:docMk/>
            <pc:sldMk cId="4013001784" sldId="733"/>
            <ac:spMk id="4" creationId="{B9AA9685-810D-48B8-A79D-B993644A2442}"/>
          </ac:spMkLst>
        </pc:spChg>
        <pc:picChg chg="mod">
          <ac:chgData name="Vishal Patel" userId="cb615d8d-d808-4f17-9379-8f648e070faf" providerId="ADAL" clId="{38F83706-14BC-4DF3-BB9D-9B9E54DE3F6A}" dt="2023-05-23T10:51:20.043" v="751" actId="14826"/>
          <ac:picMkLst>
            <pc:docMk/>
            <pc:sldMk cId="4013001784" sldId="733"/>
            <ac:picMk id="6" creationId="{94CDB5D4-349F-20BD-4F73-D66B22C634E1}"/>
          </ac:picMkLst>
        </pc:picChg>
      </pc:sldChg>
      <pc:sldChg chg="add del">
        <pc:chgData name="Vishal Patel" userId="cb615d8d-d808-4f17-9379-8f648e070faf" providerId="ADAL" clId="{38F83706-14BC-4DF3-BB9D-9B9E54DE3F6A}" dt="2023-05-23T06:46:36.736" v="253" actId="2696"/>
        <pc:sldMkLst>
          <pc:docMk/>
          <pc:sldMk cId="4165646715" sldId="733"/>
        </pc:sldMkLst>
      </pc:sldChg>
      <pc:sldChg chg="modSp add">
        <pc:chgData name="Vishal Patel" userId="cb615d8d-d808-4f17-9379-8f648e070faf" providerId="ADAL" clId="{38F83706-14BC-4DF3-BB9D-9B9E54DE3F6A}" dt="2023-05-23T10:52:11.983" v="755" actId="14826"/>
        <pc:sldMkLst>
          <pc:docMk/>
          <pc:sldMk cId="997036346" sldId="734"/>
        </pc:sldMkLst>
        <pc:picChg chg="mod">
          <ac:chgData name="Vishal Patel" userId="cb615d8d-d808-4f17-9379-8f648e070faf" providerId="ADAL" clId="{38F83706-14BC-4DF3-BB9D-9B9E54DE3F6A}" dt="2023-05-23T10:52:11.983" v="755" actId="14826"/>
          <ac:picMkLst>
            <pc:docMk/>
            <pc:sldMk cId="997036346" sldId="734"/>
            <ac:picMk id="6" creationId="{94CDB5D4-349F-20BD-4F73-D66B22C634E1}"/>
          </ac:picMkLst>
        </pc:picChg>
      </pc:sldChg>
      <pc:sldChg chg="modSp add">
        <pc:chgData name="Vishal Patel" userId="cb615d8d-d808-4f17-9379-8f648e070faf" providerId="ADAL" clId="{38F83706-14BC-4DF3-BB9D-9B9E54DE3F6A}" dt="2023-05-23T10:52:55.010" v="757" actId="14826"/>
        <pc:sldMkLst>
          <pc:docMk/>
          <pc:sldMk cId="3820873957" sldId="735"/>
        </pc:sldMkLst>
        <pc:picChg chg="mod">
          <ac:chgData name="Vishal Patel" userId="cb615d8d-d808-4f17-9379-8f648e070faf" providerId="ADAL" clId="{38F83706-14BC-4DF3-BB9D-9B9E54DE3F6A}" dt="2023-05-23T10:52:55.010" v="757" actId="14826"/>
          <ac:picMkLst>
            <pc:docMk/>
            <pc:sldMk cId="3820873957" sldId="735"/>
            <ac:picMk id="6" creationId="{94CDB5D4-349F-20BD-4F73-D66B22C634E1}"/>
          </ac:picMkLst>
        </pc:picChg>
      </pc:sldChg>
      <pc:sldChg chg="addSp delSp modSp add mod">
        <pc:chgData name="Vishal Patel" userId="cb615d8d-d808-4f17-9379-8f648e070faf" providerId="ADAL" clId="{38F83706-14BC-4DF3-BB9D-9B9E54DE3F6A}" dt="2023-05-23T12:56:54.102" v="1793" actId="20577"/>
        <pc:sldMkLst>
          <pc:docMk/>
          <pc:sldMk cId="1892082028" sldId="736"/>
        </pc:sldMkLst>
        <pc:spChg chg="add del">
          <ac:chgData name="Vishal Patel" userId="cb615d8d-d808-4f17-9379-8f648e070faf" providerId="ADAL" clId="{38F83706-14BC-4DF3-BB9D-9B9E54DE3F6A}" dt="2023-05-23T12:14:21.839" v="1587"/>
          <ac:spMkLst>
            <pc:docMk/>
            <pc:sldMk cId="1892082028" sldId="736"/>
            <ac:spMk id="2" creationId="{7F00BC23-BE70-FC45-0781-59E566557409}"/>
          </ac:spMkLst>
        </pc:spChg>
        <pc:spChg chg="mod">
          <ac:chgData name="Vishal Patel" userId="cb615d8d-d808-4f17-9379-8f648e070faf" providerId="ADAL" clId="{38F83706-14BC-4DF3-BB9D-9B9E54DE3F6A}" dt="2023-05-23T12:56:54.102" v="1793" actId="20577"/>
          <ac:spMkLst>
            <pc:docMk/>
            <pc:sldMk cId="1892082028" sldId="736"/>
            <ac:spMk id="3" creationId="{429E44EF-414E-BC2C-AD19-612B1EB5A11E}"/>
          </ac:spMkLst>
        </pc:spChg>
      </pc:sldChg>
      <pc:sldChg chg="modSp add mod ord">
        <pc:chgData name="Vishal Patel" userId="cb615d8d-d808-4f17-9379-8f648e070faf" providerId="ADAL" clId="{38F83706-14BC-4DF3-BB9D-9B9E54DE3F6A}" dt="2023-05-23T15:37:35.917" v="1864" actId="20577"/>
        <pc:sldMkLst>
          <pc:docMk/>
          <pc:sldMk cId="1943258591" sldId="737"/>
        </pc:sldMkLst>
        <pc:spChg chg="mod">
          <ac:chgData name="Vishal Patel" userId="cb615d8d-d808-4f17-9379-8f648e070faf" providerId="ADAL" clId="{38F83706-14BC-4DF3-BB9D-9B9E54DE3F6A}" dt="2023-05-23T15:37:29.730" v="1855" actId="20577"/>
          <ac:spMkLst>
            <pc:docMk/>
            <pc:sldMk cId="1943258591" sldId="737"/>
            <ac:spMk id="3" creationId="{6AE511EB-B223-46BC-AF55-453134621046}"/>
          </ac:spMkLst>
        </pc:spChg>
        <pc:spChg chg="mod">
          <ac:chgData name="Vishal Patel" userId="cb615d8d-d808-4f17-9379-8f648e070faf" providerId="ADAL" clId="{38F83706-14BC-4DF3-BB9D-9B9E54DE3F6A}" dt="2023-05-23T15:37:35.917" v="1864" actId="20577"/>
          <ac:spMkLst>
            <pc:docMk/>
            <pc:sldMk cId="1943258591" sldId="737"/>
            <ac:spMk id="4" creationId="{7FE71F11-5E99-4A07-B493-2C70FA55289C}"/>
          </ac:spMkLst>
        </pc:spChg>
      </pc:sldChg>
      <pc:sldChg chg="modSp add mod ord">
        <pc:chgData name="Vishal Patel" userId="cb615d8d-d808-4f17-9379-8f648e070faf" providerId="ADAL" clId="{38F83706-14BC-4DF3-BB9D-9B9E54DE3F6A}" dt="2023-05-23T15:50:25.989" v="2534" actId="20577"/>
        <pc:sldMkLst>
          <pc:docMk/>
          <pc:sldMk cId="1139468420" sldId="738"/>
        </pc:sldMkLst>
        <pc:spChg chg="mod">
          <ac:chgData name="Vishal Patel" userId="cb615d8d-d808-4f17-9379-8f648e070faf" providerId="ADAL" clId="{38F83706-14BC-4DF3-BB9D-9B9E54DE3F6A}" dt="2023-05-23T15:50:25.989" v="2534" actId="20577"/>
          <ac:spMkLst>
            <pc:docMk/>
            <pc:sldMk cId="1139468420" sldId="738"/>
            <ac:spMk id="3" creationId="{429E44EF-414E-BC2C-AD19-612B1EB5A11E}"/>
          </ac:spMkLst>
        </pc:spChg>
        <pc:spChg chg="mod">
          <ac:chgData name="Vishal Patel" userId="cb615d8d-d808-4f17-9379-8f648e070faf" providerId="ADAL" clId="{38F83706-14BC-4DF3-BB9D-9B9E54DE3F6A}" dt="2023-05-23T15:37:50.692" v="1876" actId="20577"/>
          <ac:spMkLst>
            <pc:docMk/>
            <pc:sldMk cId="1139468420" sldId="738"/>
            <ac:spMk id="4" creationId="{7C4A4B70-CD9C-4905-9275-AAE94FF25370}"/>
          </ac:spMkLst>
        </pc:spChg>
      </pc:sldChg>
      <pc:sldChg chg="modSp add del mod modClrScheme chgLayout">
        <pc:chgData name="Vishal Patel" userId="cb615d8d-d808-4f17-9379-8f648e070faf" providerId="ADAL" clId="{38F83706-14BC-4DF3-BB9D-9B9E54DE3F6A}" dt="2023-05-23T15:51:12.627" v="2570" actId="2696"/>
        <pc:sldMkLst>
          <pc:docMk/>
          <pc:sldMk cId="1516731199" sldId="739"/>
        </pc:sldMkLst>
        <pc:spChg chg="mod ord">
          <ac:chgData name="Vishal Patel" userId="cb615d8d-d808-4f17-9379-8f648e070faf" providerId="ADAL" clId="{38F83706-14BC-4DF3-BB9D-9B9E54DE3F6A}" dt="2023-05-23T15:51:10.355" v="2569" actId="20577"/>
          <ac:spMkLst>
            <pc:docMk/>
            <pc:sldMk cId="1516731199" sldId="739"/>
            <ac:spMk id="3" creationId="{98AFB9E1-A94C-4750-B176-FC38F8828373}"/>
          </ac:spMkLst>
        </pc:spChg>
        <pc:spChg chg="mod ord">
          <ac:chgData name="Vishal Patel" userId="cb615d8d-d808-4f17-9379-8f648e070faf" providerId="ADAL" clId="{38F83706-14BC-4DF3-BB9D-9B9E54DE3F6A}" dt="2023-05-23T15:51:07.484" v="2564" actId="700"/>
          <ac:spMkLst>
            <pc:docMk/>
            <pc:sldMk cId="1516731199" sldId="739"/>
            <ac:spMk id="4" creationId="{1BD43F09-785F-45D0-8FFD-00D7C6797479}"/>
          </ac:spMkLst>
        </pc:spChg>
      </pc:sldChg>
    </pc:docChg>
  </pc:docChgLst>
  <pc:docChgLst>
    <pc:chgData name="Ritesh Patil" userId="2d999d02-993d-45fd-811d-37e6af85f756" providerId="ADAL" clId="{372CA1F4-17B2-4DF1-BB88-E5DD78A1FEE2}"/>
    <pc:docChg chg="undo custSel addSld delSld modSld modSection">
      <pc:chgData name="Ritesh Patil" userId="2d999d02-993d-45fd-811d-37e6af85f756" providerId="ADAL" clId="{372CA1F4-17B2-4DF1-BB88-E5DD78A1FEE2}" dt="2020-11-03T11:24:33.199" v="970" actId="14734"/>
      <pc:docMkLst>
        <pc:docMk/>
      </pc:docMkLst>
      <pc:sldChg chg="del">
        <pc:chgData name="Ritesh Patil" userId="2d999d02-993d-45fd-811d-37e6af85f756" providerId="ADAL" clId="{372CA1F4-17B2-4DF1-BB88-E5DD78A1FEE2}" dt="2020-10-31T10:33:56.204" v="842" actId="47"/>
        <pc:sldMkLst>
          <pc:docMk/>
          <pc:sldMk cId="992888993" sldId="599"/>
        </pc:sldMkLst>
      </pc:sldChg>
      <pc:sldChg chg="modSp mod">
        <pc:chgData name="Ritesh Patil" userId="2d999d02-993d-45fd-811d-37e6af85f756" providerId="ADAL" clId="{372CA1F4-17B2-4DF1-BB88-E5DD78A1FEE2}" dt="2020-11-03T11:24:33.199" v="970" actId="14734"/>
        <pc:sldMkLst>
          <pc:docMk/>
          <pc:sldMk cId="194519236" sldId="689"/>
        </pc:sldMkLst>
        <pc:graphicFrameChg chg="modGraphic">
          <ac:chgData name="Ritesh Patil" userId="2d999d02-993d-45fd-811d-37e6af85f756" providerId="ADAL" clId="{372CA1F4-17B2-4DF1-BB88-E5DD78A1FEE2}" dt="2020-11-03T11:24:33.199" v="970" actId="14734"/>
          <ac:graphicFrameMkLst>
            <pc:docMk/>
            <pc:sldMk cId="194519236" sldId="689"/>
            <ac:graphicFrameMk id="3" creationId="{902E70B4-30E8-4713-88D0-AA8DDC640A16}"/>
          </ac:graphicFrameMkLst>
        </pc:graphicFrameChg>
      </pc:sldChg>
      <pc:sldChg chg="modSp mod">
        <pc:chgData name="Ritesh Patil" userId="2d999d02-993d-45fd-811d-37e6af85f756" providerId="ADAL" clId="{372CA1F4-17B2-4DF1-BB88-E5DD78A1FEE2}" dt="2020-10-31T10:48:36.987" v="963" actId="13926"/>
        <pc:sldMkLst>
          <pc:docMk/>
          <pc:sldMk cId="2561160881" sldId="732"/>
        </pc:sldMkLst>
        <pc:spChg chg="mod">
          <ac:chgData name="Ritesh Patil" userId="2d999d02-993d-45fd-811d-37e6af85f756" providerId="ADAL" clId="{372CA1F4-17B2-4DF1-BB88-E5DD78A1FEE2}" dt="2020-10-31T10:48:36.987" v="963" actId="13926"/>
          <ac:spMkLst>
            <pc:docMk/>
            <pc:sldMk cId="2561160881" sldId="732"/>
            <ac:spMk id="5" creationId="{3BEEDEC3-2F3A-4E18-BF67-D4FE4905CC84}"/>
          </ac:spMkLst>
        </pc:spChg>
      </pc:sldChg>
      <pc:sldChg chg="modSp mod">
        <pc:chgData name="Ritesh Patil" userId="2d999d02-993d-45fd-811d-37e6af85f756" providerId="ADAL" clId="{372CA1F4-17B2-4DF1-BB88-E5DD78A1FEE2}" dt="2020-11-03T11:20:18.945" v="969" actId="14734"/>
        <pc:sldMkLst>
          <pc:docMk/>
          <pc:sldMk cId="1280645609" sldId="740"/>
        </pc:sldMkLst>
        <pc:graphicFrameChg chg="modGraphic">
          <ac:chgData name="Ritesh Patil" userId="2d999d02-993d-45fd-811d-37e6af85f756" providerId="ADAL" clId="{372CA1F4-17B2-4DF1-BB88-E5DD78A1FEE2}" dt="2020-11-03T11:20:18.945" v="969" actId="14734"/>
          <ac:graphicFrameMkLst>
            <pc:docMk/>
            <pc:sldMk cId="1280645609" sldId="740"/>
            <ac:graphicFrameMk id="3" creationId="{902E70B4-30E8-4713-88D0-AA8DDC640A16}"/>
          </ac:graphicFrameMkLst>
        </pc:graphicFrameChg>
      </pc:sldChg>
      <pc:sldChg chg="modSp mod">
        <pc:chgData name="Ritesh Patil" userId="2d999d02-993d-45fd-811d-37e6af85f756" providerId="ADAL" clId="{372CA1F4-17B2-4DF1-BB88-E5DD78A1FEE2}" dt="2020-10-31T09:56:43.878" v="832" actId="13926"/>
        <pc:sldMkLst>
          <pc:docMk/>
          <pc:sldMk cId="1036818432" sldId="747"/>
        </pc:sldMkLst>
        <pc:graphicFrameChg chg="mod modGraphic">
          <ac:chgData name="Ritesh Patil" userId="2d999d02-993d-45fd-811d-37e6af85f756" providerId="ADAL" clId="{372CA1F4-17B2-4DF1-BB88-E5DD78A1FEE2}" dt="2020-10-31T09:56:43.878" v="832" actId="13926"/>
          <ac:graphicFrameMkLst>
            <pc:docMk/>
            <pc:sldMk cId="1036818432" sldId="747"/>
            <ac:graphicFrameMk id="3" creationId="{902E70B4-30E8-4713-88D0-AA8DDC640A16}"/>
          </ac:graphicFrameMkLst>
        </pc:graphicFrameChg>
      </pc:sldChg>
      <pc:sldChg chg="addSp modSp add mod">
        <pc:chgData name="Ritesh Patil" userId="2d999d02-993d-45fd-811d-37e6af85f756" providerId="ADAL" clId="{372CA1F4-17B2-4DF1-BB88-E5DD78A1FEE2}" dt="2020-10-31T12:34:11.814" v="967"/>
        <pc:sldMkLst>
          <pc:docMk/>
          <pc:sldMk cId="353402113" sldId="751"/>
        </pc:sldMkLst>
        <pc:spChg chg="add mod">
          <ac:chgData name="Ritesh Patil" userId="2d999d02-993d-45fd-811d-37e6af85f756" providerId="ADAL" clId="{372CA1F4-17B2-4DF1-BB88-E5DD78A1FEE2}" dt="2020-10-31T10:02:39.306" v="836" actId="1076"/>
          <ac:spMkLst>
            <pc:docMk/>
            <pc:sldMk cId="353402113" sldId="751"/>
            <ac:spMk id="2" creationId="{C40F342F-C9FA-4CBF-BB2E-CB5DB8E6A3F5}"/>
          </ac:spMkLst>
        </pc:spChg>
        <pc:spChg chg="mod">
          <ac:chgData name="Ritesh Patil" userId="2d999d02-993d-45fd-811d-37e6af85f756" providerId="ADAL" clId="{372CA1F4-17B2-4DF1-BB88-E5DD78A1FEE2}" dt="2020-10-31T09:14:12.966" v="469" actId="1035"/>
          <ac:spMkLst>
            <pc:docMk/>
            <pc:sldMk cId="353402113" sldId="751"/>
            <ac:spMk id="7" creationId="{78D7E9ED-1BE1-4088-8F19-332D5ECA515C}"/>
          </ac:spMkLst>
        </pc:spChg>
        <pc:spChg chg="add mod">
          <ac:chgData name="Ritesh Patil" userId="2d999d02-993d-45fd-811d-37e6af85f756" providerId="ADAL" clId="{372CA1F4-17B2-4DF1-BB88-E5DD78A1FEE2}" dt="2020-10-31T09:19:29.503" v="550" actId="14100"/>
          <ac:spMkLst>
            <pc:docMk/>
            <pc:sldMk cId="353402113" sldId="751"/>
            <ac:spMk id="11" creationId="{2FB71D47-D7ED-44DC-8B7B-7DADB50DD3A0}"/>
          </ac:spMkLst>
        </pc:spChg>
        <pc:spChg chg="add mod">
          <ac:chgData name="Ritesh Patil" userId="2d999d02-993d-45fd-811d-37e6af85f756" providerId="ADAL" clId="{372CA1F4-17B2-4DF1-BB88-E5DD78A1FEE2}" dt="2020-10-31T09:19:33.323" v="558" actId="1037"/>
          <ac:spMkLst>
            <pc:docMk/>
            <pc:sldMk cId="353402113" sldId="751"/>
            <ac:spMk id="12" creationId="{E9261261-D69E-48F9-9FCB-E24BBF419FD5}"/>
          </ac:spMkLst>
        </pc:spChg>
        <pc:spChg chg="add mod">
          <ac:chgData name="Ritesh Patil" userId="2d999d02-993d-45fd-811d-37e6af85f756" providerId="ADAL" clId="{372CA1F4-17B2-4DF1-BB88-E5DD78A1FEE2}" dt="2020-10-31T09:44:43.695" v="813" actId="14100"/>
          <ac:spMkLst>
            <pc:docMk/>
            <pc:sldMk cId="353402113" sldId="751"/>
            <ac:spMk id="13" creationId="{04935E44-CA70-446B-B54D-C109442BC655}"/>
          </ac:spMkLst>
        </pc:spChg>
        <pc:spChg chg="mod">
          <ac:chgData name="Ritesh Patil" userId="2d999d02-993d-45fd-811d-37e6af85f756" providerId="ADAL" clId="{372CA1F4-17B2-4DF1-BB88-E5DD78A1FEE2}" dt="2020-10-31T12:34:11.814" v="967"/>
          <ac:spMkLst>
            <pc:docMk/>
            <pc:sldMk cId="353402113" sldId="751"/>
            <ac:spMk id="26" creationId="{67DC5608-6129-4431-A6C2-7B1C9ACE1E8B}"/>
          </ac:spMkLst>
        </pc:spChg>
        <pc:spChg chg="mod">
          <ac:chgData name="Ritesh Patil" userId="2d999d02-993d-45fd-811d-37e6af85f756" providerId="ADAL" clId="{372CA1F4-17B2-4DF1-BB88-E5DD78A1FEE2}" dt="2020-10-31T09:09:43.188" v="438" actId="14100"/>
          <ac:spMkLst>
            <pc:docMk/>
            <pc:sldMk cId="353402113" sldId="751"/>
            <ac:spMk id="30" creationId="{7C9CC454-9D4A-4E19-BE11-69E517AE55D5}"/>
          </ac:spMkLst>
        </pc:spChg>
        <pc:spChg chg="mod">
          <ac:chgData name="Ritesh Patil" userId="2d999d02-993d-45fd-811d-37e6af85f756" providerId="ADAL" clId="{372CA1F4-17B2-4DF1-BB88-E5DD78A1FEE2}" dt="2020-10-31T09:15:40.395" v="520" actId="1038"/>
          <ac:spMkLst>
            <pc:docMk/>
            <pc:sldMk cId="353402113" sldId="751"/>
            <ac:spMk id="33" creationId="{E293BA46-A681-478B-88C0-3B848D1E0D2A}"/>
          </ac:spMkLst>
        </pc:spChg>
        <pc:spChg chg="mod">
          <ac:chgData name="Ritesh Patil" userId="2d999d02-993d-45fd-811d-37e6af85f756" providerId="ADAL" clId="{372CA1F4-17B2-4DF1-BB88-E5DD78A1FEE2}" dt="2020-10-31T09:15:40.395" v="520" actId="1038"/>
          <ac:spMkLst>
            <pc:docMk/>
            <pc:sldMk cId="353402113" sldId="751"/>
            <ac:spMk id="34" creationId="{782A1719-9433-4995-8573-AA36E96E3114}"/>
          </ac:spMkLst>
        </pc:spChg>
        <pc:spChg chg="mod">
          <ac:chgData name="Ritesh Patil" userId="2d999d02-993d-45fd-811d-37e6af85f756" providerId="ADAL" clId="{372CA1F4-17B2-4DF1-BB88-E5DD78A1FEE2}" dt="2020-10-31T10:05:18.499" v="839" actId="20577"/>
          <ac:spMkLst>
            <pc:docMk/>
            <pc:sldMk cId="353402113" sldId="751"/>
            <ac:spMk id="37" creationId="{5244C570-C80A-412B-BC00-56871AFD3763}"/>
          </ac:spMkLst>
        </pc:spChg>
        <pc:spChg chg="mod">
          <ac:chgData name="Ritesh Patil" userId="2d999d02-993d-45fd-811d-37e6af85f756" providerId="ADAL" clId="{372CA1F4-17B2-4DF1-BB88-E5DD78A1FEE2}" dt="2020-10-31T09:36:09.675" v="795" actId="1035"/>
          <ac:spMkLst>
            <pc:docMk/>
            <pc:sldMk cId="353402113" sldId="751"/>
            <ac:spMk id="38" creationId="{1069226A-D2AA-4BD3-85C2-53BEAC75EF1F}"/>
          </ac:spMkLst>
        </pc:spChg>
        <pc:spChg chg="mod">
          <ac:chgData name="Ritesh Patil" userId="2d999d02-993d-45fd-811d-37e6af85f756" providerId="ADAL" clId="{372CA1F4-17B2-4DF1-BB88-E5DD78A1FEE2}" dt="2020-10-31T09:06:47.142" v="435" actId="1038"/>
          <ac:spMkLst>
            <pc:docMk/>
            <pc:sldMk cId="353402113" sldId="751"/>
            <ac:spMk id="39" creationId="{683D8196-8F5B-425A-8F8E-DCED9868E536}"/>
          </ac:spMkLst>
        </pc:spChg>
        <pc:spChg chg="mod">
          <ac:chgData name="Ritesh Patil" userId="2d999d02-993d-45fd-811d-37e6af85f756" providerId="ADAL" clId="{372CA1F4-17B2-4DF1-BB88-E5DD78A1FEE2}" dt="2020-10-31T09:06:47.142" v="435" actId="1038"/>
          <ac:spMkLst>
            <pc:docMk/>
            <pc:sldMk cId="353402113" sldId="751"/>
            <ac:spMk id="40" creationId="{4FC40D55-F36B-4E4F-A657-1C96AD463681}"/>
          </ac:spMkLst>
        </pc:spChg>
        <pc:graphicFrameChg chg="mod modGraphic">
          <ac:chgData name="Ritesh Patil" userId="2d999d02-993d-45fd-811d-37e6af85f756" providerId="ADAL" clId="{372CA1F4-17B2-4DF1-BB88-E5DD78A1FEE2}" dt="2020-10-31T08:40:11.935" v="364" actId="20577"/>
          <ac:graphicFrameMkLst>
            <pc:docMk/>
            <pc:sldMk cId="353402113" sldId="751"/>
            <ac:graphicFrameMk id="4" creationId="{F097333C-0D2E-406E-8933-FEA5DFE25BC6}"/>
          </ac:graphicFrameMkLst>
        </pc:graphicFrameChg>
        <pc:graphicFrameChg chg="modGraphic">
          <ac:chgData name="Ritesh Patil" userId="2d999d02-993d-45fd-811d-37e6af85f756" providerId="ADAL" clId="{372CA1F4-17B2-4DF1-BB88-E5DD78A1FEE2}" dt="2020-10-31T08:29:51.510" v="181" actId="20577"/>
          <ac:graphicFrameMkLst>
            <pc:docMk/>
            <pc:sldMk cId="353402113" sldId="751"/>
            <ac:graphicFrameMk id="41" creationId="{30062C38-BFFE-43A7-A6E5-3DE98AEF8AA0}"/>
          </ac:graphicFrameMkLst>
        </pc:graphicFrameChg>
      </pc:sldChg>
      <pc:sldChg chg="add">
        <pc:chgData name="Ritesh Patil" userId="2d999d02-993d-45fd-811d-37e6af85f756" providerId="ADAL" clId="{372CA1F4-17B2-4DF1-BB88-E5DD78A1FEE2}" dt="2020-10-31T12:33:45.103" v="966"/>
        <pc:sldMkLst>
          <pc:docMk/>
          <pc:sldMk cId="2812317835" sldId="752"/>
        </pc:sldMkLst>
      </pc:sldChg>
    </pc:docChg>
  </pc:docChgLst>
  <pc:docChgLst>
    <pc:chgData name="Ritesh Patil" userId="2d999d02-993d-45fd-811d-37e6af85f756" providerId="ADAL" clId="{8C424AF1-5F3C-4ED9-9562-D41D2800517B}"/>
    <pc:docChg chg="modSld">
      <pc:chgData name="Ritesh Patil" userId="2d999d02-993d-45fd-811d-37e6af85f756" providerId="ADAL" clId="{8C424AF1-5F3C-4ED9-9562-D41D2800517B}" dt="2021-02-11T09:24:48.570" v="78" actId="20577"/>
      <pc:docMkLst>
        <pc:docMk/>
      </pc:docMkLst>
      <pc:sldChg chg="modSp mod">
        <pc:chgData name="Ritesh Patil" userId="2d999d02-993d-45fd-811d-37e6af85f756" providerId="ADAL" clId="{8C424AF1-5F3C-4ED9-9562-D41D2800517B}" dt="2021-02-11T09:24:48.570" v="78" actId="20577"/>
        <pc:sldMkLst>
          <pc:docMk/>
          <pc:sldMk cId="2561160881" sldId="732"/>
        </pc:sldMkLst>
        <pc:spChg chg="mod">
          <ac:chgData name="Ritesh Patil" userId="2d999d02-993d-45fd-811d-37e6af85f756" providerId="ADAL" clId="{8C424AF1-5F3C-4ED9-9562-D41D2800517B}" dt="2021-02-11T09:24:48.570" v="78" actId="20577"/>
          <ac:spMkLst>
            <pc:docMk/>
            <pc:sldMk cId="2561160881" sldId="732"/>
            <ac:spMk id="5" creationId="{3BEEDEC3-2F3A-4E18-BF67-D4FE4905CC84}"/>
          </ac:spMkLst>
        </pc:spChg>
      </pc:sldChg>
    </pc:docChg>
  </pc:docChgLst>
  <pc:docChgLst>
    <pc:chgData name="Axata Dalvi" userId="020de26b-c38d-43b8-ada0-ee1c8a83f3ac" providerId="ADAL" clId="{7B8563A6-67D0-41F9-99C4-2D08ACBB67FA}"/>
    <pc:docChg chg="custSel addSld delSld modSld modSection">
      <pc:chgData name="Axata Dalvi" userId="020de26b-c38d-43b8-ada0-ee1c8a83f3ac" providerId="ADAL" clId="{7B8563A6-67D0-41F9-99C4-2D08ACBB67FA}" dt="2021-09-28T06:41:25.707" v="122" actId="700"/>
      <pc:docMkLst>
        <pc:docMk/>
      </pc:docMkLst>
      <pc:sldChg chg="modSp mod">
        <pc:chgData name="Axata Dalvi" userId="020de26b-c38d-43b8-ada0-ee1c8a83f3ac" providerId="ADAL" clId="{7B8563A6-67D0-41F9-99C4-2D08ACBB67FA}" dt="2021-09-28T06:38:16.484" v="48"/>
        <pc:sldMkLst>
          <pc:docMk/>
          <pc:sldMk cId="4203553087" sldId="718"/>
        </pc:sldMkLst>
        <pc:spChg chg="mod">
          <ac:chgData name="Axata Dalvi" userId="020de26b-c38d-43b8-ada0-ee1c8a83f3ac" providerId="ADAL" clId="{7B8563A6-67D0-41F9-99C4-2D08ACBB67FA}" dt="2021-09-28T06:37:51.417" v="46" actId="20577"/>
          <ac:spMkLst>
            <pc:docMk/>
            <pc:sldMk cId="4203553087" sldId="718"/>
            <ac:spMk id="3" creationId="{98AFB9E1-A94C-4750-B176-FC38F8828373}"/>
          </ac:spMkLst>
        </pc:spChg>
        <pc:spChg chg="mod">
          <ac:chgData name="Axata Dalvi" userId="020de26b-c38d-43b8-ada0-ee1c8a83f3ac" providerId="ADAL" clId="{7B8563A6-67D0-41F9-99C4-2D08ACBB67FA}" dt="2021-09-28T06:38:16.484" v="48"/>
          <ac:spMkLst>
            <pc:docMk/>
            <pc:sldMk cId="4203553087" sldId="718"/>
            <ac:spMk id="6" creationId="{9A78BE87-69FF-44A3-82CD-2FAA13457F43}"/>
          </ac:spMkLst>
        </pc:spChg>
        <pc:graphicFrameChg chg="mod">
          <ac:chgData name="Axata Dalvi" userId="020de26b-c38d-43b8-ada0-ee1c8a83f3ac" providerId="ADAL" clId="{7B8563A6-67D0-41F9-99C4-2D08ACBB67FA}" dt="2021-09-28T06:38:08.928" v="47"/>
          <ac:graphicFrameMkLst>
            <pc:docMk/>
            <pc:sldMk cId="4203553087" sldId="718"/>
            <ac:graphicFrameMk id="2" creationId="{6BAB47AF-4D99-4926-8A2C-F07343678782}"/>
          </ac:graphicFrameMkLst>
        </pc:graphicFrameChg>
      </pc:sldChg>
      <pc:sldChg chg="modSp mod">
        <pc:chgData name="Axata Dalvi" userId="020de26b-c38d-43b8-ada0-ee1c8a83f3ac" providerId="ADAL" clId="{7B8563A6-67D0-41F9-99C4-2D08ACBB67FA}" dt="2021-09-28T06:38:46.424" v="49"/>
        <pc:sldMkLst>
          <pc:docMk/>
          <pc:sldMk cId="3844163676" sldId="719"/>
        </pc:sldMkLst>
        <pc:spChg chg="mod">
          <ac:chgData name="Axata Dalvi" userId="020de26b-c38d-43b8-ada0-ee1c8a83f3ac" providerId="ADAL" clId="{7B8563A6-67D0-41F9-99C4-2D08ACBB67FA}" dt="2021-09-28T06:38:46.424" v="49"/>
          <ac:spMkLst>
            <pc:docMk/>
            <pc:sldMk cId="3844163676" sldId="719"/>
            <ac:spMk id="3" creationId="{35802B1F-8C26-41D8-AB58-E298A5A7909D}"/>
          </ac:spMkLst>
        </pc:spChg>
      </pc:sldChg>
      <pc:sldChg chg="del">
        <pc:chgData name="Axata Dalvi" userId="020de26b-c38d-43b8-ada0-ee1c8a83f3ac" providerId="ADAL" clId="{7B8563A6-67D0-41F9-99C4-2D08ACBB67FA}" dt="2021-09-28T06:39:34.053" v="50" actId="47"/>
        <pc:sldMkLst>
          <pc:docMk/>
          <pc:sldMk cId="2917294924" sldId="723"/>
        </pc:sldMkLst>
      </pc:sldChg>
      <pc:sldChg chg="modSp mod">
        <pc:chgData name="Axata Dalvi" userId="020de26b-c38d-43b8-ada0-ee1c8a83f3ac" providerId="ADAL" clId="{7B8563A6-67D0-41F9-99C4-2D08ACBB67FA}" dt="2021-09-28T06:40:32.801" v="93" actId="20577"/>
        <pc:sldMkLst>
          <pc:docMk/>
          <pc:sldMk cId="4274754911" sldId="725"/>
        </pc:sldMkLst>
        <pc:spChg chg="mod">
          <ac:chgData name="Axata Dalvi" userId="020de26b-c38d-43b8-ada0-ee1c8a83f3ac" providerId="ADAL" clId="{7B8563A6-67D0-41F9-99C4-2D08ACBB67FA}" dt="2021-09-28T06:39:46.357" v="69" actId="20577"/>
          <ac:spMkLst>
            <pc:docMk/>
            <pc:sldMk cId="4274754911" sldId="725"/>
            <ac:spMk id="2" creationId="{80E1EEA8-3836-4B46-B3A5-DF8AA3C4C66F}"/>
          </ac:spMkLst>
        </pc:spChg>
        <pc:spChg chg="mod">
          <ac:chgData name="Axata Dalvi" userId="020de26b-c38d-43b8-ada0-ee1c8a83f3ac" providerId="ADAL" clId="{7B8563A6-67D0-41F9-99C4-2D08ACBB67FA}" dt="2021-09-28T06:40:32.801" v="93" actId="20577"/>
          <ac:spMkLst>
            <pc:docMk/>
            <pc:sldMk cId="4274754911" sldId="725"/>
            <ac:spMk id="3" creationId="{435E7D97-3F1D-48FF-BDEB-C86FA19FB732}"/>
          </ac:spMkLst>
        </pc:spChg>
      </pc:sldChg>
      <pc:sldChg chg="addSp delSp modSp new mod modClrScheme chgLayout">
        <pc:chgData name="Axata Dalvi" userId="020de26b-c38d-43b8-ada0-ee1c8a83f3ac" providerId="ADAL" clId="{7B8563A6-67D0-41F9-99C4-2D08ACBB67FA}" dt="2021-09-28T06:40:42.339" v="114" actId="20577"/>
        <pc:sldMkLst>
          <pc:docMk/>
          <pc:sldMk cId="3660664816" sldId="726"/>
        </pc:sldMkLst>
        <pc:spChg chg="del mod ord">
          <ac:chgData name="Axata Dalvi" userId="020de26b-c38d-43b8-ada0-ee1c8a83f3ac" providerId="ADAL" clId="{7B8563A6-67D0-41F9-99C4-2D08ACBB67FA}" dt="2021-09-28T06:40:16.017" v="87" actId="700"/>
          <ac:spMkLst>
            <pc:docMk/>
            <pc:sldMk cId="3660664816" sldId="726"/>
            <ac:spMk id="2" creationId="{2492E25F-6307-40F2-B12D-5CB7ABA1C955}"/>
          </ac:spMkLst>
        </pc:spChg>
        <pc:spChg chg="add mod ord">
          <ac:chgData name="Axata Dalvi" userId="020de26b-c38d-43b8-ada0-ee1c8a83f3ac" providerId="ADAL" clId="{7B8563A6-67D0-41F9-99C4-2D08ACBB67FA}" dt="2021-09-28T06:40:18.756" v="88" actId="20577"/>
          <ac:spMkLst>
            <pc:docMk/>
            <pc:sldMk cId="3660664816" sldId="726"/>
            <ac:spMk id="3" creationId="{6AE511EB-B223-46BC-AF55-453134621046}"/>
          </ac:spMkLst>
        </pc:spChg>
        <pc:spChg chg="add mod ord">
          <ac:chgData name="Axata Dalvi" userId="020de26b-c38d-43b8-ada0-ee1c8a83f3ac" providerId="ADAL" clId="{7B8563A6-67D0-41F9-99C4-2D08ACBB67FA}" dt="2021-09-28T06:40:42.339" v="114" actId="20577"/>
          <ac:spMkLst>
            <pc:docMk/>
            <pc:sldMk cId="3660664816" sldId="726"/>
            <ac:spMk id="4" creationId="{7FE71F11-5E99-4A07-B493-2C70FA55289C}"/>
          </ac:spMkLst>
        </pc:spChg>
      </pc:sldChg>
      <pc:sldChg chg="modSp new mod">
        <pc:chgData name="Axata Dalvi" userId="020de26b-c38d-43b8-ada0-ee1c8a83f3ac" providerId="ADAL" clId="{7B8563A6-67D0-41F9-99C4-2D08ACBB67FA}" dt="2021-09-28T06:41:09.416" v="118" actId="108"/>
        <pc:sldMkLst>
          <pc:docMk/>
          <pc:sldMk cId="3519850323" sldId="727"/>
        </pc:sldMkLst>
        <pc:spChg chg="mod">
          <ac:chgData name="Axata Dalvi" userId="020de26b-c38d-43b8-ada0-ee1c8a83f3ac" providerId="ADAL" clId="{7B8563A6-67D0-41F9-99C4-2D08ACBB67FA}" dt="2021-09-28T06:41:02.550" v="117" actId="20577"/>
          <ac:spMkLst>
            <pc:docMk/>
            <pc:sldMk cId="3519850323" sldId="727"/>
            <ac:spMk id="2" creationId="{99E2ADF9-7C03-451F-82DD-B0BF8B3F29F1}"/>
          </ac:spMkLst>
        </pc:spChg>
        <pc:spChg chg="mod">
          <ac:chgData name="Axata Dalvi" userId="020de26b-c38d-43b8-ada0-ee1c8a83f3ac" providerId="ADAL" clId="{7B8563A6-67D0-41F9-99C4-2D08ACBB67FA}" dt="2021-09-28T06:41:09.416" v="118" actId="108"/>
          <ac:spMkLst>
            <pc:docMk/>
            <pc:sldMk cId="3519850323" sldId="727"/>
            <ac:spMk id="3" creationId="{89E7D656-9BBB-408C-8124-593482F4702A}"/>
          </ac:spMkLst>
        </pc:spChg>
      </pc:sldChg>
      <pc:sldChg chg="addSp delSp modSp new mod modClrScheme chgLayout">
        <pc:chgData name="Axata Dalvi" userId="020de26b-c38d-43b8-ada0-ee1c8a83f3ac" providerId="ADAL" clId="{7B8563A6-67D0-41F9-99C4-2D08ACBB67FA}" dt="2021-09-28T06:41:17.801" v="120" actId="700"/>
        <pc:sldMkLst>
          <pc:docMk/>
          <pc:sldMk cId="2595606804" sldId="728"/>
        </pc:sldMkLst>
        <pc:spChg chg="del mod ord">
          <ac:chgData name="Axata Dalvi" userId="020de26b-c38d-43b8-ada0-ee1c8a83f3ac" providerId="ADAL" clId="{7B8563A6-67D0-41F9-99C4-2D08ACBB67FA}" dt="2021-09-28T06:41:17.801" v="120" actId="700"/>
          <ac:spMkLst>
            <pc:docMk/>
            <pc:sldMk cId="2595606804" sldId="728"/>
            <ac:spMk id="2" creationId="{F33CD0BD-33D0-44DF-8CDC-A952DED7376F}"/>
          </ac:spMkLst>
        </pc:spChg>
        <pc:spChg chg="del">
          <ac:chgData name="Axata Dalvi" userId="020de26b-c38d-43b8-ada0-ee1c8a83f3ac" providerId="ADAL" clId="{7B8563A6-67D0-41F9-99C4-2D08ACBB67FA}" dt="2021-09-28T06:41:17.801" v="120" actId="700"/>
          <ac:spMkLst>
            <pc:docMk/>
            <pc:sldMk cId="2595606804" sldId="728"/>
            <ac:spMk id="3" creationId="{7359B2E6-5C71-4C05-8EC5-1E168D93591D}"/>
          </ac:spMkLst>
        </pc:spChg>
        <pc:spChg chg="add mod ord">
          <ac:chgData name="Axata Dalvi" userId="020de26b-c38d-43b8-ada0-ee1c8a83f3ac" providerId="ADAL" clId="{7B8563A6-67D0-41F9-99C4-2D08ACBB67FA}" dt="2021-09-28T06:41:17.801" v="120" actId="700"/>
          <ac:spMkLst>
            <pc:docMk/>
            <pc:sldMk cId="2595606804" sldId="728"/>
            <ac:spMk id="4" creationId="{7C4A4B70-CD9C-4905-9275-AAE94FF25370}"/>
          </ac:spMkLst>
        </pc:spChg>
      </pc:sldChg>
      <pc:sldChg chg="addSp delSp modSp new mod modClrScheme chgLayout">
        <pc:chgData name="Axata Dalvi" userId="020de26b-c38d-43b8-ada0-ee1c8a83f3ac" providerId="ADAL" clId="{7B8563A6-67D0-41F9-99C4-2D08ACBB67FA}" dt="2021-09-28T06:41:25.707" v="122" actId="700"/>
        <pc:sldMkLst>
          <pc:docMk/>
          <pc:sldMk cId="408833186" sldId="729"/>
        </pc:sldMkLst>
        <pc:spChg chg="del mod ord">
          <ac:chgData name="Axata Dalvi" userId="020de26b-c38d-43b8-ada0-ee1c8a83f3ac" providerId="ADAL" clId="{7B8563A6-67D0-41F9-99C4-2D08ACBB67FA}" dt="2021-09-28T06:41:25.707" v="122" actId="700"/>
          <ac:spMkLst>
            <pc:docMk/>
            <pc:sldMk cId="408833186" sldId="729"/>
            <ac:spMk id="2" creationId="{E9F50140-2730-4813-9262-16DAF94FB135}"/>
          </ac:spMkLst>
        </pc:spChg>
        <pc:spChg chg="del">
          <ac:chgData name="Axata Dalvi" userId="020de26b-c38d-43b8-ada0-ee1c8a83f3ac" providerId="ADAL" clId="{7B8563A6-67D0-41F9-99C4-2D08ACBB67FA}" dt="2021-09-28T06:41:25.707" v="122" actId="700"/>
          <ac:spMkLst>
            <pc:docMk/>
            <pc:sldMk cId="408833186" sldId="729"/>
            <ac:spMk id="3" creationId="{6B3D2856-7B62-4DDB-BA94-359EDAD145B9}"/>
          </ac:spMkLst>
        </pc:spChg>
        <pc:spChg chg="add mod ord">
          <ac:chgData name="Axata Dalvi" userId="020de26b-c38d-43b8-ada0-ee1c8a83f3ac" providerId="ADAL" clId="{7B8563A6-67D0-41F9-99C4-2D08ACBB67FA}" dt="2021-09-28T06:41:25.707" v="122" actId="700"/>
          <ac:spMkLst>
            <pc:docMk/>
            <pc:sldMk cId="408833186" sldId="729"/>
            <ac:spMk id="4" creationId="{3A5454CF-87FE-4D90-9E0C-2FDF0CCDD106}"/>
          </ac:spMkLst>
        </pc:spChg>
      </pc:sldChg>
    </pc:docChg>
  </pc:docChgLst>
  <pc:docChgLst>
    <pc:chgData name="Vishal Patel" userId="cb615d8d-d808-4f17-9379-8f648e070faf" providerId="ADAL" clId="{14C46F89-B477-4D87-B79B-B0FC9C0988C7}"/>
    <pc:docChg chg="undo custSel addSld delSld modSld sldOrd modSection">
      <pc:chgData name="Vishal Patel" userId="cb615d8d-d808-4f17-9379-8f648e070faf" providerId="ADAL" clId="{14C46F89-B477-4D87-B79B-B0FC9C0988C7}" dt="2023-06-08T14:08:26.432" v="1582" actId="20577"/>
      <pc:docMkLst>
        <pc:docMk/>
      </pc:docMkLst>
      <pc:sldChg chg="modSp mod">
        <pc:chgData name="Vishal Patel" userId="cb615d8d-d808-4f17-9379-8f648e070faf" providerId="ADAL" clId="{14C46F89-B477-4D87-B79B-B0FC9C0988C7}" dt="2023-06-08T14:07:57.054" v="1575" actId="20577"/>
        <pc:sldMkLst>
          <pc:docMk/>
          <pc:sldMk cId="4203553087" sldId="718"/>
        </pc:sldMkLst>
        <pc:spChg chg="mod">
          <ac:chgData name="Vishal Patel" userId="cb615d8d-d808-4f17-9379-8f648e070faf" providerId="ADAL" clId="{14C46F89-B477-4D87-B79B-B0FC9C0988C7}" dt="2023-06-08T14:07:57.054" v="1575" actId="20577"/>
          <ac:spMkLst>
            <pc:docMk/>
            <pc:sldMk cId="4203553087" sldId="718"/>
            <ac:spMk id="4" creationId="{1BD43F09-785F-45D0-8FFD-00D7C6797479}"/>
          </ac:spMkLst>
        </pc:spChg>
      </pc:sldChg>
      <pc:sldChg chg="modSp mod">
        <pc:chgData name="Vishal Patel" userId="cb615d8d-d808-4f17-9379-8f648e070faf" providerId="ADAL" clId="{14C46F89-B477-4D87-B79B-B0FC9C0988C7}" dt="2023-06-08T14:01:03.254" v="1444" actId="108"/>
        <pc:sldMkLst>
          <pc:docMk/>
          <pc:sldMk cId="3844163676" sldId="719"/>
        </pc:sldMkLst>
        <pc:spChg chg="mod">
          <ac:chgData name="Vishal Patel" userId="cb615d8d-d808-4f17-9379-8f648e070faf" providerId="ADAL" clId="{14C46F89-B477-4D87-B79B-B0FC9C0988C7}" dt="2023-06-08T14:01:03.254" v="1444" actId="108"/>
          <ac:spMkLst>
            <pc:docMk/>
            <pc:sldMk cId="3844163676" sldId="719"/>
            <ac:spMk id="3" creationId="{35802B1F-8C26-41D8-AB58-E298A5A7909D}"/>
          </ac:spMkLst>
        </pc:spChg>
      </pc:sldChg>
      <pc:sldChg chg="modSp">
        <pc:chgData name="Vishal Patel" userId="cb615d8d-d808-4f17-9379-8f648e070faf" providerId="ADAL" clId="{14C46F89-B477-4D87-B79B-B0FC9C0988C7}" dt="2023-05-30T11:05:35.442" v="1225" actId="14826"/>
        <pc:sldMkLst>
          <pc:docMk/>
          <pc:sldMk cId="3556608647" sldId="722"/>
        </pc:sldMkLst>
        <pc:picChg chg="mod">
          <ac:chgData name="Vishal Patel" userId="cb615d8d-d808-4f17-9379-8f648e070faf" providerId="ADAL" clId="{14C46F89-B477-4D87-B79B-B0FC9C0988C7}" dt="2023-05-30T11:05:35.442" v="1225" actId="14826"/>
          <ac:picMkLst>
            <pc:docMk/>
            <pc:sldMk cId="3556608647" sldId="722"/>
            <ac:picMk id="6" creationId="{94CDB5D4-349F-20BD-4F73-D66B22C634E1}"/>
          </ac:picMkLst>
        </pc:picChg>
      </pc:sldChg>
      <pc:sldChg chg="modSp mod">
        <pc:chgData name="Vishal Patel" userId="cb615d8d-d808-4f17-9379-8f648e070faf" providerId="ADAL" clId="{14C46F89-B477-4D87-B79B-B0FC9C0988C7}" dt="2023-05-28T06:04:34.488" v="45" actId="20577"/>
        <pc:sldMkLst>
          <pc:docMk/>
          <pc:sldMk cId="4274754911" sldId="725"/>
        </pc:sldMkLst>
        <pc:spChg chg="mod">
          <ac:chgData name="Vishal Patel" userId="cb615d8d-d808-4f17-9379-8f648e070faf" providerId="ADAL" clId="{14C46F89-B477-4D87-B79B-B0FC9C0988C7}" dt="2023-05-28T06:04:34.488" v="45" actId="20577"/>
          <ac:spMkLst>
            <pc:docMk/>
            <pc:sldMk cId="4274754911" sldId="725"/>
            <ac:spMk id="2" creationId="{80E1EEA8-3836-4B46-B3A5-DF8AA3C4C66F}"/>
          </ac:spMkLst>
        </pc:spChg>
      </pc:sldChg>
      <pc:sldChg chg="modSp add del mod">
        <pc:chgData name="Vishal Patel" userId="cb615d8d-d808-4f17-9379-8f648e070faf" providerId="ADAL" clId="{14C46F89-B477-4D87-B79B-B0FC9C0988C7}" dt="2023-06-08T14:08:26.432" v="1582" actId="20577"/>
        <pc:sldMkLst>
          <pc:docMk/>
          <pc:sldMk cId="3660664816" sldId="726"/>
        </pc:sldMkLst>
        <pc:spChg chg="mod">
          <ac:chgData name="Vishal Patel" userId="cb615d8d-d808-4f17-9379-8f648e070faf" providerId="ADAL" clId="{14C46F89-B477-4D87-B79B-B0FC9C0988C7}" dt="2023-06-08T13:59:29.963" v="1378" actId="20577"/>
          <ac:spMkLst>
            <pc:docMk/>
            <pc:sldMk cId="3660664816" sldId="726"/>
            <ac:spMk id="3" creationId="{6AE511EB-B223-46BC-AF55-453134621046}"/>
          </ac:spMkLst>
        </pc:spChg>
        <pc:spChg chg="mod">
          <ac:chgData name="Vishal Patel" userId="cb615d8d-d808-4f17-9379-8f648e070faf" providerId="ADAL" clId="{14C46F89-B477-4D87-B79B-B0FC9C0988C7}" dt="2023-06-08T14:08:26.432" v="1582" actId="20577"/>
          <ac:spMkLst>
            <pc:docMk/>
            <pc:sldMk cId="3660664816" sldId="726"/>
            <ac:spMk id="4" creationId="{7FE71F11-5E99-4A07-B493-2C70FA55289C}"/>
          </ac:spMkLst>
        </pc:spChg>
      </pc:sldChg>
      <pc:sldChg chg="modSp add del mod ord">
        <pc:chgData name="Vishal Patel" userId="cb615d8d-d808-4f17-9379-8f648e070faf" providerId="ADAL" clId="{14C46F89-B477-4D87-B79B-B0FC9C0988C7}" dt="2023-06-08T13:58:59.685" v="1363"/>
        <pc:sldMkLst>
          <pc:docMk/>
          <pc:sldMk cId="2595606804" sldId="728"/>
        </pc:sldMkLst>
        <pc:spChg chg="mod">
          <ac:chgData name="Vishal Patel" userId="cb615d8d-d808-4f17-9379-8f648e070faf" providerId="ADAL" clId="{14C46F89-B477-4D87-B79B-B0FC9C0988C7}" dt="2023-06-08T13:58:59.685" v="1363"/>
          <ac:spMkLst>
            <pc:docMk/>
            <pc:sldMk cId="2595606804" sldId="728"/>
            <ac:spMk id="4" creationId="{7C4A4B70-CD9C-4905-9275-AAE94FF25370}"/>
          </ac:spMkLst>
        </pc:spChg>
      </pc:sldChg>
      <pc:sldChg chg="modSp">
        <pc:chgData name="Vishal Patel" userId="cb615d8d-d808-4f17-9379-8f648e070faf" providerId="ADAL" clId="{14C46F89-B477-4D87-B79B-B0FC9C0988C7}" dt="2023-05-30T11:05:44.491" v="1226" actId="14826"/>
        <pc:sldMkLst>
          <pc:docMk/>
          <pc:sldMk cId="2434968118" sldId="730"/>
        </pc:sldMkLst>
        <pc:picChg chg="mod">
          <ac:chgData name="Vishal Patel" userId="cb615d8d-d808-4f17-9379-8f648e070faf" providerId="ADAL" clId="{14C46F89-B477-4D87-B79B-B0FC9C0988C7}" dt="2023-05-30T11:05:44.491" v="1226" actId="14826"/>
          <ac:picMkLst>
            <pc:docMk/>
            <pc:sldMk cId="2434968118" sldId="730"/>
            <ac:picMk id="6" creationId="{94CDB5D4-349F-20BD-4F73-D66B22C634E1}"/>
          </ac:picMkLst>
        </pc:picChg>
      </pc:sldChg>
      <pc:sldChg chg="modSp">
        <pc:chgData name="Vishal Patel" userId="cb615d8d-d808-4f17-9379-8f648e070faf" providerId="ADAL" clId="{14C46F89-B477-4D87-B79B-B0FC9C0988C7}" dt="2023-05-30T11:06:06.107" v="1228" actId="14826"/>
        <pc:sldMkLst>
          <pc:docMk/>
          <pc:sldMk cId="2328836449" sldId="731"/>
        </pc:sldMkLst>
        <pc:picChg chg="mod">
          <ac:chgData name="Vishal Patel" userId="cb615d8d-d808-4f17-9379-8f648e070faf" providerId="ADAL" clId="{14C46F89-B477-4D87-B79B-B0FC9C0988C7}" dt="2023-05-30T11:06:06.107" v="1228" actId="14826"/>
          <ac:picMkLst>
            <pc:docMk/>
            <pc:sldMk cId="2328836449" sldId="731"/>
            <ac:picMk id="6" creationId="{94CDB5D4-349F-20BD-4F73-D66B22C634E1}"/>
          </ac:picMkLst>
        </pc:picChg>
      </pc:sldChg>
      <pc:sldChg chg="modSp">
        <pc:chgData name="Vishal Patel" userId="cb615d8d-d808-4f17-9379-8f648e070faf" providerId="ADAL" clId="{14C46F89-B477-4D87-B79B-B0FC9C0988C7}" dt="2023-05-30T11:07:56.461" v="1232" actId="14826"/>
        <pc:sldMkLst>
          <pc:docMk/>
          <pc:sldMk cId="2071713363" sldId="732"/>
        </pc:sldMkLst>
        <pc:picChg chg="mod">
          <ac:chgData name="Vishal Patel" userId="cb615d8d-d808-4f17-9379-8f648e070faf" providerId="ADAL" clId="{14C46F89-B477-4D87-B79B-B0FC9C0988C7}" dt="2023-05-30T11:07:56.461" v="1232" actId="14826"/>
          <ac:picMkLst>
            <pc:docMk/>
            <pc:sldMk cId="2071713363" sldId="732"/>
            <ac:picMk id="6" creationId="{94CDB5D4-349F-20BD-4F73-D66B22C634E1}"/>
          </ac:picMkLst>
        </pc:picChg>
      </pc:sldChg>
      <pc:sldChg chg="modSp">
        <pc:chgData name="Vishal Patel" userId="cb615d8d-d808-4f17-9379-8f648e070faf" providerId="ADAL" clId="{14C46F89-B477-4D87-B79B-B0FC9C0988C7}" dt="2023-05-30T11:05:56.297" v="1227" actId="14826"/>
        <pc:sldMkLst>
          <pc:docMk/>
          <pc:sldMk cId="4013001784" sldId="733"/>
        </pc:sldMkLst>
        <pc:picChg chg="mod">
          <ac:chgData name="Vishal Patel" userId="cb615d8d-d808-4f17-9379-8f648e070faf" providerId="ADAL" clId="{14C46F89-B477-4D87-B79B-B0FC9C0988C7}" dt="2023-05-30T11:05:56.297" v="1227" actId="14826"/>
          <ac:picMkLst>
            <pc:docMk/>
            <pc:sldMk cId="4013001784" sldId="733"/>
            <ac:picMk id="6" creationId="{94CDB5D4-349F-20BD-4F73-D66B22C634E1}"/>
          </ac:picMkLst>
        </pc:picChg>
      </pc:sldChg>
      <pc:sldChg chg="modSp mod">
        <pc:chgData name="Vishal Patel" userId="cb615d8d-d808-4f17-9379-8f648e070faf" providerId="ADAL" clId="{14C46F89-B477-4D87-B79B-B0FC9C0988C7}" dt="2023-05-30T11:08:15.976" v="1237" actId="20577"/>
        <pc:sldMkLst>
          <pc:docMk/>
          <pc:sldMk cId="997036346" sldId="734"/>
        </pc:sldMkLst>
        <pc:spChg chg="mod">
          <ac:chgData name="Vishal Patel" userId="cb615d8d-d808-4f17-9379-8f648e070faf" providerId="ADAL" clId="{14C46F89-B477-4D87-B79B-B0FC9C0988C7}" dt="2023-05-30T11:08:15.976" v="1237" actId="20577"/>
          <ac:spMkLst>
            <pc:docMk/>
            <pc:sldMk cId="997036346" sldId="734"/>
            <ac:spMk id="4" creationId="{B9AA9685-810D-48B8-A79D-B993644A2442}"/>
          </ac:spMkLst>
        </pc:spChg>
        <pc:picChg chg="mod">
          <ac:chgData name="Vishal Patel" userId="cb615d8d-d808-4f17-9379-8f648e070faf" providerId="ADAL" clId="{14C46F89-B477-4D87-B79B-B0FC9C0988C7}" dt="2023-05-30T11:08:04.286" v="1233" actId="14826"/>
          <ac:picMkLst>
            <pc:docMk/>
            <pc:sldMk cId="997036346" sldId="734"/>
            <ac:picMk id="6" creationId="{94CDB5D4-349F-20BD-4F73-D66B22C634E1}"/>
          </ac:picMkLst>
        </pc:picChg>
      </pc:sldChg>
      <pc:sldChg chg="del">
        <pc:chgData name="Vishal Patel" userId="cb615d8d-d808-4f17-9379-8f648e070faf" providerId="ADAL" clId="{14C46F89-B477-4D87-B79B-B0FC9C0988C7}" dt="2023-05-30T11:06:47.602" v="1231" actId="2696"/>
        <pc:sldMkLst>
          <pc:docMk/>
          <pc:sldMk cId="3820873957" sldId="735"/>
        </pc:sldMkLst>
      </pc:sldChg>
      <pc:sldChg chg="modSp add del mod ord">
        <pc:chgData name="Vishal Patel" userId="cb615d8d-d808-4f17-9379-8f648e070faf" providerId="ADAL" clId="{14C46F89-B477-4D87-B79B-B0FC9C0988C7}" dt="2023-06-08T13:58:51.859" v="1359" actId="20577"/>
        <pc:sldMkLst>
          <pc:docMk/>
          <pc:sldMk cId="1892082028" sldId="736"/>
        </pc:sldMkLst>
        <pc:spChg chg="mod">
          <ac:chgData name="Vishal Patel" userId="cb615d8d-d808-4f17-9379-8f648e070faf" providerId="ADAL" clId="{14C46F89-B477-4D87-B79B-B0FC9C0988C7}" dt="2023-06-08T13:58:51.859" v="1359" actId="20577"/>
          <ac:spMkLst>
            <pc:docMk/>
            <pc:sldMk cId="1892082028" sldId="736"/>
            <ac:spMk id="4" creationId="{7C4A4B70-CD9C-4905-9275-AAE94FF25370}"/>
          </ac:spMkLst>
        </pc:spChg>
      </pc:sldChg>
      <pc:sldChg chg="del">
        <pc:chgData name="Vishal Patel" userId="cb615d8d-d808-4f17-9379-8f648e070faf" providerId="ADAL" clId="{14C46F89-B477-4D87-B79B-B0FC9C0988C7}" dt="2023-05-28T06:03:07.119" v="0" actId="47"/>
        <pc:sldMkLst>
          <pc:docMk/>
          <pc:sldMk cId="1943258591" sldId="737"/>
        </pc:sldMkLst>
      </pc:sldChg>
      <pc:sldChg chg="modSp add mod ord">
        <pc:chgData name="Vishal Patel" userId="cb615d8d-d808-4f17-9379-8f648e070faf" providerId="ADAL" clId="{14C46F89-B477-4D87-B79B-B0FC9C0988C7}" dt="2023-06-08T13:59:39.177" v="1380" actId="20577"/>
        <pc:sldMkLst>
          <pc:docMk/>
          <pc:sldMk cId="3408623383" sldId="737"/>
        </pc:sldMkLst>
        <pc:spChg chg="mod">
          <ac:chgData name="Vishal Patel" userId="cb615d8d-d808-4f17-9379-8f648e070faf" providerId="ADAL" clId="{14C46F89-B477-4D87-B79B-B0FC9C0988C7}" dt="2023-06-08T13:59:39.177" v="1380" actId="20577"/>
          <ac:spMkLst>
            <pc:docMk/>
            <pc:sldMk cId="3408623383" sldId="737"/>
            <ac:spMk id="3" creationId="{6AE511EB-B223-46BC-AF55-453134621046}"/>
          </ac:spMkLst>
        </pc:spChg>
        <pc:spChg chg="mod">
          <ac:chgData name="Vishal Patel" userId="cb615d8d-d808-4f17-9379-8f648e070faf" providerId="ADAL" clId="{14C46F89-B477-4D87-B79B-B0FC9C0988C7}" dt="2023-05-28T13:47:04.564" v="1204" actId="6549"/>
          <ac:spMkLst>
            <pc:docMk/>
            <pc:sldMk cId="3408623383" sldId="737"/>
            <ac:spMk id="4" creationId="{7FE71F11-5E99-4A07-B493-2C70FA55289C}"/>
          </ac:spMkLst>
        </pc:spChg>
      </pc:sldChg>
      <pc:sldChg chg="addSp modSp new mod ord">
        <pc:chgData name="Vishal Patel" userId="cb615d8d-d808-4f17-9379-8f648e070faf" providerId="ADAL" clId="{14C46F89-B477-4D87-B79B-B0FC9C0988C7}" dt="2023-05-28T13:47:12.639" v="1214" actId="20577"/>
        <pc:sldMkLst>
          <pc:docMk/>
          <pc:sldMk cId="1050280112" sldId="738"/>
        </pc:sldMkLst>
        <pc:spChg chg="mod">
          <ac:chgData name="Vishal Patel" userId="cb615d8d-d808-4f17-9379-8f648e070faf" providerId="ADAL" clId="{14C46F89-B477-4D87-B79B-B0FC9C0988C7}" dt="2023-05-28T13:47:12.639" v="1214" actId="20577"/>
          <ac:spMkLst>
            <pc:docMk/>
            <pc:sldMk cId="1050280112" sldId="738"/>
            <ac:spMk id="2" creationId="{3A25F87B-1744-5DC6-150E-48B715DC2B9D}"/>
          </ac:spMkLst>
        </pc:spChg>
        <pc:spChg chg="add mod">
          <ac:chgData name="Vishal Patel" userId="cb615d8d-d808-4f17-9379-8f648e070faf" providerId="ADAL" clId="{14C46F89-B477-4D87-B79B-B0FC9C0988C7}" dt="2023-05-28T13:19:33.315" v="896" actId="20577"/>
          <ac:spMkLst>
            <pc:docMk/>
            <pc:sldMk cId="1050280112" sldId="738"/>
            <ac:spMk id="3" creationId="{22D9E5CC-FE7C-9106-817F-BE681E5D7C31}"/>
          </ac:spMkLst>
        </pc:spChg>
      </pc:sldChg>
      <pc:sldChg chg="del">
        <pc:chgData name="Vishal Patel" userId="cb615d8d-d808-4f17-9379-8f648e070faf" providerId="ADAL" clId="{14C46F89-B477-4D87-B79B-B0FC9C0988C7}" dt="2023-05-28T06:03:09.497" v="1" actId="47"/>
        <pc:sldMkLst>
          <pc:docMk/>
          <pc:sldMk cId="1139468420" sldId="738"/>
        </pc:sldMkLst>
      </pc:sldChg>
      <pc:sldChg chg="addSp modSp new mod">
        <pc:chgData name="Vishal Patel" userId="cb615d8d-d808-4f17-9379-8f648e070faf" providerId="ADAL" clId="{14C46F89-B477-4D87-B79B-B0FC9C0988C7}" dt="2023-05-30T14:45:37.130" v="1242" actId="20577"/>
        <pc:sldMkLst>
          <pc:docMk/>
          <pc:sldMk cId="2685208143" sldId="739"/>
        </pc:sldMkLst>
        <pc:spChg chg="mod">
          <ac:chgData name="Vishal Patel" userId="cb615d8d-d808-4f17-9379-8f648e070faf" providerId="ADAL" clId="{14C46F89-B477-4D87-B79B-B0FC9C0988C7}" dt="2023-05-28T13:47:20.457" v="1224" actId="20577"/>
          <ac:spMkLst>
            <pc:docMk/>
            <pc:sldMk cId="2685208143" sldId="739"/>
            <ac:spMk id="2" creationId="{3ADA34E4-A7F1-BFCC-A437-B3C24571827C}"/>
          </ac:spMkLst>
        </pc:spChg>
        <pc:spChg chg="add mod">
          <ac:chgData name="Vishal Patel" userId="cb615d8d-d808-4f17-9379-8f648e070faf" providerId="ADAL" clId="{14C46F89-B477-4D87-B79B-B0FC9C0988C7}" dt="2023-05-30T14:45:37.130" v="1242" actId="20577"/>
          <ac:spMkLst>
            <pc:docMk/>
            <pc:sldMk cId="2685208143" sldId="739"/>
            <ac:spMk id="3" creationId="{115ABC06-0763-2C5E-3686-98203EB4C933}"/>
          </ac:spMkLst>
        </pc:spChg>
      </pc:sldChg>
      <pc:sldChg chg="modSp add mod">
        <pc:chgData name="Vishal Patel" userId="cb615d8d-d808-4f17-9379-8f648e070faf" providerId="ADAL" clId="{14C46F89-B477-4D87-B79B-B0FC9C0988C7}" dt="2023-05-30T11:08:28.526" v="1241" actId="14826"/>
        <pc:sldMkLst>
          <pc:docMk/>
          <pc:sldMk cId="990319420" sldId="740"/>
        </pc:sldMkLst>
        <pc:spChg chg="mod">
          <ac:chgData name="Vishal Patel" userId="cb615d8d-d808-4f17-9379-8f648e070faf" providerId="ADAL" clId="{14C46F89-B477-4D87-B79B-B0FC9C0988C7}" dt="2023-05-30T11:08:20.111" v="1240" actId="20577"/>
          <ac:spMkLst>
            <pc:docMk/>
            <pc:sldMk cId="990319420" sldId="740"/>
            <ac:spMk id="4" creationId="{B9AA9685-810D-48B8-A79D-B993644A2442}"/>
          </ac:spMkLst>
        </pc:spChg>
        <pc:picChg chg="mod">
          <ac:chgData name="Vishal Patel" userId="cb615d8d-d808-4f17-9379-8f648e070faf" providerId="ADAL" clId="{14C46F89-B477-4D87-B79B-B0FC9C0988C7}" dt="2023-05-30T11:08:28.526" v="1241" actId="14826"/>
          <ac:picMkLst>
            <pc:docMk/>
            <pc:sldMk cId="990319420" sldId="740"/>
            <ac:picMk id="6" creationId="{94CDB5D4-349F-20BD-4F73-D66B22C634E1}"/>
          </ac:picMkLst>
        </pc:picChg>
      </pc:sldChg>
      <pc:sldChg chg="modSp add mod">
        <pc:chgData name="Vishal Patel" userId="cb615d8d-d808-4f17-9379-8f648e070faf" providerId="ADAL" clId="{14C46F89-B477-4D87-B79B-B0FC9C0988C7}" dt="2023-06-08T14:01:24.045" v="1446" actId="20577"/>
        <pc:sldMkLst>
          <pc:docMk/>
          <pc:sldMk cId="1943258591" sldId="741"/>
        </pc:sldMkLst>
        <pc:spChg chg="mod">
          <ac:chgData name="Vishal Patel" userId="cb615d8d-d808-4f17-9379-8f648e070faf" providerId="ADAL" clId="{14C46F89-B477-4D87-B79B-B0FC9C0988C7}" dt="2023-06-08T14:01:24.045" v="1446" actId="20577"/>
          <ac:spMkLst>
            <pc:docMk/>
            <pc:sldMk cId="1943258591" sldId="741"/>
            <ac:spMk id="3" creationId="{6AE511EB-B223-46BC-AF55-453134621046}"/>
          </ac:spMkLst>
        </pc:spChg>
      </pc:sldChg>
      <pc:sldChg chg="new del ord">
        <pc:chgData name="Vishal Patel" userId="cb615d8d-d808-4f17-9379-8f648e070faf" providerId="ADAL" clId="{14C46F89-B477-4D87-B79B-B0FC9C0988C7}" dt="2023-06-08T13:58:22.107" v="1349" actId="47"/>
        <pc:sldMkLst>
          <pc:docMk/>
          <pc:sldMk cId="3579644262" sldId="741"/>
        </pc:sldMkLst>
      </pc:sldChg>
      <pc:sldChg chg="new del">
        <pc:chgData name="Vishal Patel" userId="cb615d8d-d808-4f17-9379-8f648e070faf" providerId="ADAL" clId="{14C46F89-B477-4D87-B79B-B0FC9C0988C7}" dt="2023-05-30T14:45:48.753" v="1244" actId="47"/>
        <pc:sldMkLst>
          <pc:docMk/>
          <pc:sldMk cId="4190915464" sldId="741"/>
        </pc:sldMkLst>
      </pc:sldChg>
      <pc:sldChg chg="modSp add mod">
        <pc:chgData name="Vishal Patel" userId="cb615d8d-d808-4f17-9379-8f648e070faf" providerId="ADAL" clId="{14C46F89-B477-4D87-B79B-B0FC9C0988C7}" dt="2023-06-08T14:07:30.167" v="1571" actId="20577"/>
        <pc:sldMkLst>
          <pc:docMk/>
          <pc:sldMk cId="1139468420" sldId="742"/>
        </pc:sldMkLst>
        <pc:spChg chg="mod">
          <ac:chgData name="Vishal Patel" userId="cb615d8d-d808-4f17-9379-8f648e070faf" providerId="ADAL" clId="{14C46F89-B477-4D87-B79B-B0FC9C0988C7}" dt="2023-06-08T14:07:30.167" v="1571" actId="20577"/>
          <ac:spMkLst>
            <pc:docMk/>
            <pc:sldMk cId="1139468420" sldId="742"/>
            <ac:spMk id="3" creationId="{429E44EF-414E-BC2C-AD19-612B1EB5A11E}"/>
          </ac:spMkLst>
        </pc:spChg>
      </pc:sldChg>
      <pc:sldChg chg="modSp new mod ord">
        <pc:chgData name="Vishal Patel" userId="cb615d8d-d808-4f17-9379-8f648e070faf" providerId="ADAL" clId="{14C46F89-B477-4D87-B79B-B0FC9C0988C7}" dt="2023-06-08T14:01:53.233" v="1475" actId="20577"/>
        <pc:sldMkLst>
          <pc:docMk/>
          <pc:sldMk cId="3904791352" sldId="743"/>
        </pc:sldMkLst>
        <pc:spChg chg="mod">
          <ac:chgData name="Vishal Patel" userId="cb615d8d-d808-4f17-9379-8f648e070faf" providerId="ADAL" clId="{14C46F89-B477-4D87-B79B-B0FC9C0988C7}" dt="2023-06-08T14:01:42.303" v="1451" actId="20577"/>
          <ac:spMkLst>
            <pc:docMk/>
            <pc:sldMk cId="3904791352" sldId="743"/>
            <ac:spMk id="2" creationId="{30969E88-C7A7-9343-86C0-B6E623B533AC}"/>
          </ac:spMkLst>
        </pc:spChg>
        <pc:spChg chg="mod">
          <ac:chgData name="Vishal Patel" userId="cb615d8d-d808-4f17-9379-8f648e070faf" providerId="ADAL" clId="{14C46F89-B477-4D87-B79B-B0FC9C0988C7}" dt="2023-06-08T14:01:53.233" v="1475" actId="20577"/>
          <ac:spMkLst>
            <pc:docMk/>
            <pc:sldMk cId="3904791352" sldId="743"/>
            <ac:spMk id="3" creationId="{67515DB0-E9E1-BBB2-AE09-BC931428FA5C}"/>
          </ac:spMkLst>
        </pc:spChg>
      </pc:sldChg>
      <pc:sldChg chg="addSp modSp new mod ord">
        <pc:chgData name="Vishal Patel" userId="cb615d8d-d808-4f17-9379-8f648e070faf" providerId="ADAL" clId="{14C46F89-B477-4D87-B79B-B0FC9C0988C7}" dt="2023-06-08T14:04:23.465" v="1517" actId="1076"/>
        <pc:sldMkLst>
          <pc:docMk/>
          <pc:sldMk cId="707295332" sldId="744"/>
        </pc:sldMkLst>
        <pc:spChg chg="mod">
          <ac:chgData name="Vishal Patel" userId="cb615d8d-d808-4f17-9379-8f648e070faf" providerId="ADAL" clId="{14C46F89-B477-4D87-B79B-B0FC9C0988C7}" dt="2023-06-08T14:02:10.176" v="1502" actId="20577"/>
          <ac:spMkLst>
            <pc:docMk/>
            <pc:sldMk cId="707295332" sldId="744"/>
            <ac:spMk id="2" creationId="{9ABB6F2D-C80F-D265-28F3-B4F667E7813D}"/>
          </ac:spMkLst>
        </pc:spChg>
        <pc:picChg chg="add mod modCrop">
          <ac:chgData name="Vishal Patel" userId="cb615d8d-d808-4f17-9379-8f648e070faf" providerId="ADAL" clId="{14C46F89-B477-4D87-B79B-B0FC9C0988C7}" dt="2023-06-08T14:04:23.465" v="1517" actId="1076"/>
          <ac:picMkLst>
            <pc:docMk/>
            <pc:sldMk cId="707295332" sldId="744"/>
            <ac:picMk id="4" creationId="{D4722A19-7E99-A8F0-E173-4CABC934EBDF}"/>
          </ac:picMkLst>
        </pc:picChg>
      </pc:sldChg>
      <pc:sldChg chg="modSp new mod ord">
        <pc:chgData name="Vishal Patel" userId="cb615d8d-d808-4f17-9379-8f648e070faf" providerId="ADAL" clId="{14C46F89-B477-4D87-B79B-B0FC9C0988C7}" dt="2023-06-08T14:04:53.531" v="1538" actId="20577"/>
        <pc:sldMkLst>
          <pc:docMk/>
          <pc:sldMk cId="2740815281" sldId="745"/>
        </pc:sldMkLst>
        <pc:spChg chg="mod">
          <ac:chgData name="Vishal Patel" userId="cb615d8d-d808-4f17-9379-8f648e070faf" providerId="ADAL" clId="{14C46F89-B477-4D87-B79B-B0FC9C0988C7}" dt="2023-06-08T14:04:34.660" v="1522" actId="20577"/>
          <ac:spMkLst>
            <pc:docMk/>
            <pc:sldMk cId="2740815281" sldId="745"/>
            <ac:spMk id="2" creationId="{C5F1CB7D-8536-F154-9E24-E1FAF182B28C}"/>
          </ac:spMkLst>
        </pc:spChg>
        <pc:spChg chg="mod">
          <ac:chgData name="Vishal Patel" userId="cb615d8d-d808-4f17-9379-8f648e070faf" providerId="ADAL" clId="{14C46F89-B477-4D87-B79B-B0FC9C0988C7}" dt="2023-06-08T14:04:53.531" v="1538" actId="20577"/>
          <ac:spMkLst>
            <pc:docMk/>
            <pc:sldMk cId="2740815281" sldId="745"/>
            <ac:spMk id="3" creationId="{42B8463A-0C27-A648-7F5A-B12F8698984B}"/>
          </ac:spMkLst>
        </pc:spChg>
      </pc:sldChg>
      <pc:sldChg chg="addSp modSp new mod ord">
        <pc:chgData name="Vishal Patel" userId="cb615d8d-d808-4f17-9379-8f648e070faf" providerId="ADAL" clId="{14C46F89-B477-4D87-B79B-B0FC9C0988C7}" dt="2023-06-08T14:05:51.885" v="1562" actId="1076"/>
        <pc:sldMkLst>
          <pc:docMk/>
          <pc:sldMk cId="106007356" sldId="746"/>
        </pc:sldMkLst>
        <pc:spChg chg="mod">
          <ac:chgData name="Vishal Patel" userId="cb615d8d-d808-4f17-9379-8f648e070faf" providerId="ADAL" clId="{14C46F89-B477-4D87-B79B-B0FC9C0988C7}" dt="2023-06-08T14:05:11.475" v="1557" actId="20577"/>
          <ac:spMkLst>
            <pc:docMk/>
            <pc:sldMk cId="106007356" sldId="746"/>
            <ac:spMk id="2" creationId="{FE40021D-5B40-F64F-B551-CAD5067DB8AE}"/>
          </ac:spMkLst>
        </pc:spChg>
        <pc:picChg chg="add mod">
          <ac:chgData name="Vishal Patel" userId="cb615d8d-d808-4f17-9379-8f648e070faf" providerId="ADAL" clId="{14C46F89-B477-4D87-B79B-B0FC9C0988C7}" dt="2023-06-08T14:05:51.885" v="1562" actId="1076"/>
          <ac:picMkLst>
            <pc:docMk/>
            <pc:sldMk cId="106007356" sldId="746"/>
            <ac:picMk id="4" creationId="{D2627416-A17F-1377-4149-3016F2025A6F}"/>
          </ac:picMkLst>
        </pc:picChg>
      </pc:sldChg>
    </pc:docChg>
  </pc:docChgLst>
  <pc:docChgLst>
    <pc:chgData name="Axata Dalvi" userId="020de26b-c38d-43b8-ada0-ee1c8a83f3ac" providerId="ADAL" clId="{59D7BF71-52BE-4CCB-99A2-B6DE8F9C114B}"/>
    <pc:docChg chg="custSel addSld delSld modSld modSection">
      <pc:chgData name="Axata Dalvi" userId="020de26b-c38d-43b8-ada0-ee1c8a83f3ac" providerId="ADAL" clId="{59D7BF71-52BE-4CCB-99A2-B6DE8F9C114B}" dt="2021-09-27T10:41:57.821" v="91" actId="14100"/>
      <pc:docMkLst>
        <pc:docMk/>
      </pc:docMkLst>
      <pc:sldChg chg="modSp mod">
        <pc:chgData name="Axata Dalvi" userId="020de26b-c38d-43b8-ada0-ee1c8a83f3ac" providerId="ADAL" clId="{59D7BF71-52BE-4CCB-99A2-B6DE8F9C114B}" dt="2021-09-27T10:41:57.821" v="91" actId="14100"/>
        <pc:sldMkLst>
          <pc:docMk/>
          <pc:sldMk cId="4203553087" sldId="718"/>
        </pc:sldMkLst>
        <pc:spChg chg="mod">
          <ac:chgData name="Axata Dalvi" userId="020de26b-c38d-43b8-ada0-ee1c8a83f3ac" providerId="ADAL" clId="{59D7BF71-52BE-4CCB-99A2-B6DE8F9C114B}" dt="2021-09-27T10:41:57.821" v="91" actId="14100"/>
          <ac:spMkLst>
            <pc:docMk/>
            <pc:sldMk cId="4203553087" sldId="718"/>
            <ac:spMk id="3" creationId="{98AFB9E1-A94C-4750-B176-FC38F8828373}"/>
          </ac:spMkLst>
        </pc:spChg>
        <pc:spChg chg="mod">
          <ac:chgData name="Axata Dalvi" userId="020de26b-c38d-43b8-ada0-ee1c8a83f3ac" providerId="ADAL" clId="{59D7BF71-52BE-4CCB-99A2-B6DE8F9C114B}" dt="2021-09-27T09:36:49.753" v="4" actId="1076"/>
          <ac:spMkLst>
            <pc:docMk/>
            <pc:sldMk cId="4203553087" sldId="718"/>
            <ac:spMk id="6" creationId="{9A78BE87-69FF-44A3-82CD-2FAA13457F43}"/>
          </ac:spMkLst>
        </pc:spChg>
        <pc:graphicFrameChg chg="mod modGraphic">
          <ac:chgData name="Axata Dalvi" userId="020de26b-c38d-43b8-ada0-ee1c8a83f3ac" providerId="ADAL" clId="{59D7BF71-52BE-4CCB-99A2-B6DE8F9C114B}" dt="2021-09-27T10:40:50.744" v="82"/>
          <ac:graphicFrameMkLst>
            <pc:docMk/>
            <pc:sldMk cId="4203553087" sldId="718"/>
            <ac:graphicFrameMk id="2" creationId="{6BAB47AF-4D99-4926-8A2C-F07343678782}"/>
          </ac:graphicFrameMkLst>
        </pc:graphicFrameChg>
      </pc:sldChg>
      <pc:sldChg chg="addSp modSp mod">
        <pc:chgData name="Axata Dalvi" userId="020de26b-c38d-43b8-ada0-ee1c8a83f3ac" providerId="ADAL" clId="{59D7BF71-52BE-4CCB-99A2-B6DE8F9C114B}" dt="2021-09-27T09:39:05.508" v="32" actId="1076"/>
        <pc:sldMkLst>
          <pc:docMk/>
          <pc:sldMk cId="3844163676" sldId="719"/>
        </pc:sldMkLst>
        <pc:spChg chg="add mod">
          <ac:chgData name="Axata Dalvi" userId="020de26b-c38d-43b8-ada0-ee1c8a83f3ac" providerId="ADAL" clId="{59D7BF71-52BE-4CCB-99A2-B6DE8F9C114B}" dt="2021-09-27T09:39:05.508" v="32" actId="1076"/>
          <ac:spMkLst>
            <pc:docMk/>
            <pc:sldMk cId="3844163676" sldId="719"/>
            <ac:spMk id="3" creationId="{35802B1F-8C26-41D8-AB58-E298A5A7909D}"/>
          </ac:spMkLst>
        </pc:spChg>
      </pc:sldChg>
      <pc:sldChg chg="modSp del mod">
        <pc:chgData name="Axata Dalvi" userId="020de26b-c38d-43b8-ada0-ee1c8a83f3ac" providerId="ADAL" clId="{59D7BF71-52BE-4CCB-99A2-B6DE8F9C114B}" dt="2021-09-27T09:39:37.310" v="34" actId="47"/>
        <pc:sldMkLst>
          <pc:docMk/>
          <pc:sldMk cId="2661587966" sldId="721"/>
        </pc:sldMkLst>
        <pc:spChg chg="mod">
          <ac:chgData name="Axata Dalvi" userId="020de26b-c38d-43b8-ada0-ee1c8a83f3ac" providerId="ADAL" clId="{59D7BF71-52BE-4CCB-99A2-B6DE8F9C114B}" dt="2021-09-27T09:37:44.240" v="6" actId="20577"/>
          <ac:spMkLst>
            <pc:docMk/>
            <pc:sldMk cId="2661587966" sldId="721"/>
            <ac:spMk id="3" creationId="{F8243BDC-E628-4986-9347-20F9DDF5A0EB}"/>
          </ac:spMkLst>
        </pc:spChg>
        <pc:spChg chg="mod">
          <ac:chgData name="Axata Dalvi" userId="020de26b-c38d-43b8-ada0-ee1c8a83f3ac" providerId="ADAL" clId="{59D7BF71-52BE-4CCB-99A2-B6DE8F9C114B}" dt="2021-09-27T09:37:55.277" v="29" actId="20577"/>
          <ac:spMkLst>
            <pc:docMk/>
            <pc:sldMk cId="2661587966" sldId="721"/>
            <ac:spMk id="4" creationId="{CBA27408-E464-4D2D-9AB3-5FAC2A5B272A}"/>
          </ac:spMkLst>
        </pc:spChg>
      </pc:sldChg>
      <pc:sldChg chg="new del">
        <pc:chgData name="Axata Dalvi" userId="020de26b-c38d-43b8-ada0-ee1c8a83f3ac" providerId="ADAL" clId="{59D7BF71-52BE-4CCB-99A2-B6DE8F9C114B}" dt="2021-09-27T09:39:39.934" v="35" actId="47"/>
        <pc:sldMkLst>
          <pc:docMk/>
          <pc:sldMk cId="1016976712" sldId="724"/>
        </pc:sldMkLst>
      </pc:sldChg>
      <pc:sldChg chg="new">
        <pc:chgData name="Axata Dalvi" userId="020de26b-c38d-43b8-ada0-ee1c8a83f3ac" providerId="ADAL" clId="{59D7BF71-52BE-4CCB-99A2-B6DE8F9C114B}" dt="2021-09-27T09:39:35.203" v="33" actId="680"/>
        <pc:sldMkLst>
          <pc:docMk/>
          <pc:sldMk cId="4274754911" sldId="725"/>
        </pc:sldMkLst>
      </pc:sldChg>
    </pc:docChg>
  </pc:docChgLst>
  <pc:docChgLst>
    <pc:chgData name="Ritesh Patil" userId="S::ritesh.patil@1rivet.com::2d999d02-993d-45fd-811d-37e6af85f756" providerId="AD" clId="Web-{52442B97-01DE-4A17-5539-B6E35DFC3F07}"/>
    <pc:docChg chg="modSld">
      <pc:chgData name="Ritesh Patil" userId="S::ritesh.patil@1rivet.com::2d999d02-993d-45fd-811d-37e6af85f756" providerId="AD" clId="Web-{52442B97-01DE-4A17-5539-B6E35DFC3F07}" dt="2020-11-04T10:36:45.625" v="1"/>
      <pc:docMkLst>
        <pc:docMk/>
      </pc:docMkLst>
      <pc:sldChg chg="modSp">
        <pc:chgData name="Ritesh Patil" userId="S::ritesh.patil@1rivet.com::2d999d02-993d-45fd-811d-37e6af85f756" providerId="AD" clId="Web-{52442B97-01DE-4A17-5539-B6E35DFC3F07}" dt="2020-11-04T10:36:45.625" v="1"/>
        <pc:sldMkLst>
          <pc:docMk/>
          <pc:sldMk cId="353402113" sldId="751"/>
        </pc:sldMkLst>
        <pc:graphicFrameChg chg="mod modGraphic">
          <ac:chgData name="Ritesh Patil" userId="S::ritesh.patil@1rivet.com::2d999d02-993d-45fd-811d-37e6af85f756" providerId="AD" clId="Web-{52442B97-01DE-4A17-5539-B6E35DFC3F07}" dt="2020-11-04T10:36:45.625" v="1"/>
          <ac:graphicFrameMkLst>
            <pc:docMk/>
            <pc:sldMk cId="353402113" sldId="751"/>
            <ac:graphicFrameMk id="9" creationId="{5C1BE8C1-8EDD-40D8-B29E-950258D70893}"/>
          </ac:graphicFrameMkLst>
        </pc:graphicFrameChg>
      </pc:sldChg>
    </pc:docChg>
  </pc:docChgLst>
  <pc:docChgLst>
    <pc:chgData name="Ritesh Patil" userId="2d999d02-993d-45fd-811d-37e6af85f756" providerId="ADAL" clId="{BEF922CD-33A5-4DE6-A11A-F8C43A06B01C}"/>
    <pc:docChg chg="custSel addSld modSld modSection">
      <pc:chgData name="Ritesh Patil" userId="2d999d02-993d-45fd-811d-37e6af85f756" providerId="ADAL" clId="{BEF922CD-33A5-4DE6-A11A-F8C43A06B01C}" dt="2020-11-10T04:17:57.085" v="99" actId="1035"/>
      <pc:docMkLst>
        <pc:docMk/>
      </pc:docMkLst>
      <pc:sldChg chg="addSp delSp modSp new mod">
        <pc:chgData name="Ritesh Patil" userId="2d999d02-993d-45fd-811d-37e6af85f756" providerId="ADAL" clId="{BEF922CD-33A5-4DE6-A11A-F8C43A06B01C}" dt="2020-11-10T04:17:57.085" v="99" actId="1035"/>
        <pc:sldMkLst>
          <pc:docMk/>
          <pc:sldMk cId="2239825618" sldId="752"/>
        </pc:sldMkLst>
        <pc:spChg chg="mod">
          <ac:chgData name="Ritesh Patil" userId="2d999d02-993d-45fd-811d-37e6af85f756" providerId="ADAL" clId="{BEF922CD-33A5-4DE6-A11A-F8C43A06B01C}" dt="2020-11-09T05:10:34.959" v="58" actId="20577"/>
          <ac:spMkLst>
            <pc:docMk/>
            <pc:sldMk cId="2239825618" sldId="752"/>
            <ac:spMk id="2" creationId="{78D06ACF-A850-4289-8ED2-B8CFAB965E44}"/>
          </ac:spMkLst>
        </pc:spChg>
        <pc:picChg chg="add del mod">
          <ac:chgData name="Ritesh Patil" userId="2d999d02-993d-45fd-811d-37e6af85f756" providerId="ADAL" clId="{BEF922CD-33A5-4DE6-A11A-F8C43A06B01C}" dt="2020-11-10T04:17:06.615" v="59" actId="478"/>
          <ac:picMkLst>
            <pc:docMk/>
            <pc:sldMk cId="2239825618" sldId="752"/>
            <ac:picMk id="4" creationId="{00590FFD-AA3E-404D-B332-AEFDD70617DF}"/>
          </ac:picMkLst>
        </pc:picChg>
        <pc:picChg chg="add mod ord">
          <ac:chgData name="Ritesh Patil" userId="2d999d02-993d-45fd-811d-37e6af85f756" providerId="ADAL" clId="{BEF922CD-33A5-4DE6-A11A-F8C43A06B01C}" dt="2020-11-10T04:17:57.085" v="99" actId="1035"/>
          <ac:picMkLst>
            <pc:docMk/>
            <pc:sldMk cId="2239825618" sldId="752"/>
            <ac:picMk id="5" creationId="{75D31A07-78D5-47C6-9F77-A065511A989F}"/>
          </ac:picMkLst>
        </pc:picChg>
      </pc:sldChg>
    </pc:docChg>
  </pc:docChgLst>
  <pc:docChgLst>
    <pc:chgData name="Ritesh Patil" userId="2d999d02-993d-45fd-811d-37e6af85f756" providerId="ADAL" clId="{E78AACCF-0300-4363-B262-CFC351FC7643}"/>
    <pc:docChg chg="undo redo custSel addSld delSld modSld modSection">
      <pc:chgData name="Ritesh Patil" userId="2d999d02-993d-45fd-811d-37e6af85f756" providerId="ADAL" clId="{E78AACCF-0300-4363-B262-CFC351FC7643}" dt="2020-10-28T16:32:58.808" v="4131" actId="20577"/>
      <pc:docMkLst>
        <pc:docMk/>
      </pc:docMkLst>
      <pc:sldChg chg="addSp delSp modSp mod">
        <pc:chgData name="Ritesh Patil" userId="2d999d02-993d-45fd-811d-37e6af85f756" providerId="ADAL" clId="{E78AACCF-0300-4363-B262-CFC351FC7643}" dt="2020-10-28T16:31:14.410" v="4125" actId="20577"/>
        <pc:sldMkLst>
          <pc:docMk/>
          <pc:sldMk cId="992888993" sldId="599"/>
        </pc:sldMkLst>
        <pc:spChg chg="mod">
          <ac:chgData name="Ritesh Patil" userId="2d999d02-993d-45fd-811d-37e6af85f756" providerId="ADAL" clId="{E78AACCF-0300-4363-B262-CFC351FC7643}" dt="2020-10-28T12:21:20.160" v="1713" actId="207"/>
          <ac:spMkLst>
            <pc:docMk/>
            <pc:sldMk cId="992888993" sldId="599"/>
            <ac:spMk id="10" creationId="{EB64263D-6D6A-4B71-9604-1E96A91D1F6C}"/>
          </ac:spMkLst>
        </pc:spChg>
        <pc:spChg chg="del mod">
          <ac:chgData name="Ritesh Patil" userId="2d999d02-993d-45fd-811d-37e6af85f756" providerId="ADAL" clId="{E78AACCF-0300-4363-B262-CFC351FC7643}" dt="2020-10-28T10:39:10.346" v="485" actId="478"/>
          <ac:spMkLst>
            <pc:docMk/>
            <pc:sldMk cId="992888993" sldId="599"/>
            <ac:spMk id="25" creationId="{04F4B3E0-B670-49A7-8FA3-74F760045271}"/>
          </ac:spMkLst>
        </pc:spChg>
        <pc:spChg chg="add del mod">
          <ac:chgData name="Ritesh Patil" userId="2d999d02-993d-45fd-811d-37e6af85f756" providerId="ADAL" clId="{E78AACCF-0300-4363-B262-CFC351FC7643}" dt="2020-10-28T16:31:14.410" v="4125" actId="20577"/>
          <ac:spMkLst>
            <pc:docMk/>
            <pc:sldMk cId="992888993" sldId="599"/>
            <ac:spMk id="26" creationId="{67DC5608-6129-4431-A6C2-7B1C9ACE1E8B}"/>
          </ac:spMkLst>
        </pc:spChg>
        <pc:graphicFrameChg chg="mod modGraphic">
          <ac:chgData name="Ritesh Patil" userId="2d999d02-993d-45fd-811d-37e6af85f756" providerId="ADAL" clId="{E78AACCF-0300-4363-B262-CFC351FC7643}" dt="2020-10-28T16:30:09.575" v="4055" actId="20577"/>
          <ac:graphicFrameMkLst>
            <pc:docMk/>
            <pc:sldMk cId="992888993" sldId="599"/>
            <ac:graphicFrameMk id="4" creationId="{F097333C-0D2E-406E-8933-FEA5DFE25BC6}"/>
          </ac:graphicFrameMkLst>
        </pc:graphicFrameChg>
      </pc:sldChg>
      <pc:sldChg chg="modSp mod">
        <pc:chgData name="Ritesh Patil" userId="2d999d02-993d-45fd-811d-37e6af85f756" providerId="ADAL" clId="{E78AACCF-0300-4363-B262-CFC351FC7643}" dt="2020-10-28T16:13:50.649" v="3511" actId="207"/>
        <pc:sldMkLst>
          <pc:docMk/>
          <pc:sldMk cId="194519236" sldId="689"/>
        </pc:sldMkLst>
        <pc:graphicFrameChg chg="mod modGraphic">
          <ac:chgData name="Ritesh Patil" userId="2d999d02-993d-45fd-811d-37e6af85f756" providerId="ADAL" clId="{E78AACCF-0300-4363-B262-CFC351FC7643}" dt="2020-10-28T16:13:50.649" v="3511" actId="207"/>
          <ac:graphicFrameMkLst>
            <pc:docMk/>
            <pc:sldMk cId="194519236" sldId="689"/>
            <ac:graphicFrameMk id="3" creationId="{902E70B4-30E8-4713-88D0-AA8DDC640A16}"/>
          </ac:graphicFrameMkLst>
        </pc:graphicFrameChg>
      </pc:sldChg>
      <pc:sldChg chg="modSp mod">
        <pc:chgData name="Ritesh Patil" userId="2d999d02-993d-45fd-811d-37e6af85f756" providerId="ADAL" clId="{E78AACCF-0300-4363-B262-CFC351FC7643}" dt="2020-10-28T13:24:45.438" v="2564" actId="20577"/>
        <pc:sldMkLst>
          <pc:docMk/>
          <pc:sldMk cId="4203553087" sldId="718"/>
        </pc:sldMkLst>
        <pc:spChg chg="mod">
          <ac:chgData name="Ritesh Patil" userId="2d999d02-993d-45fd-811d-37e6af85f756" providerId="ADAL" clId="{E78AACCF-0300-4363-B262-CFC351FC7643}" dt="2020-10-28T13:24:45.438" v="2564" actId="20577"/>
          <ac:spMkLst>
            <pc:docMk/>
            <pc:sldMk cId="4203553087" sldId="718"/>
            <ac:spMk id="4" creationId="{1BD43F09-785F-45D0-8FFD-00D7C6797479}"/>
          </ac:spMkLst>
        </pc:spChg>
      </pc:sldChg>
      <pc:sldChg chg="modSp mod">
        <pc:chgData name="Ritesh Patil" userId="2d999d02-993d-45fd-811d-37e6af85f756" providerId="ADAL" clId="{E78AACCF-0300-4363-B262-CFC351FC7643}" dt="2020-10-28T16:32:58.808" v="4131" actId="20577"/>
        <pc:sldMkLst>
          <pc:docMk/>
          <pc:sldMk cId="3769822916" sldId="724"/>
        </pc:sldMkLst>
        <pc:spChg chg="mod">
          <ac:chgData name="Ritesh Patil" userId="2d999d02-993d-45fd-811d-37e6af85f756" providerId="ADAL" clId="{E78AACCF-0300-4363-B262-CFC351FC7643}" dt="2020-10-28T16:32:58.808" v="4131" actId="20577"/>
          <ac:spMkLst>
            <pc:docMk/>
            <pc:sldMk cId="3769822916" sldId="724"/>
            <ac:spMk id="7" creationId="{246722D8-CB93-49E0-A1F5-058F01810C93}"/>
          </ac:spMkLst>
        </pc:spChg>
      </pc:sldChg>
      <pc:sldChg chg="modSp mod">
        <pc:chgData name="Ritesh Patil" userId="2d999d02-993d-45fd-811d-37e6af85f756" providerId="ADAL" clId="{E78AACCF-0300-4363-B262-CFC351FC7643}" dt="2020-10-28T15:48:35.600" v="3396" actId="207"/>
        <pc:sldMkLst>
          <pc:docMk/>
          <pc:sldMk cId="2561160881" sldId="732"/>
        </pc:sldMkLst>
        <pc:spChg chg="mod">
          <ac:chgData name="Ritesh Patil" userId="2d999d02-993d-45fd-811d-37e6af85f756" providerId="ADAL" clId="{E78AACCF-0300-4363-B262-CFC351FC7643}" dt="2020-10-28T15:48:35.600" v="3396" actId="207"/>
          <ac:spMkLst>
            <pc:docMk/>
            <pc:sldMk cId="2561160881" sldId="732"/>
            <ac:spMk id="5" creationId="{3BEEDEC3-2F3A-4E18-BF67-D4FE4905CC84}"/>
          </ac:spMkLst>
        </pc:spChg>
      </pc:sldChg>
      <pc:sldChg chg="modSp mod">
        <pc:chgData name="Ritesh Patil" userId="2d999d02-993d-45fd-811d-37e6af85f756" providerId="ADAL" clId="{E78AACCF-0300-4363-B262-CFC351FC7643}" dt="2020-10-28T16:15:28.545" v="3546" actId="20577"/>
        <pc:sldMkLst>
          <pc:docMk/>
          <pc:sldMk cId="1280645609" sldId="740"/>
        </pc:sldMkLst>
        <pc:graphicFrameChg chg="modGraphic">
          <ac:chgData name="Ritesh Patil" userId="2d999d02-993d-45fd-811d-37e6af85f756" providerId="ADAL" clId="{E78AACCF-0300-4363-B262-CFC351FC7643}" dt="2020-10-28T16:15:28.545" v="3546" actId="20577"/>
          <ac:graphicFrameMkLst>
            <pc:docMk/>
            <pc:sldMk cId="1280645609" sldId="740"/>
            <ac:graphicFrameMk id="3" creationId="{902E70B4-30E8-4713-88D0-AA8DDC640A16}"/>
          </ac:graphicFrameMkLst>
        </pc:graphicFrameChg>
      </pc:sldChg>
      <pc:sldChg chg="addSp modSp del mod">
        <pc:chgData name="Ritesh Patil" userId="2d999d02-993d-45fd-811d-37e6af85f756" providerId="ADAL" clId="{E78AACCF-0300-4363-B262-CFC351FC7643}" dt="2020-10-28T11:27:47.084" v="1212" actId="47"/>
        <pc:sldMkLst>
          <pc:docMk/>
          <pc:sldMk cId="1436472564" sldId="743"/>
        </pc:sldMkLst>
        <pc:spChg chg="mod">
          <ac:chgData name="Ritesh Patil" userId="2d999d02-993d-45fd-811d-37e6af85f756" providerId="ADAL" clId="{E78AACCF-0300-4363-B262-CFC351FC7643}" dt="2020-10-28T08:34:02.617" v="271" actId="13926"/>
          <ac:spMkLst>
            <pc:docMk/>
            <pc:sldMk cId="1436472564" sldId="743"/>
            <ac:spMk id="3" creationId="{BC0B7DEE-2DB1-467E-9E73-B05711A4EE1D}"/>
          </ac:spMkLst>
        </pc:spChg>
        <pc:spChg chg="add mod">
          <ac:chgData name="Ritesh Patil" userId="2d999d02-993d-45fd-811d-37e6af85f756" providerId="ADAL" clId="{E78AACCF-0300-4363-B262-CFC351FC7643}" dt="2020-10-28T08:34:25.248" v="273" actId="207"/>
          <ac:spMkLst>
            <pc:docMk/>
            <pc:sldMk cId="1436472564" sldId="743"/>
            <ac:spMk id="4" creationId="{2DC4435D-E8DB-4F23-9405-60D4769E0D80}"/>
          </ac:spMkLst>
        </pc:spChg>
        <pc:spChg chg="add">
          <ac:chgData name="Ritesh Patil" userId="2d999d02-993d-45fd-811d-37e6af85f756" providerId="ADAL" clId="{E78AACCF-0300-4363-B262-CFC351FC7643}" dt="2020-10-28T07:53:47.501" v="269" actId="22"/>
          <ac:spMkLst>
            <pc:docMk/>
            <pc:sldMk cId="1436472564" sldId="743"/>
            <ac:spMk id="7" creationId="{1B56D733-4087-49FF-A67D-61301029C6A4}"/>
          </ac:spMkLst>
        </pc:spChg>
        <pc:spChg chg="mod">
          <ac:chgData name="Ritesh Patil" userId="2d999d02-993d-45fd-811d-37e6af85f756" providerId="ADAL" clId="{E78AACCF-0300-4363-B262-CFC351FC7643}" dt="2020-10-28T11:11:34.829" v="803" actId="21"/>
          <ac:spMkLst>
            <pc:docMk/>
            <pc:sldMk cId="1436472564" sldId="743"/>
            <ac:spMk id="11" creationId="{5FC4377A-367C-426D-A594-FC4FD03C50A3}"/>
          </ac:spMkLst>
        </pc:spChg>
        <pc:spChg chg="add">
          <ac:chgData name="Ritesh Patil" userId="2d999d02-993d-45fd-811d-37e6af85f756" providerId="ADAL" clId="{E78AACCF-0300-4363-B262-CFC351FC7643}" dt="2020-10-28T07:54:07.997" v="270" actId="22"/>
          <ac:spMkLst>
            <pc:docMk/>
            <pc:sldMk cId="1436472564" sldId="743"/>
            <ac:spMk id="13" creationId="{CE1217A4-7ACF-4D4F-8ECB-03394FF112E7}"/>
          </ac:spMkLst>
        </pc:spChg>
        <pc:spChg chg="mod">
          <ac:chgData name="Ritesh Patil" userId="2d999d02-993d-45fd-811d-37e6af85f756" providerId="ADAL" clId="{E78AACCF-0300-4363-B262-CFC351FC7643}" dt="2020-10-28T07:23:08.659" v="37" actId="1076"/>
          <ac:spMkLst>
            <pc:docMk/>
            <pc:sldMk cId="1436472564" sldId="743"/>
            <ac:spMk id="90" creationId="{7B9E2746-9BC1-48D3-9762-080629559393}"/>
          </ac:spMkLst>
        </pc:spChg>
        <pc:cxnChg chg="add mod">
          <ac:chgData name="Ritesh Patil" userId="2d999d02-993d-45fd-811d-37e6af85f756" providerId="ADAL" clId="{E78AACCF-0300-4363-B262-CFC351FC7643}" dt="2020-10-28T07:49:09.804" v="156" actId="1036"/>
          <ac:cxnSpMkLst>
            <pc:docMk/>
            <pc:sldMk cId="1436472564" sldId="743"/>
            <ac:cxnSpMk id="45" creationId="{F4ADD6B2-B160-4216-9FCB-57C85632A1C2}"/>
          </ac:cxnSpMkLst>
        </pc:cxnChg>
        <pc:cxnChg chg="mod">
          <ac:chgData name="Ritesh Patil" userId="2d999d02-993d-45fd-811d-37e6af85f756" providerId="ADAL" clId="{E78AACCF-0300-4363-B262-CFC351FC7643}" dt="2020-10-28T07:23:08.659" v="37" actId="1076"/>
          <ac:cxnSpMkLst>
            <pc:docMk/>
            <pc:sldMk cId="1436472564" sldId="743"/>
            <ac:cxnSpMk id="98" creationId="{5ED6B869-65F5-46F9-A73C-A496960E0E26}"/>
          </ac:cxnSpMkLst>
        </pc:cxnChg>
      </pc:sldChg>
      <pc:sldChg chg="addSp delSp modSp mod">
        <pc:chgData name="Ritesh Patil" userId="2d999d02-993d-45fd-811d-37e6af85f756" providerId="ADAL" clId="{E78AACCF-0300-4363-B262-CFC351FC7643}" dt="2020-10-28T16:10:06.588" v="3503" actId="207"/>
        <pc:sldMkLst>
          <pc:docMk/>
          <pc:sldMk cId="164569202" sldId="744"/>
        </pc:sldMkLst>
        <pc:spChg chg="mod">
          <ac:chgData name="Ritesh Patil" userId="2d999d02-993d-45fd-811d-37e6af85f756" providerId="ADAL" clId="{E78AACCF-0300-4363-B262-CFC351FC7643}" dt="2020-10-28T12:56:24.378" v="2383" actId="6549"/>
          <ac:spMkLst>
            <pc:docMk/>
            <pc:sldMk cId="164569202" sldId="744"/>
            <ac:spMk id="3" creationId="{BC0B7DEE-2DB1-467E-9E73-B05711A4EE1D}"/>
          </ac:spMkLst>
        </pc:spChg>
        <pc:spChg chg="add del mod">
          <ac:chgData name="Ritesh Patil" userId="2d999d02-993d-45fd-811d-37e6af85f756" providerId="ADAL" clId="{E78AACCF-0300-4363-B262-CFC351FC7643}" dt="2020-10-28T11:21:30.792" v="1015" actId="478"/>
          <ac:spMkLst>
            <pc:docMk/>
            <pc:sldMk cId="164569202" sldId="744"/>
            <ac:spMk id="4" creationId="{FA2A81C9-FD50-4A42-87AD-A97F3719322A}"/>
          </ac:spMkLst>
        </pc:spChg>
        <pc:spChg chg="del mod">
          <ac:chgData name="Ritesh Patil" userId="2d999d02-993d-45fd-811d-37e6af85f756" providerId="ADAL" clId="{E78AACCF-0300-4363-B262-CFC351FC7643}" dt="2020-10-28T11:27:35.699" v="1210" actId="478"/>
          <ac:spMkLst>
            <pc:docMk/>
            <pc:sldMk cId="164569202" sldId="744"/>
            <ac:spMk id="6" creationId="{8C0B9C02-F3D1-42C8-A9C0-1DDC308A9B1F}"/>
          </ac:spMkLst>
        </pc:spChg>
        <pc:spChg chg="add del mod">
          <ac:chgData name="Ritesh Patil" userId="2d999d02-993d-45fd-811d-37e6af85f756" providerId="ADAL" clId="{E78AACCF-0300-4363-B262-CFC351FC7643}" dt="2020-10-28T11:21:29.739" v="1014" actId="478"/>
          <ac:spMkLst>
            <pc:docMk/>
            <pc:sldMk cId="164569202" sldId="744"/>
            <ac:spMk id="7" creationId="{F5BF33FB-3C0F-49E8-84E0-AC08D6DD92CE}"/>
          </ac:spMkLst>
        </pc:spChg>
        <pc:spChg chg="mod">
          <ac:chgData name="Ritesh Patil" userId="2d999d02-993d-45fd-811d-37e6af85f756" providerId="ADAL" clId="{E78AACCF-0300-4363-B262-CFC351FC7643}" dt="2020-10-28T12:46:40.856" v="2179" actId="14100"/>
          <ac:spMkLst>
            <pc:docMk/>
            <pc:sldMk cId="164569202" sldId="744"/>
            <ac:spMk id="9" creationId="{10415FDC-20D3-470E-8BBF-28E62A27C510}"/>
          </ac:spMkLst>
        </pc:spChg>
        <pc:spChg chg="mod">
          <ac:chgData name="Ritesh Patil" userId="2d999d02-993d-45fd-811d-37e6af85f756" providerId="ADAL" clId="{E78AACCF-0300-4363-B262-CFC351FC7643}" dt="2020-10-28T12:29:13.595" v="1807" actId="1076"/>
          <ac:spMkLst>
            <pc:docMk/>
            <pc:sldMk cId="164569202" sldId="744"/>
            <ac:spMk id="12" creationId="{B46CE708-A22E-4FD3-8ECA-A373120BF563}"/>
          </ac:spMkLst>
        </pc:spChg>
        <pc:spChg chg="mod">
          <ac:chgData name="Ritesh Patil" userId="2d999d02-993d-45fd-811d-37e6af85f756" providerId="ADAL" clId="{E78AACCF-0300-4363-B262-CFC351FC7643}" dt="2020-10-28T15:08:39.027" v="3284" actId="6549"/>
          <ac:spMkLst>
            <pc:docMk/>
            <pc:sldMk cId="164569202" sldId="744"/>
            <ac:spMk id="15" creationId="{5CCA1334-12C9-4F9C-9CD9-7D6EAD5D6711}"/>
          </ac:spMkLst>
        </pc:spChg>
        <pc:spChg chg="mod">
          <ac:chgData name="Ritesh Patil" userId="2d999d02-993d-45fd-811d-37e6af85f756" providerId="ADAL" clId="{E78AACCF-0300-4363-B262-CFC351FC7643}" dt="2020-10-28T12:52:48.524" v="2339" actId="1076"/>
          <ac:spMkLst>
            <pc:docMk/>
            <pc:sldMk cId="164569202" sldId="744"/>
            <ac:spMk id="16" creationId="{6FC4F019-0BE0-4BA7-BE0C-42BE5D8D04B7}"/>
          </ac:spMkLst>
        </pc:spChg>
        <pc:spChg chg="mod">
          <ac:chgData name="Ritesh Patil" userId="2d999d02-993d-45fd-811d-37e6af85f756" providerId="ADAL" clId="{E78AACCF-0300-4363-B262-CFC351FC7643}" dt="2020-10-28T12:46:40.856" v="2179" actId="14100"/>
          <ac:spMkLst>
            <pc:docMk/>
            <pc:sldMk cId="164569202" sldId="744"/>
            <ac:spMk id="18" creationId="{3A7DEA24-0583-45F4-9333-46F1993E203B}"/>
          </ac:spMkLst>
        </pc:spChg>
        <pc:spChg chg="mod">
          <ac:chgData name="Ritesh Patil" userId="2d999d02-993d-45fd-811d-37e6af85f756" providerId="ADAL" clId="{E78AACCF-0300-4363-B262-CFC351FC7643}" dt="2020-10-28T15:07:15.918" v="3262" actId="1076"/>
          <ac:spMkLst>
            <pc:docMk/>
            <pc:sldMk cId="164569202" sldId="744"/>
            <ac:spMk id="19" creationId="{3F5174F6-BACA-4BD3-B5F3-6CAD780C93EB}"/>
          </ac:spMkLst>
        </pc:spChg>
        <pc:spChg chg="mod">
          <ac:chgData name="Ritesh Patil" userId="2d999d02-993d-45fd-811d-37e6af85f756" providerId="ADAL" clId="{E78AACCF-0300-4363-B262-CFC351FC7643}" dt="2020-10-28T15:07:15.918" v="3262" actId="1076"/>
          <ac:spMkLst>
            <pc:docMk/>
            <pc:sldMk cId="164569202" sldId="744"/>
            <ac:spMk id="20" creationId="{D2A1364C-F30D-4FB9-8F0B-EB75A4CBB8F5}"/>
          </ac:spMkLst>
        </pc:spChg>
        <pc:spChg chg="add mod">
          <ac:chgData name="Ritesh Patil" userId="2d999d02-993d-45fd-811d-37e6af85f756" providerId="ADAL" clId="{E78AACCF-0300-4363-B262-CFC351FC7643}" dt="2020-10-28T16:10:06.588" v="3503" actId="207"/>
          <ac:spMkLst>
            <pc:docMk/>
            <pc:sldMk cId="164569202" sldId="744"/>
            <ac:spMk id="30" creationId="{31916801-5AD6-4FA2-84C8-A343C4388FF5}"/>
          </ac:spMkLst>
        </pc:spChg>
        <pc:spChg chg="add del mod">
          <ac:chgData name="Ritesh Patil" userId="2d999d02-993d-45fd-811d-37e6af85f756" providerId="ADAL" clId="{E78AACCF-0300-4363-B262-CFC351FC7643}" dt="2020-10-28T12:32:15.837" v="1872" actId="22"/>
          <ac:spMkLst>
            <pc:docMk/>
            <pc:sldMk cId="164569202" sldId="744"/>
            <ac:spMk id="35" creationId="{FBABF30C-F5CB-4848-827F-528BB246A7C7}"/>
          </ac:spMkLst>
        </pc:spChg>
        <pc:spChg chg="add del mod">
          <ac:chgData name="Ritesh Patil" userId="2d999d02-993d-45fd-811d-37e6af85f756" providerId="ADAL" clId="{E78AACCF-0300-4363-B262-CFC351FC7643}" dt="2020-10-28T12:32:15.837" v="1872" actId="22"/>
          <ac:spMkLst>
            <pc:docMk/>
            <pc:sldMk cId="164569202" sldId="744"/>
            <ac:spMk id="36" creationId="{FE02754E-F7CB-4E55-9248-7E488272BC79}"/>
          </ac:spMkLst>
        </pc:spChg>
        <pc:spChg chg="add del mod">
          <ac:chgData name="Ritesh Patil" userId="2d999d02-993d-45fd-811d-37e6af85f756" providerId="ADAL" clId="{E78AACCF-0300-4363-B262-CFC351FC7643}" dt="2020-10-28T15:06:11.930" v="3257" actId="478"/>
          <ac:spMkLst>
            <pc:docMk/>
            <pc:sldMk cId="164569202" sldId="744"/>
            <ac:spMk id="37" creationId="{218489B0-5521-4839-8EAF-91C6411CEB54}"/>
          </ac:spMkLst>
        </pc:spChg>
        <pc:spChg chg="add mod">
          <ac:chgData name="Ritesh Patil" userId="2d999d02-993d-45fd-811d-37e6af85f756" providerId="ADAL" clId="{E78AACCF-0300-4363-B262-CFC351FC7643}" dt="2020-10-28T15:08:51.368" v="3286" actId="20577"/>
          <ac:spMkLst>
            <pc:docMk/>
            <pc:sldMk cId="164569202" sldId="744"/>
            <ac:spMk id="38" creationId="{3E88132D-ED72-42D4-A429-F63980ECDEA7}"/>
          </ac:spMkLst>
        </pc:spChg>
        <pc:spChg chg="add del mod">
          <ac:chgData name="Ritesh Patil" userId="2d999d02-993d-45fd-811d-37e6af85f756" providerId="ADAL" clId="{E78AACCF-0300-4363-B262-CFC351FC7643}" dt="2020-10-28T11:21:27.842" v="1013" actId="478"/>
          <ac:spMkLst>
            <pc:docMk/>
            <pc:sldMk cId="164569202" sldId="744"/>
            <ac:spMk id="42" creationId="{E712303E-176A-4A5E-9336-627A4D4E6F9F}"/>
          </ac:spMkLst>
        </pc:spChg>
        <pc:spChg chg="add mod">
          <ac:chgData name="Ritesh Patil" userId="2d999d02-993d-45fd-811d-37e6af85f756" providerId="ADAL" clId="{E78AACCF-0300-4363-B262-CFC351FC7643}" dt="2020-10-28T12:56:52.841" v="2397" actId="6549"/>
          <ac:spMkLst>
            <pc:docMk/>
            <pc:sldMk cId="164569202" sldId="744"/>
            <ac:spMk id="47" creationId="{9E4126AC-3E56-4D36-BC7A-F3E3EB81B54D}"/>
          </ac:spMkLst>
        </pc:spChg>
        <pc:spChg chg="add mod ord">
          <ac:chgData name="Ritesh Patil" userId="2d999d02-993d-45fd-811d-37e6af85f756" providerId="ADAL" clId="{E78AACCF-0300-4363-B262-CFC351FC7643}" dt="2020-10-28T15:08:12.916" v="3272" actId="21"/>
          <ac:spMkLst>
            <pc:docMk/>
            <pc:sldMk cId="164569202" sldId="744"/>
            <ac:spMk id="66" creationId="{91C599D7-340E-4D36-A7A0-706BFCAB78E6}"/>
          </ac:spMkLst>
        </pc:spChg>
        <pc:spChg chg="add del mod">
          <ac:chgData name="Ritesh Patil" userId="2d999d02-993d-45fd-811d-37e6af85f756" providerId="ADAL" clId="{E78AACCF-0300-4363-B262-CFC351FC7643}" dt="2020-10-28T15:06:09.874" v="3256" actId="478"/>
          <ac:spMkLst>
            <pc:docMk/>
            <pc:sldMk cId="164569202" sldId="744"/>
            <ac:spMk id="73" creationId="{466F735C-6AC3-4110-9932-75A40A9AD689}"/>
          </ac:spMkLst>
        </pc:spChg>
        <pc:spChg chg="add del mod">
          <ac:chgData name="Ritesh Patil" userId="2d999d02-993d-45fd-811d-37e6af85f756" providerId="ADAL" clId="{E78AACCF-0300-4363-B262-CFC351FC7643}" dt="2020-10-28T12:51:31.452" v="2308" actId="478"/>
          <ac:spMkLst>
            <pc:docMk/>
            <pc:sldMk cId="164569202" sldId="744"/>
            <ac:spMk id="78" creationId="{3319E33C-0FB2-4712-B858-94B5BAC47741}"/>
          </ac:spMkLst>
        </pc:spChg>
        <pc:spChg chg="mod">
          <ac:chgData name="Ritesh Patil" userId="2d999d02-993d-45fd-811d-37e6af85f756" providerId="ADAL" clId="{E78AACCF-0300-4363-B262-CFC351FC7643}" dt="2020-10-28T15:08:15.180" v="3273"/>
          <ac:spMkLst>
            <pc:docMk/>
            <pc:sldMk cId="164569202" sldId="744"/>
            <ac:spMk id="86" creationId="{455E5123-32AF-494B-830D-8859E58E9201}"/>
          </ac:spMkLst>
        </pc:spChg>
        <pc:spChg chg="mod">
          <ac:chgData name="Ritesh Patil" userId="2d999d02-993d-45fd-811d-37e6af85f756" providerId="ADAL" clId="{E78AACCF-0300-4363-B262-CFC351FC7643}" dt="2020-10-28T12:46:40.856" v="2179" actId="14100"/>
          <ac:spMkLst>
            <pc:docMk/>
            <pc:sldMk cId="164569202" sldId="744"/>
            <ac:spMk id="88" creationId="{137A4AB8-B76A-4B5A-879B-D5A9BED86A01}"/>
          </ac:spMkLst>
        </pc:spChg>
        <pc:spChg chg="mod">
          <ac:chgData name="Ritesh Patil" userId="2d999d02-993d-45fd-811d-37e6af85f756" providerId="ADAL" clId="{E78AACCF-0300-4363-B262-CFC351FC7643}" dt="2020-10-28T12:56:31.780" v="2394" actId="20577"/>
          <ac:spMkLst>
            <pc:docMk/>
            <pc:sldMk cId="164569202" sldId="744"/>
            <ac:spMk id="90" creationId="{7B9E2746-9BC1-48D3-9762-080629559393}"/>
          </ac:spMkLst>
        </pc:spChg>
        <pc:spChg chg="mod">
          <ac:chgData name="Ritesh Patil" userId="2d999d02-993d-45fd-811d-37e6af85f756" providerId="ADAL" clId="{E78AACCF-0300-4363-B262-CFC351FC7643}" dt="2020-10-28T13:46:21.231" v="2568" actId="14100"/>
          <ac:spMkLst>
            <pc:docMk/>
            <pc:sldMk cId="164569202" sldId="744"/>
            <ac:spMk id="91" creationId="{9FC86693-3ECC-4C9D-9D06-1692B5E5A3E3}"/>
          </ac:spMkLst>
        </pc:spChg>
        <pc:spChg chg="add">
          <ac:chgData name="Ritesh Patil" userId="2d999d02-993d-45fd-811d-37e6af85f756" providerId="ADAL" clId="{E78AACCF-0300-4363-B262-CFC351FC7643}" dt="2020-10-28T12:58:43.374" v="2408" actId="22"/>
          <ac:spMkLst>
            <pc:docMk/>
            <pc:sldMk cId="164569202" sldId="744"/>
            <ac:spMk id="125" creationId="{4B504861-A323-4A28-8DE0-4D10CF8A5937}"/>
          </ac:spMkLst>
        </pc:spChg>
        <pc:spChg chg="add del">
          <ac:chgData name="Ritesh Patil" userId="2d999d02-993d-45fd-811d-37e6af85f756" providerId="ADAL" clId="{E78AACCF-0300-4363-B262-CFC351FC7643}" dt="2020-10-28T15:06:09.874" v="3256" actId="478"/>
          <ac:spMkLst>
            <pc:docMk/>
            <pc:sldMk cId="164569202" sldId="744"/>
            <ac:spMk id="127" creationId="{BF278901-5924-4A77-8F0C-FC81B805F717}"/>
          </ac:spMkLst>
        </pc:spChg>
        <pc:spChg chg="add mod">
          <ac:chgData name="Ritesh Patil" userId="2d999d02-993d-45fd-811d-37e6af85f756" providerId="ADAL" clId="{E78AACCF-0300-4363-B262-CFC351FC7643}" dt="2020-10-28T15:08:48.387" v="3285" actId="1076"/>
          <ac:spMkLst>
            <pc:docMk/>
            <pc:sldMk cId="164569202" sldId="744"/>
            <ac:spMk id="129" creationId="{1E9A9764-A7FF-4BD0-851C-D39959270CDE}"/>
          </ac:spMkLst>
        </pc:spChg>
        <pc:spChg chg="add">
          <ac:chgData name="Ritesh Patil" userId="2d999d02-993d-45fd-811d-37e6af85f756" providerId="ADAL" clId="{E78AACCF-0300-4363-B262-CFC351FC7643}" dt="2020-10-28T13:07:39.883" v="2501" actId="22"/>
          <ac:spMkLst>
            <pc:docMk/>
            <pc:sldMk cId="164569202" sldId="744"/>
            <ac:spMk id="131" creationId="{A9595A17-ABC5-4B99-93DF-E47F5BFF54D1}"/>
          </ac:spMkLst>
        </pc:spChg>
        <pc:picChg chg="add">
          <ac:chgData name="Ritesh Patil" userId="2d999d02-993d-45fd-811d-37e6af85f756" providerId="ADAL" clId="{E78AACCF-0300-4363-B262-CFC351FC7643}" dt="2020-10-28T11:23:56.914" v="1077" actId="22"/>
          <ac:picMkLst>
            <pc:docMk/>
            <pc:sldMk cId="164569202" sldId="744"/>
            <ac:picMk id="17" creationId="{47AB8D11-17C5-40C1-A97E-D99455ED052A}"/>
          </ac:picMkLst>
        </pc:picChg>
        <pc:picChg chg="add mod">
          <ac:chgData name="Ritesh Patil" userId="2d999d02-993d-45fd-811d-37e6af85f756" providerId="ADAL" clId="{E78AACCF-0300-4363-B262-CFC351FC7643}" dt="2020-10-28T11:24:42.446" v="1086" actId="1076"/>
          <ac:picMkLst>
            <pc:docMk/>
            <pc:sldMk cId="164569202" sldId="744"/>
            <ac:picMk id="22" creationId="{D8218E71-5F4D-45FC-A9FD-5EB5EA6CCA51}"/>
          </ac:picMkLst>
        </pc:picChg>
        <pc:picChg chg="add mod">
          <ac:chgData name="Ritesh Patil" userId="2d999d02-993d-45fd-811d-37e6af85f756" providerId="ADAL" clId="{E78AACCF-0300-4363-B262-CFC351FC7643}" dt="2020-10-28T15:07:46.774" v="3267" actId="1076"/>
          <ac:picMkLst>
            <pc:docMk/>
            <pc:sldMk cId="164569202" sldId="744"/>
            <ac:picMk id="23" creationId="{E4A3F424-7016-4B38-AD99-31E6A2DF7417}"/>
          </ac:picMkLst>
        </pc:picChg>
        <pc:picChg chg="add del mod">
          <ac:chgData name="Ritesh Patil" userId="2d999d02-993d-45fd-811d-37e6af85f756" providerId="ADAL" clId="{E78AACCF-0300-4363-B262-CFC351FC7643}" dt="2020-10-28T15:06:24.408" v="3259" actId="478"/>
          <ac:picMkLst>
            <pc:docMk/>
            <pc:sldMk cId="164569202" sldId="744"/>
            <ac:picMk id="25" creationId="{0010A867-0E87-4C22-853A-9598E531172C}"/>
          </ac:picMkLst>
        </pc:picChg>
        <pc:picChg chg="add mod">
          <ac:chgData name="Ritesh Patil" userId="2d999d02-993d-45fd-811d-37e6af85f756" providerId="ADAL" clId="{E78AACCF-0300-4363-B262-CFC351FC7643}" dt="2020-10-28T15:07:15.918" v="3262" actId="1076"/>
          <ac:picMkLst>
            <pc:docMk/>
            <pc:sldMk cId="164569202" sldId="744"/>
            <ac:picMk id="26" creationId="{B6389B27-5E9A-41A5-AC98-7EDFB68CF8B8}"/>
          </ac:picMkLst>
        </pc:picChg>
        <pc:picChg chg="add mod">
          <ac:chgData name="Ritesh Patil" userId="2d999d02-993d-45fd-811d-37e6af85f756" providerId="ADAL" clId="{E78AACCF-0300-4363-B262-CFC351FC7643}" dt="2020-10-28T12:54:22.013" v="2357" actId="1076"/>
          <ac:picMkLst>
            <pc:docMk/>
            <pc:sldMk cId="164569202" sldId="744"/>
            <ac:picMk id="27" creationId="{485F3D64-38BF-424E-8672-8B6D436992B8}"/>
          </ac:picMkLst>
        </pc:picChg>
        <pc:picChg chg="add">
          <ac:chgData name="Ritesh Patil" userId="2d999d02-993d-45fd-811d-37e6af85f756" providerId="ADAL" clId="{E78AACCF-0300-4363-B262-CFC351FC7643}" dt="2020-10-28T11:27:12.324" v="1208" actId="22"/>
          <ac:picMkLst>
            <pc:docMk/>
            <pc:sldMk cId="164569202" sldId="744"/>
            <ac:picMk id="28" creationId="{898D00EF-0F10-4678-BC79-46418BCD0D52}"/>
          </ac:picMkLst>
        </pc:picChg>
        <pc:picChg chg="del">
          <ac:chgData name="Ritesh Patil" userId="2d999d02-993d-45fd-811d-37e6af85f756" providerId="ADAL" clId="{E78AACCF-0300-4363-B262-CFC351FC7643}" dt="2020-10-28T11:24:11.518" v="1078" actId="478"/>
          <ac:picMkLst>
            <pc:docMk/>
            <pc:sldMk cId="164569202" sldId="744"/>
            <ac:picMk id="89" creationId="{76A8C5EC-D0A6-4C4A-B379-B5DFC12B4FD9}"/>
          </ac:picMkLst>
        </pc:picChg>
        <pc:picChg chg="mod">
          <ac:chgData name="Ritesh Patil" userId="2d999d02-993d-45fd-811d-37e6af85f756" providerId="ADAL" clId="{E78AACCF-0300-4363-B262-CFC351FC7643}" dt="2020-10-28T12:52:42.718" v="2338" actId="1076"/>
          <ac:picMkLst>
            <pc:docMk/>
            <pc:sldMk cId="164569202" sldId="744"/>
            <ac:picMk id="92" creationId="{91C88777-E03A-43FE-9CC0-EB059F6FFB92}"/>
          </ac:picMkLst>
        </pc:picChg>
        <pc:picChg chg="add mod">
          <ac:chgData name="Ritesh Patil" userId="2d999d02-993d-45fd-811d-37e6af85f756" providerId="ADAL" clId="{E78AACCF-0300-4363-B262-CFC351FC7643}" dt="2020-10-28T12:56:04.020" v="2370" actId="1076"/>
          <ac:picMkLst>
            <pc:docMk/>
            <pc:sldMk cId="164569202" sldId="744"/>
            <ac:picMk id="123" creationId="{2E1D1D25-3C8F-4CED-95BE-352902CFEEC2}"/>
          </ac:picMkLst>
        </pc:picChg>
        <pc:picChg chg="add">
          <ac:chgData name="Ritesh Patil" userId="2d999d02-993d-45fd-811d-37e6af85f756" providerId="ADAL" clId="{E78AACCF-0300-4363-B262-CFC351FC7643}" dt="2020-10-28T13:59:44.636" v="2668" actId="22"/>
          <ac:picMkLst>
            <pc:docMk/>
            <pc:sldMk cId="164569202" sldId="744"/>
            <ac:picMk id="134" creationId="{CC3327FF-C0D1-400B-AB75-32AA26A9A0A8}"/>
          </ac:picMkLst>
        </pc:picChg>
        <pc:picChg chg="add mod">
          <ac:chgData name="Ritesh Patil" userId="2d999d02-993d-45fd-811d-37e6af85f756" providerId="ADAL" clId="{E78AACCF-0300-4363-B262-CFC351FC7643}" dt="2020-10-28T15:07:57.833" v="3269" actId="1076"/>
          <ac:picMkLst>
            <pc:docMk/>
            <pc:sldMk cId="164569202" sldId="744"/>
            <ac:picMk id="136" creationId="{6A0171DD-0F38-41DC-9C6D-4CF53B3A569A}"/>
          </ac:picMkLst>
        </pc:picChg>
        <pc:picChg chg="add del">
          <ac:chgData name="Ritesh Patil" userId="2d999d02-993d-45fd-811d-37e6af85f756" providerId="ADAL" clId="{E78AACCF-0300-4363-B262-CFC351FC7643}" dt="2020-10-28T15:06:09.874" v="3256" actId="478"/>
          <ac:picMkLst>
            <pc:docMk/>
            <pc:sldMk cId="164569202" sldId="744"/>
            <ac:picMk id="138" creationId="{D445B80C-50E3-4160-8012-E4606073159E}"/>
          </ac:picMkLst>
        </pc:picChg>
        <pc:cxnChg chg="del mod">
          <ac:chgData name="Ritesh Patil" userId="2d999d02-993d-45fd-811d-37e6af85f756" providerId="ADAL" clId="{E78AACCF-0300-4363-B262-CFC351FC7643}" dt="2020-10-28T12:39:45.489" v="2079" actId="478"/>
          <ac:cxnSpMkLst>
            <pc:docMk/>
            <pc:sldMk cId="164569202" sldId="744"/>
            <ac:cxnSpMk id="29" creationId="{D7353193-EB67-4C98-8642-DE034FFC98AA}"/>
          </ac:cxnSpMkLst>
        </pc:cxnChg>
        <pc:cxnChg chg="add del mod">
          <ac:chgData name="Ritesh Patil" userId="2d999d02-993d-45fd-811d-37e6af85f756" providerId="ADAL" clId="{E78AACCF-0300-4363-B262-CFC351FC7643}" dt="2020-10-28T11:21:32.063" v="1016" actId="478"/>
          <ac:cxnSpMkLst>
            <pc:docMk/>
            <pc:sldMk cId="164569202" sldId="744"/>
            <ac:cxnSpMk id="43" creationId="{F23264D1-26D0-4487-9B1F-A93B7902033A}"/>
          </ac:cxnSpMkLst>
        </pc:cxnChg>
        <pc:cxnChg chg="add del mod">
          <ac:chgData name="Ritesh Patil" userId="2d999d02-993d-45fd-811d-37e6af85f756" providerId="ADAL" clId="{E78AACCF-0300-4363-B262-CFC351FC7643}" dt="2020-10-28T12:47:34.689" v="2186" actId="478"/>
          <ac:cxnSpMkLst>
            <pc:docMk/>
            <pc:sldMk cId="164569202" sldId="744"/>
            <ac:cxnSpMk id="53" creationId="{D4E6372C-4010-4D19-9246-EE1D8DC77B4E}"/>
          </ac:cxnSpMkLst>
        </pc:cxnChg>
        <pc:cxnChg chg="add del mod">
          <ac:chgData name="Ritesh Patil" userId="2d999d02-993d-45fd-811d-37e6af85f756" providerId="ADAL" clId="{E78AACCF-0300-4363-B262-CFC351FC7643}" dt="2020-10-28T12:26:54.663" v="1787" actId="478"/>
          <ac:cxnSpMkLst>
            <pc:docMk/>
            <pc:sldMk cId="164569202" sldId="744"/>
            <ac:cxnSpMk id="67" creationId="{342185D4-3092-4BAE-A866-0D4F148C6601}"/>
          </ac:cxnSpMkLst>
        </pc:cxnChg>
        <pc:cxnChg chg="add mod">
          <ac:chgData name="Ritesh Patil" userId="2d999d02-993d-45fd-811d-37e6af85f756" providerId="ADAL" clId="{E78AACCF-0300-4363-B262-CFC351FC7643}" dt="2020-10-28T12:49:16.308" v="2208" actId="14100"/>
          <ac:cxnSpMkLst>
            <pc:docMk/>
            <pc:sldMk cId="164569202" sldId="744"/>
            <ac:cxnSpMk id="68" creationId="{75B8F161-92A6-44A6-8EB5-9D8E3B0C36FC}"/>
          </ac:cxnSpMkLst>
        </pc:cxnChg>
        <pc:cxnChg chg="mod">
          <ac:chgData name="Ritesh Patil" userId="2d999d02-993d-45fd-811d-37e6af85f756" providerId="ADAL" clId="{E78AACCF-0300-4363-B262-CFC351FC7643}" dt="2020-10-28T12:47:01.622" v="2180" actId="14100"/>
          <ac:cxnSpMkLst>
            <pc:docMk/>
            <pc:sldMk cId="164569202" sldId="744"/>
            <ac:cxnSpMk id="69" creationId="{3D6753D8-D950-4471-94DE-A5295AF24127}"/>
          </ac:cxnSpMkLst>
        </pc:cxnChg>
        <pc:cxnChg chg="del mod">
          <ac:chgData name="Ritesh Patil" userId="2d999d02-993d-45fd-811d-37e6af85f756" providerId="ADAL" clId="{E78AACCF-0300-4363-B262-CFC351FC7643}" dt="2020-10-28T15:11:50.677" v="3287" actId="478"/>
          <ac:cxnSpMkLst>
            <pc:docMk/>
            <pc:sldMk cId="164569202" sldId="744"/>
            <ac:cxnSpMk id="71" creationId="{601D3EBC-B590-4FD6-ABC4-053DF20FD3D6}"/>
          </ac:cxnSpMkLst>
        </pc:cxnChg>
        <pc:cxnChg chg="add mod">
          <ac:chgData name="Ritesh Patil" userId="2d999d02-993d-45fd-811d-37e6af85f756" providerId="ADAL" clId="{E78AACCF-0300-4363-B262-CFC351FC7643}" dt="2020-10-28T12:29:33.998" v="1827" actId="1076"/>
          <ac:cxnSpMkLst>
            <pc:docMk/>
            <pc:sldMk cId="164569202" sldId="744"/>
            <ac:cxnSpMk id="74" creationId="{5160EE95-1DC1-49A4-AF2D-CD5EBC0C8179}"/>
          </ac:cxnSpMkLst>
        </pc:cxnChg>
        <pc:cxnChg chg="add del mod">
          <ac:chgData name="Ritesh Patil" userId="2d999d02-993d-45fd-811d-37e6af85f756" providerId="ADAL" clId="{E78AACCF-0300-4363-B262-CFC351FC7643}" dt="2020-10-28T12:43:47.589" v="2140" actId="11529"/>
          <ac:cxnSpMkLst>
            <pc:docMk/>
            <pc:sldMk cId="164569202" sldId="744"/>
            <ac:cxnSpMk id="82" creationId="{48470DC1-193C-48E6-9E81-804BBAE5B316}"/>
          </ac:cxnSpMkLst>
        </pc:cxnChg>
        <pc:cxnChg chg="add mod">
          <ac:chgData name="Ritesh Patil" userId="2d999d02-993d-45fd-811d-37e6af85f756" providerId="ADAL" clId="{E78AACCF-0300-4363-B262-CFC351FC7643}" dt="2020-10-28T12:51:44.331" v="2310" actId="1076"/>
          <ac:cxnSpMkLst>
            <pc:docMk/>
            <pc:sldMk cId="164569202" sldId="744"/>
            <ac:cxnSpMk id="84" creationId="{58C42001-D9FD-409C-A26A-CE4928E5129D}"/>
          </ac:cxnSpMkLst>
        </pc:cxnChg>
        <pc:cxnChg chg="mod">
          <ac:chgData name="Ritesh Patil" userId="2d999d02-993d-45fd-811d-37e6af85f756" providerId="ADAL" clId="{E78AACCF-0300-4363-B262-CFC351FC7643}" dt="2020-10-28T15:07:39.507" v="3266" actId="1076"/>
          <ac:cxnSpMkLst>
            <pc:docMk/>
            <pc:sldMk cId="164569202" sldId="744"/>
            <ac:cxnSpMk id="95" creationId="{D1BF7943-9E7B-4484-BBBC-AD5E0F785690}"/>
          </ac:cxnSpMkLst>
        </pc:cxnChg>
        <pc:cxnChg chg="del mod">
          <ac:chgData name="Ritesh Patil" userId="2d999d02-993d-45fd-811d-37e6af85f756" providerId="ADAL" clId="{E78AACCF-0300-4363-B262-CFC351FC7643}" dt="2020-10-28T12:53:03.037" v="2343" actId="478"/>
          <ac:cxnSpMkLst>
            <pc:docMk/>
            <pc:sldMk cId="164569202" sldId="744"/>
            <ac:cxnSpMk id="96" creationId="{86687AA6-D568-4B62-8002-96B698733C86}"/>
          </ac:cxnSpMkLst>
        </pc:cxnChg>
        <pc:cxnChg chg="mod">
          <ac:chgData name="Ritesh Patil" userId="2d999d02-993d-45fd-811d-37e6af85f756" providerId="ADAL" clId="{E78AACCF-0300-4363-B262-CFC351FC7643}" dt="2020-10-28T12:49:31.356" v="2217" actId="1038"/>
          <ac:cxnSpMkLst>
            <pc:docMk/>
            <pc:sldMk cId="164569202" sldId="744"/>
            <ac:cxnSpMk id="97" creationId="{24069EF3-0899-4769-96C1-8105A6F03F12}"/>
          </ac:cxnSpMkLst>
        </pc:cxnChg>
        <pc:cxnChg chg="mod">
          <ac:chgData name="Ritesh Patil" userId="2d999d02-993d-45fd-811d-37e6af85f756" providerId="ADAL" clId="{E78AACCF-0300-4363-B262-CFC351FC7643}" dt="2020-10-28T12:49:35.275" v="2218" actId="14100"/>
          <ac:cxnSpMkLst>
            <pc:docMk/>
            <pc:sldMk cId="164569202" sldId="744"/>
            <ac:cxnSpMk id="98" creationId="{5ED6B869-65F5-46F9-A73C-A496960E0E26}"/>
          </ac:cxnSpMkLst>
        </pc:cxnChg>
        <pc:cxnChg chg="add del mod">
          <ac:chgData name="Ritesh Patil" userId="2d999d02-993d-45fd-811d-37e6af85f756" providerId="ADAL" clId="{E78AACCF-0300-4363-B262-CFC351FC7643}" dt="2020-10-28T12:51:32.495" v="2309" actId="478"/>
          <ac:cxnSpMkLst>
            <pc:docMk/>
            <pc:sldMk cId="164569202" sldId="744"/>
            <ac:cxnSpMk id="107" creationId="{67874259-FFA3-4BC2-9010-DED3B168F9C8}"/>
          </ac:cxnSpMkLst>
        </pc:cxnChg>
        <pc:cxnChg chg="add mod">
          <ac:chgData name="Ritesh Patil" userId="2d999d02-993d-45fd-811d-37e6af85f756" providerId="ADAL" clId="{E78AACCF-0300-4363-B262-CFC351FC7643}" dt="2020-10-28T15:12:17.582" v="3290" actId="14100"/>
          <ac:cxnSpMkLst>
            <pc:docMk/>
            <pc:sldMk cId="164569202" sldId="744"/>
            <ac:cxnSpMk id="113" creationId="{C4EAA6CB-15C0-4D31-BD7A-23320D337A45}"/>
          </ac:cxnSpMkLst>
        </pc:cxnChg>
        <pc:cxnChg chg="add mod">
          <ac:chgData name="Ritesh Patil" userId="2d999d02-993d-45fd-811d-37e6af85f756" providerId="ADAL" clId="{E78AACCF-0300-4363-B262-CFC351FC7643}" dt="2020-10-28T13:46:21.231" v="2568" actId="14100"/>
          <ac:cxnSpMkLst>
            <pc:docMk/>
            <pc:sldMk cId="164569202" sldId="744"/>
            <ac:cxnSpMk id="121" creationId="{9CBCF3B0-DF13-46AF-B018-6539AE284B22}"/>
          </ac:cxnSpMkLst>
        </pc:cxnChg>
      </pc:sldChg>
      <pc:sldChg chg="modSp mod">
        <pc:chgData name="Ritesh Patil" userId="2d999d02-993d-45fd-811d-37e6af85f756" providerId="ADAL" clId="{E78AACCF-0300-4363-B262-CFC351FC7643}" dt="2020-10-28T13:43:33.879" v="2567" actId="1035"/>
        <pc:sldMkLst>
          <pc:docMk/>
          <pc:sldMk cId="1907856718" sldId="745"/>
        </pc:sldMkLst>
        <pc:spChg chg="mod">
          <ac:chgData name="Ritesh Patil" userId="2d999d02-993d-45fd-811d-37e6af85f756" providerId="ADAL" clId="{E78AACCF-0300-4363-B262-CFC351FC7643}" dt="2020-10-28T13:43:33.879" v="2567" actId="1035"/>
          <ac:spMkLst>
            <pc:docMk/>
            <pc:sldMk cId="1907856718" sldId="745"/>
            <ac:spMk id="47" creationId="{7989965C-9E5F-4FD2-81E5-CD96930B6E26}"/>
          </ac:spMkLst>
        </pc:spChg>
      </pc:sldChg>
      <pc:sldChg chg="modSp add del mod">
        <pc:chgData name="Ritesh Patil" userId="2d999d02-993d-45fd-811d-37e6af85f756" providerId="ADAL" clId="{E78AACCF-0300-4363-B262-CFC351FC7643}" dt="2020-10-28T12:57:36.945" v="2404" actId="47"/>
        <pc:sldMkLst>
          <pc:docMk/>
          <pc:sldMk cId="4144066136" sldId="746"/>
        </pc:sldMkLst>
        <pc:spChg chg="mod">
          <ac:chgData name="Ritesh Patil" userId="2d999d02-993d-45fd-811d-37e6af85f756" providerId="ADAL" clId="{E78AACCF-0300-4363-B262-CFC351FC7643}" dt="2020-10-28T11:27:57.320" v="1214" actId="20577"/>
          <ac:spMkLst>
            <pc:docMk/>
            <pc:sldMk cId="4144066136" sldId="746"/>
            <ac:spMk id="6" creationId="{8C0B9C02-F3D1-42C8-A9C0-1DDC308A9B1F}"/>
          </ac:spMkLst>
        </pc:spChg>
      </pc:sldChg>
      <pc:sldChg chg="addSp delSp modSp add mod">
        <pc:chgData name="Ritesh Patil" userId="2d999d02-993d-45fd-811d-37e6af85f756" providerId="ADAL" clId="{E78AACCF-0300-4363-B262-CFC351FC7643}" dt="2020-10-28T16:14:30.238" v="3529" actId="478"/>
        <pc:sldMkLst>
          <pc:docMk/>
          <pc:sldMk cId="1036818432" sldId="747"/>
        </pc:sldMkLst>
        <pc:spChg chg="add del mod">
          <ac:chgData name="Ritesh Patil" userId="2d999d02-993d-45fd-811d-37e6af85f756" providerId="ADAL" clId="{E78AACCF-0300-4363-B262-CFC351FC7643}" dt="2020-10-28T16:14:30.238" v="3529" actId="478"/>
          <ac:spMkLst>
            <pc:docMk/>
            <pc:sldMk cId="1036818432" sldId="747"/>
            <ac:spMk id="5" creationId="{A257A229-91E4-42AF-B3C0-FD2B780B271C}"/>
          </ac:spMkLst>
        </pc:spChg>
        <pc:graphicFrameChg chg="mod modGraphic">
          <ac:chgData name="Ritesh Patil" userId="2d999d02-993d-45fd-811d-37e6af85f756" providerId="ADAL" clId="{E78AACCF-0300-4363-B262-CFC351FC7643}" dt="2020-10-28T16:14:26.200" v="3528" actId="20577"/>
          <ac:graphicFrameMkLst>
            <pc:docMk/>
            <pc:sldMk cId="1036818432" sldId="747"/>
            <ac:graphicFrameMk id="3" creationId="{902E70B4-30E8-4713-88D0-AA8DDC640A16}"/>
          </ac:graphicFrameMkLst>
        </pc:graphicFrameChg>
        <pc:graphicFrameChg chg="add del">
          <ac:chgData name="Ritesh Patil" userId="2d999d02-993d-45fd-811d-37e6af85f756" providerId="ADAL" clId="{E78AACCF-0300-4363-B262-CFC351FC7643}" dt="2020-10-28T15:17:22.289" v="3342"/>
          <ac:graphicFrameMkLst>
            <pc:docMk/>
            <pc:sldMk cId="1036818432" sldId="747"/>
            <ac:graphicFrameMk id="6" creationId="{F1379E02-5B79-42EB-99D9-B86B6290C30B}"/>
          </ac:graphicFrameMkLst>
        </pc:graphicFrameChg>
      </pc:sldChg>
      <pc:sldChg chg="modSp add mod">
        <pc:chgData name="Ritesh Patil" userId="2d999d02-993d-45fd-811d-37e6af85f756" providerId="ADAL" clId="{E78AACCF-0300-4363-B262-CFC351FC7643}" dt="2020-10-28T16:23:10.765" v="3889" actId="20577"/>
        <pc:sldMkLst>
          <pc:docMk/>
          <pc:sldMk cId="1449600971" sldId="748"/>
        </pc:sldMkLst>
        <pc:spChg chg="mod">
          <ac:chgData name="Ritesh Patil" userId="2d999d02-993d-45fd-811d-37e6af85f756" providerId="ADAL" clId="{E78AACCF-0300-4363-B262-CFC351FC7643}" dt="2020-10-28T14:38:38.426" v="2744" actId="13926"/>
          <ac:spMkLst>
            <pc:docMk/>
            <pc:sldMk cId="1449600971" sldId="748"/>
            <ac:spMk id="2" creationId="{7D8F1A13-64E3-492A-B2AF-01453ED0605E}"/>
          </ac:spMkLst>
        </pc:spChg>
        <pc:spChg chg="mod">
          <ac:chgData name="Ritesh Patil" userId="2d999d02-993d-45fd-811d-37e6af85f756" providerId="ADAL" clId="{E78AACCF-0300-4363-B262-CFC351FC7643}" dt="2020-10-28T16:23:10.765" v="3889" actId="20577"/>
          <ac:spMkLst>
            <pc:docMk/>
            <pc:sldMk cId="1449600971" sldId="748"/>
            <ac:spMk id="7" creationId="{246722D8-CB93-49E0-A1F5-058F01810C93}"/>
          </ac:spMkLst>
        </pc:spChg>
      </pc:sldChg>
      <pc:sldChg chg="add del">
        <pc:chgData name="Ritesh Patil" userId="2d999d02-993d-45fd-811d-37e6af85f756" providerId="ADAL" clId="{E78AACCF-0300-4363-B262-CFC351FC7643}" dt="2020-10-28T12:17:02.484" v="1606"/>
        <pc:sldMkLst>
          <pc:docMk/>
          <pc:sldMk cId="644070657" sldId="749"/>
        </pc:sldMkLst>
      </pc:sldChg>
      <pc:sldChg chg="addSp delSp modSp add del mod">
        <pc:chgData name="Ritesh Patil" userId="2d999d02-993d-45fd-811d-37e6af85f756" providerId="ADAL" clId="{E78AACCF-0300-4363-B262-CFC351FC7643}" dt="2020-10-28T15:12:49.531" v="3294" actId="47"/>
        <pc:sldMkLst>
          <pc:docMk/>
          <pc:sldMk cId="1595261374" sldId="749"/>
        </pc:sldMkLst>
        <pc:spChg chg="add mod">
          <ac:chgData name="Ritesh Patil" userId="2d999d02-993d-45fd-811d-37e6af85f756" providerId="ADAL" clId="{E78AACCF-0300-4363-B262-CFC351FC7643}" dt="2020-10-28T14:56:14.762" v="2934" actId="400"/>
          <ac:spMkLst>
            <pc:docMk/>
            <pc:sldMk cId="1595261374" sldId="749"/>
            <ac:spMk id="4" creationId="{E4697BE6-CDE4-4153-BD70-7C58F73021DD}"/>
          </ac:spMkLst>
        </pc:spChg>
        <pc:spChg chg="add mod">
          <ac:chgData name="Ritesh Patil" userId="2d999d02-993d-45fd-811d-37e6af85f756" providerId="ADAL" clId="{E78AACCF-0300-4363-B262-CFC351FC7643}" dt="2020-10-28T12:58:19.144" v="2407" actId="20577"/>
          <ac:spMkLst>
            <pc:docMk/>
            <pc:sldMk cId="1595261374" sldId="749"/>
            <ac:spMk id="6" creationId="{C3A13D90-B7C9-4618-B711-31A9E69A8A71}"/>
          </ac:spMkLst>
        </pc:spChg>
        <pc:spChg chg="add mod">
          <ac:chgData name="Ritesh Patil" userId="2d999d02-993d-45fd-811d-37e6af85f756" providerId="ADAL" clId="{E78AACCF-0300-4363-B262-CFC351FC7643}" dt="2020-10-28T12:59:35.109" v="2419" actId="20577"/>
          <ac:spMkLst>
            <pc:docMk/>
            <pc:sldMk cId="1595261374" sldId="749"/>
            <ac:spMk id="7" creationId="{A2DC12A0-9CA1-4798-9ACA-7470369F9176}"/>
          </ac:spMkLst>
        </pc:spChg>
        <pc:spChg chg="add mod">
          <ac:chgData name="Ritesh Patil" userId="2d999d02-993d-45fd-811d-37e6af85f756" providerId="ADAL" clId="{E78AACCF-0300-4363-B262-CFC351FC7643}" dt="2020-10-28T13:02:54.045" v="2452" actId="20577"/>
          <ac:spMkLst>
            <pc:docMk/>
            <pc:sldMk cId="1595261374" sldId="749"/>
            <ac:spMk id="11" creationId="{F906C006-2EC5-43FF-8F38-EB20580AE910}"/>
          </ac:spMkLst>
        </pc:spChg>
        <pc:spChg chg="add del mod">
          <ac:chgData name="Ritesh Patil" userId="2d999d02-993d-45fd-811d-37e6af85f756" providerId="ADAL" clId="{E78AACCF-0300-4363-B262-CFC351FC7643}" dt="2020-10-28T14:55:56.987" v="2929" actId="478"/>
          <ac:spMkLst>
            <pc:docMk/>
            <pc:sldMk cId="1595261374" sldId="749"/>
            <ac:spMk id="13" creationId="{FEFA6128-E91A-4DC4-A1E2-360CCD1F3F18}"/>
          </ac:spMkLst>
        </pc:spChg>
        <pc:spChg chg="mod">
          <ac:chgData name="Ritesh Patil" userId="2d999d02-993d-45fd-811d-37e6af85f756" providerId="ADAL" clId="{E78AACCF-0300-4363-B262-CFC351FC7643}" dt="2020-10-28T14:56:08.467" v="2932" actId="1076"/>
          <ac:spMkLst>
            <pc:docMk/>
            <pc:sldMk cId="1595261374" sldId="749"/>
            <ac:spMk id="19" creationId="{3F5174F6-BACA-4BD3-B5F3-6CAD780C93EB}"/>
          </ac:spMkLst>
        </pc:spChg>
        <pc:spChg chg="mod">
          <ac:chgData name="Ritesh Patil" userId="2d999d02-993d-45fd-811d-37e6af85f756" providerId="ADAL" clId="{E78AACCF-0300-4363-B262-CFC351FC7643}" dt="2020-10-28T14:56:08.467" v="2932" actId="1076"/>
          <ac:spMkLst>
            <pc:docMk/>
            <pc:sldMk cId="1595261374" sldId="749"/>
            <ac:spMk id="20" creationId="{D2A1364C-F30D-4FB9-8F0B-EB75A4CBB8F5}"/>
          </ac:spMkLst>
        </pc:spChg>
        <pc:spChg chg="del">
          <ac:chgData name="Ritesh Patil" userId="2d999d02-993d-45fd-811d-37e6af85f756" providerId="ADAL" clId="{E78AACCF-0300-4363-B262-CFC351FC7643}" dt="2020-10-28T12:57:32.675" v="2402" actId="478"/>
          <ac:spMkLst>
            <pc:docMk/>
            <pc:sldMk cId="1595261374" sldId="749"/>
            <ac:spMk id="30" creationId="{31916801-5AD6-4FA2-84C8-A343C4388FF5}"/>
          </ac:spMkLst>
        </pc:spChg>
        <pc:spChg chg="del">
          <ac:chgData name="Ritesh Patil" userId="2d999d02-993d-45fd-811d-37e6af85f756" providerId="ADAL" clId="{E78AACCF-0300-4363-B262-CFC351FC7643}" dt="2020-10-28T14:55:58.554" v="2930" actId="478"/>
          <ac:spMkLst>
            <pc:docMk/>
            <pc:sldMk cId="1595261374" sldId="749"/>
            <ac:spMk id="37" creationId="{218489B0-5521-4839-8EAF-91C6411CEB54}"/>
          </ac:spMkLst>
        </pc:spChg>
        <pc:spChg chg="del">
          <ac:chgData name="Ritesh Patil" userId="2d999d02-993d-45fd-811d-37e6af85f756" providerId="ADAL" clId="{E78AACCF-0300-4363-B262-CFC351FC7643}" dt="2020-10-28T14:55:56.060" v="2928" actId="478"/>
          <ac:spMkLst>
            <pc:docMk/>
            <pc:sldMk cId="1595261374" sldId="749"/>
            <ac:spMk id="73" creationId="{466F735C-6AC3-4110-9932-75A40A9AD689}"/>
          </ac:spMkLst>
        </pc:spChg>
        <pc:picChg chg="mod">
          <ac:chgData name="Ritesh Patil" userId="2d999d02-993d-45fd-811d-37e6af85f756" providerId="ADAL" clId="{E78AACCF-0300-4363-B262-CFC351FC7643}" dt="2020-10-28T14:56:08.467" v="2932" actId="1076"/>
          <ac:picMkLst>
            <pc:docMk/>
            <pc:sldMk cId="1595261374" sldId="749"/>
            <ac:picMk id="26" creationId="{B6389B27-5E9A-41A5-AC98-7EDFB68CF8B8}"/>
          </ac:picMkLst>
        </pc:picChg>
        <pc:picChg chg="add">
          <ac:chgData name="Ritesh Patil" userId="2d999d02-993d-45fd-811d-37e6af85f756" providerId="ADAL" clId="{E78AACCF-0300-4363-B262-CFC351FC7643}" dt="2020-10-28T13:59:47.141" v="2669" actId="22"/>
          <ac:picMkLst>
            <pc:docMk/>
            <pc:sldMk cId="1595261374" sldId="749"/>
            <ac:picMk id="29" creationId="{D40C8414-0948-42D6-AEA0-10B909C6EAEA}"/>
          </ac:picMkLst>
        </pc:picChg>
        <pc:picChg chg="add">
          <ac:chgData name="Ritesh Patil" userId="2d999d02-993d-45fd-811d-37e6af85f756" providerId="ADAL" clId="{E78AACCF-0300-4363-B262-CFC351FC7643}" dt="2020-10-28T13:59:54.797" v="2670" actId="22"/>
          <ac:picMkLst>
            <pc:docMk/>
            <pc:sldMk cId="1595261374" sldId="749"/>
            <ac:picMk id="31" creationId="{17136583-EB89-4785-8A73-C1CE1F921164}"/>
          </ac:picMkLst>
        </pc:picChg>
        <pc:picChg chg="add del">
          <ac:chgData name="Ritesh Patil" userId="2d999d02-993d-45fd-811d-37e6af85f756" providerId="ADAL" clId="{E78AACCF-0300-4363-B262-CFC351FC7643}" dt="2020-10-28T14:56:09.869" v="2933" actId="478"/>
          <ac:picMkLst>
            <pc:docMk/>
            <pc:sldMk cId="1595261374" sldId="749"/>
            <ac:picMk id="32" creationId="{62782100-5E1E-4A20-98D9-0A082A249DED}"/>
          </ac:picMkLst>
        </pc:picChg>
        <pc:picChg chg="mod">
          <ac:chgData name="Ritesh Patil" userId="2d999d02-993d-45fd-811d-37e6af85f756" providerId="ADAL" clId="{E78AACCF-0300-4363-B262-CFC351FC7643}" dt="2020-10-28T13:01:29.819" v="2430" actId="1038"/>
          <ac:picMkLst>
            <pc:docMk/>
            <pc:sldMk cId="1595261374" sldId="749"/>
            <ac:picMk id="123" creationId="{2E1D1D25-3C8F-4CED-95BE-352902CFEEC2}"/>
          </ac:picMkLst>
        </pc:picChg>
      </pc:sldChg>
      <pc:sldChg chg="modSp add del mod">
        <pc:chgData name="Ritesh Patil" userId="2d999d02-993d-45fd-811d-37e6af85f756" providerId="ADAL" clId="{E78AACCF-0300-4363-B262-CFC351FC7643}" dt="2020-10-28T15:04:15.833" v="3255" actId="47"/>
        <pc:sldMkLst>
          <pc:docMk/>
          <pc:sldMk cId="850849566" sldId="750"/>
        </pc:sldMkLst>
        <pc:spChg chg="mod">
          <ac:chgData name="Ritesh Patil" userId="2d999d02-993d-45fd-811d-37e6af85f756" providerId="ADAL" clId="{E78AACCF-0300-4363-B262-CFC351FC7643}" dt="2020-10-28T14:48:41.370" v="2788" actId="14100"/>
          <ac:spMkLst>
            <pc:docMk/>
            <pc:sldMk cId="850849566" sldId="750"/>
            <ac:spMk id="6" creationId="{0857C6A5-0AD0-4C29-9194-53E8C48C7D69}"/>
          </ac:spMkLst>
        </pc:spChg>
        <pc:spChg chg="mod">
          <ac:chgData name="Ritesh Patil" userId="2d999d02-993d-45fd-811d-37e6af85f756" providerId="ADAL" clId="{E78AACCF-0300-4363-B262-CFC351FC7643}" dt="2020-10-28T14:49:20.387" v="2792" actId="14100"/>
          <ac:spMkLst>
            <pc:docMk/>
            <pc:sldMk cId="850849566" sldId="750"/>
            <ac:spMk id="10" creationId="{EB64263D-6D6A-4B71-9604-1E96A91D1F6C}"/>
          </ac:spMkLst>
        </pc:spChg>
        <pc:spChg chg="mod">
          <ac:chgData name="Ritesh Patil" userId="2d999d02-993d-45fd-811d-37e6af85f756" providerId="ADAL" clId="{E78AACCF-0300-4363-B262-CFC351FC7643}" dt="2020-10-28T14:48:44.264" v="2789" actId="14100"/>
          <ac:spMkLst>
            <pc:docMk/>
            <pc:sldMk cId="850849566" sldId="750"/>
            <ac:spMk id="19" creationId="{CF75AA3E-863B-4B28-A419-51E09B4F7638}"/>
          </ac:spMkLst>
        </pc:spChg>
        <pc:spChg chg="mod">
          <ac:chgData name="Ritesh Patil" userId="2d999d02-993d-45fd-811d-37e6af85f756" providerId="ADAL" clId="{E78AACCF-0300-4363-B262-CFC351FC7643}" dt="2020-10-28T14:49:36.860" v="2827" actId="1037"/>
          <ac:spMkLst>
            <pc:docMk/>
            <pc:sldMk cId="850849566" sldId="750"/>
            <ac:spMk id="24" creationId="{2C6E4FA2-64AC-4ED2-A730-C4B8DEB330A2}"/>
          </ac:spMkLst>
        </pc:spChg>
        <pc:spChg chg="mod">
          <ac:chgData name="Ritesh Patil" userId="2d999d02-993d-45fd-811d-37e6af85f756" providerId="ADAL" clId="{E78AACCF-0300-4363-B262-CFC351FC7643}" dt="2020-10-28T14:49:36.860" v="2827" actId="1037"/>
          <ac:spMkLst>
            <pc:docMk/>
            <pc:sldMk cId="850849566" sldId="750"/>
            <ac:spMk id="33" creationId="{E293BA46-A681-478B-88C0-3B848D1E0D2A}"/>
          </ac:spMkLst>
        </pc:spChg>
        <pc:spChg chg="mod">
          <ac:chgData name="Ritesh Patil" userId="2d999d02-993d-45fd-811d-37e6af85f756" providerId="ADAL" clId="{E78AACCF-0300-4363-B262-CFC351FC7643}" dt="2020-10-28T14:49:36.860" v="2827" actId="1037"/>
          <ac:spMkLst>
            <pc:docMk/>
            <pc:sldMk cId="850849566" sldId="750"/>
            <ac:spMk id="34" creationId="{782A1719-9433-4995-8573-AA36E96E3114}"/>
          </ac:spMkLst>
        </pc:spChg>
        <pc:spChg chg="mod">
          <ac:chgData name="Ritesh Patil" userId="2d999d02-993d-45fd-811d-37e6af85f756" providerId="ADAL" clId="{E78AACCF-0300-4363-B262-CFC351FC7643}" dt="2020-10-28T14:49:06.076" v="2790" actId="14100"/>
          <ac:spMkLst>
            <pc:docMk/>
            <pc:sldMk cId="850849566" sldId="750"/>
            <ac:spMk id="36" creationId="{AD9DBD8D-1CAA-4F25-91CF-D7A14891AA0F}"/>
          </ac:spMkLst>
        </pc:spChg>
      </pc:sldChg>
      <pc:sldChg chg="addSp delSp modSp add mod">
        <pc:chgData name="Ritesh Patil" userId="2d999d02-993d-45fd-811d-37e6af85f756" providerId="ADAL" clId="{E78AACCF-0300-4363-B262-CFC351FC7643}" dt="2020-10-28T15:13:03.956" v="3297" actId="20577"/>
        <pc:sldMkLst>
          <pc:docMk/>
          <pc:sldMk cId="2451485198" sldId="750"/>
        </pc:sldMkLst>
        <pc:spChg chg="add mod">
          <ac:chgData name="Ritesh Patil" userId="2d999d02-993d-45fd-811d-37e6af85f756" providerId="ADAL" clId="{E78AACCF-0300-4363-B262-CFC351FC7643}" dt="2020-10-28T15:13:03.956" v="3297" actId="20577"/>
          <ac:spMkLst>
            <pc:docMk/>
            <pc:sldMk cId="2451485198" sldId="750"/>
            <ac:spMk id="4" creationId="{AE4F1338-42CC-48A9-8EC0-E96A81A8A584}"/>
          </ac:spMkLst>
        </pc:spChg>
        <pc:spChg chg="del">
          <ac:chgData name="Ritesh Patil" userId="2d999d02-993d-45fd-811d-37e6af85f756" providerId="ADAL" clId="{E78AACCF-0300-4363-B262-CFC351FC7643}" dt="2020-10-28T15:12:39.613" v="3292" actId="478"/>
          <ac:spMkLst>
            <pc:docMk/>
            <pc:sldMk cId="2451485198" sldId="750"/>
            <ac:spMk id="30" creationId="{31916801-5AD6-4FA2-84C8-A343C4388FF5}"/>
          </ac:spMkLst>
        </pc:spChg>
      </pc:sldChg>
      <pc:sldChg chg="modSp add del mod">
        <pc:chgData name="Ritesh Patil" userId="2d999d02-993d-45fd-811d-37e6af85f756" providerId="ADAL" clId="{E78AACCF-0300-4363-B262-CFC351FC7643}" dt="2020-10-28T16:03:11.839" v="3436" actId="47"/>
        <pc:sldMkLst>
          <pc:docMk/>
          <pc:sldMk cId="144010893" sldId="751"/>
        </pc:sldMkLst>
        <pc:spChg chg="mod">
          <ac:chgData name="Ritesh Patil" userId="2d999d02-993d-45fd-811d-37e6af85f756" providerId="ADAL" clId="{E78AACCF-0300-4363-B262-CFC351FC7643}" dt="2020-10-28T15:52:57.778" v="3433" actId="1038"/>
          <ac:spMkLst>
            <pc:docMk/>
            <pc:sldMk cId="144010893" sldId="751"/>
            <ac:spMk id="6" creationId="{0857C6A5-0AD0-4C29-9194-53E8C48C7D69}"/>
          </ac:spMkLst>
        </pc:spChg>
        <pc:spChg chg="mod">
          <ac:chgData name="Ritesh Patil" userId="2d999d02-993d-45fd-811d-37e6af85f756" providerId="ADAL" clId="{E78AACCF-0300-4363-B262-CFC351FC7643}" dt="2020-10-28T15:53:10.012" v="3435" actId="14100"/>
          <ac:spMkLst>
            <pc:docMk/>
            <pc:sldMk cId="144010893" sldId="751"/>
            <ac:spMk id="10" creationId="{EB64263D-6D6A-4B71-9604-1E96A91D1F6C}"/>
          </ac:spMkLst>
        </pc:spChg>
        <pc:spChg chg="mod">
          <ac:chgData name="Ritesh Patil" userId="2d999d02-993d-45fd-811d-37e6af85f756" providerId="ADAL" clId="{E78AACCF-0300-4363-B262-CFC351FC7643}" dt="2020-10-28T15:52:57.778" v="3433" actId="1038"/>
          <ac:spMkLst>
            <pc:docMk/>
            <pc:sldMk cId="144010893" sldId="751"/>
            <ac:spMk id="19" creationId="{CF75AA3E-863B-4B28-A419-51E09B4F7638}"/>
          </ac:spMkLst>
        </pc:spChg>
        <pc:spChg chg="mod">
          <ac:chgData name="Ritesh Patil" userId="2d999d02-993d-45fd-811d-37e6af85f756" providerId="ADAL" clId="{E78AACCF-0300-4363-B262-CFC351FC7643}" dt="2020-10-28T15:52:57.778" v="3433" actId="1038"/>
          <ac:spMkLst>
            <pc:docMk/>
            <pc:sldMk cId="144010893" sldId="751"/>
            <ac:spMk id="20" creationId="{30EE679C-397B-4A13-8D9C-C1F6840B1836}"/>
          </ac:spMkLst>
        </pc:spChg>
        <pc:spChg chg="mod">
          <ac:chgData name="Ritesh Patil" userId="2d999d02-993d-45fd-811d-37e6af85f756" providerId="ADAL" clId="{E78AACCF-0300-4363-B262-CFC351FC7643}" dt="2020-10-28T15:52:57.778" v="3433" actId="1038"/>
          <ac:spMkLst>
            <pc:docMk/>
            <pc:sldMk cId="144010893" sldId="751"/>
            <ac:spMk id="24" creationId="{2C6E4FA2-64AC-4ED2-A730-C4B8DEB330A2}"/>
          </ac:spMkLst>
        </pc:spChg>
        <pc:spChg chg="mod">
          <ac:chgData name="Ritesh Patil" userId="2d999d02-993d-45fd-811d-37e6af85f756" providerId="ADAL" clId="{E78AACCF-0300-4363-B262-CFC351FC7643}" dt="2020-10-28T15:52:57.778" v="3433" actId="1038"/>
          <ac:spMkLst>
            <pc:docMk/>
            <pc:sldMk cId="144010893" sldId="751"/>
            <ac:spMk id="33" creationId="{E293BA46-A681-478B-88C0-3B848D1E0D2A}"/>
          </ac:spMkLst>
        </pc:spChg>
        <pc:spChg chg="mod">
          <ac:chgData name="Ritesh Patil" userId="2d999d02-993d-45fd-811d-37e6af85f756" providerId="ADAL" clId="{E78AACCF-0300-4363-B262-CFC351FC7643}" dt="2020-10-28T15:52:57.778" v="3433" actId="1038"/>
          <ac:spMkLst>
            <pc:docMk/>
            <pc:sldMk cId="144010893" sldId="751"/>
            <ac:spMk id="34" creationId="{782A1719-9433-4995-8573-AA36E96E3114}"/>
          </ac:spMkLst>
        </pc:spChg>
      </pc:sldChg>
    </pc:docChg>
  </pc:docChgLst>
  <pc:docChgLst>
    <pc:chgData name="Ritesh Patil" userId="S::ritesh.patil@1rivet.com::2d999d02-993d-45fd-811d-37e6af85f756" providerId="AD" clId="Web-{9AC9E1AB-40D6-E272-6DE1-8A6DF8F81F88}"/>
    <pc:docChg chg="modSld">
      <pc:chgData name="Ritesh Patil" userId="S::ritesh.patil@1rivet.com::2d999d02-993d-45fd-811d-37e6af85f756" providerId="AD" clId="Web-{9AC9E1AB-40D6-E272-6DE1-8A6DF8F81F88}" dt="2021-08-26T07:01:13.583" v="0" actId="1076"/>
      <pc:docMkLst>
        <pc:docMk/>
      </pc:docMkLst>
      <pc:sldChg chg="modSp">
        <pc:chgData name="Ritesh Patil" userId="S::ritesh.patil@1rivet.com::2d999d02-993d-45fd-811d-37e6af85f756" providerId="AD" clId="Web-{9AC9E1AB-40D6-E272-6DE1-8A6DF8F81F88}" dt="2021-08-26T07:01:13.583" v="0" actId="1076"/>
        <pc:sldMkLst>
          <pc:docMk/>
          <pc:sldMk cId="4203553087" sldId="718"/>
        </pc:sldMkLst>
        <pc:spChg chg="mod">
          <ac:chgData name="Ritesh Patil" userId="S::ritesh.patil@1rivet.com::2d999d02-993d-45fd-811d-37e6af85f756" providerId="AD" clId="Web-{9AC9E1AB-40D6-E272-6DE1-8A6DF8F81F88}" dt="2021-08-26T07:01:13.583" v="0" actId="1076"/>
          <ac:spMkLst>
            <pc:docMk/>
            <pc:sldMk cId="4203553087" sldId="718"/>
            <ac:spMk id="6" creationId="{9A78BE87-69FF-44A3-82CD-2FAA13457F43}"/>
          </ac:spMkLst>
        </pc:spChg>
      </pc:sldChg>
    </pc:docChg>
  </pc:docChgLst>
  <pc:docChgLst>
    <pc:chgData name="Ritesh Patil" userId="2d999d02-993d-45fd-811d-37e6af85f756" providerId="ADAL" clId="{CBA6C373-3CFD-4A4F-8C82-B4A1E3DB2281}"/>
    <pc:docChg chg="addSld delSld modSld modSection">
      <pc:chgData name="Ritesh Patil" userId="2d999d02-993d-45fd-811d-37e6af85f756" providerId="ADAL" clId="{CBA6C373-3CFD-4A4F-8C82-B4A1E3DB2281}" dt="2020-10-28T05:58:11.731" v="3"/>
      <pc:docMkLst>
        <pc:docMk/>
      </pc:docMkLst>
      <pc:sldChg chg="del">
        <pc:chgData name="Ritesh Patil" userId="2d999d02-993d-45fd-811d-37e6af85f756" providerId="ADAL" clId="{CBA6C373-3CFD-4A4F-8C82-B4A1E3DB2281}" dt="2020-10-27T14:07:11.398" v="1" actId="47"/>
        <pc:sldMkLst>
          <pc:docMk/>
          <pc:sldMk cId="3648396529" sldId="742"/>
        </pc:sldMkLst>
      </pc:sldChg>
      <pc:sldChg chg="modSp mod">
        <pc:chgData name="Ritesh Patil" userId="2d999d02-993d-45fd-811d-37e6af85f756" providerId="ADAL" clId="{CBA6C373-3CFD-4A4F-8C82-B4A1E3DB2281}" dt="2020-10-28T05:58:11.731" v="3"/>
        <pc:sldMkLst>
          <pc:docMk/>
          <pc:sldMk cId="164569202" sldId="744"/>
        </pc:sldMkLst>
        <pc:spChg chg="mod">
          <ac:chgData name="Ritesh Patil" userId="2d999d02-993d-45fd-811d-37e6af85f756" providerId="ADAL" clId="{CBA6C373-3CFD-4A4F-8C82-B4A1E3DB2281}" dt="2020-10-28T05:58:11.731" v="3"/>
          <ac:spMkLst>
            <pc:docMk/>
            <pc:sldMk cId="164569202" sldId="744"/>
            <ac:spMk id="3" creationId="{BC0B7DEE-2DB1-467E-9E73-B05711A4EE1D}"/>
          </ac:spMkLst>
        </pc:spChg>
      </pc:sldChg>
      <pc:sldChg chg="add setBg">
        <pc:chgData name="Ritesh Patil" userId="2d999d02-993d-45fd-811d-37e6af85f756" providerId="ADAL" clId="{CBA6C373-3CFD-4A4F-8C82-B4A1E3DB2281}" dt="2020-10-27T14:07:25.153" v="2"/>
        <pc:sldMkLst>
          <pc:docMk/>
          <pc:sldMk cId="1907856718" sldId="7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EFEF31-D26C-D64B-85F4-4CD143043BB7}" type="datetimeFigureOut">
              <a:rPr lang="en-US" smtClean="0"/>
              <a:t>6/8/2023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39C19-B153-4347-9905-D19210BC360C}" type="slidenum">
              <a:rPr lang="en-US" smtClean="0"/>
              <a:t>‹#›</a:t>
            </a:fld>
            <a:endParaRPr lang="en-US"/>
          </a:p>
        </p:txBody>
      </p:sp>
    </p:spTree>
    <p:extLst>
      <p:ext uri="{BB962C8B-B14F-4D97-AF65-F5344CB8AC3E}">
        <p14:creationId xmlns:p14="http://schemas.microsoft.com/office/powerpoint/2010/main" val="3974578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B39C19-B153-4347-9905-D19210BC360C}" type="slidenum">
              <a:rPr lang="en-US" smtClean="0"/>
              <a:t>1</a:t>
            </a:fld>
            <a:endParaRPr lang="en-US"/>
          </a:p>
        </p:txBody>
      </p:sp>
    </p:spTree>
    <p:extLst>
      <p:ext uri="{BB962C8B-B14F-4D97-AF65-F5344CB8AC3E}">
        <p14:creationId xmlns:p14="http://schemas.microsoft.com/office/powerpoint/2010/main" val="28684290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8B290DA-BF60-410F-B81D-0D72182222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106429"/>
            <a:ext cx="4949482" cy="6959047"/>
          </a:xfrm>
          <a:prstGeom prst="rect">
            <a:avLst/>
          </a:prstGeom>
        </p:spPr>
      </p:pic>
      <p:pic>
        <p:nvPicPr>
          <p:cNvPr id="5" name="Picture 4">
            <a:extLst>
              <a:ext uri="{FF2B5EF4-FFF2-40B4-BE49-F238E27FC236}">
                <a16:creationId xmlns:a16="http://schemas.microsoft.com/office/drawing/2014/main" id="{EAD5E05B-0CCB-4B27-A1D3-ACDF377161D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285988" y="5759030"/>
            <a:ext cx="2544350" cy="545218"/>
          </a:xfrm>
          <a:prstGeom prst="rect">
            <a:avLst/>
          </a:prstGeom>
        </p:spPr>
      </p:pic>
      <p:sp>
        <p:nvSpPr>
          <p:cNvPr id="6" name="TextBox 5">
            <a:extLst>
              <a:ext uri="{FF2B5EF4-FFF2-40B4-BE49-F238E27FC236}">
                <a16:creationId xmlns:a16="http://schemas.microsoft.com/office/drawing/2014/main" id="{AC74FE43-0886-4D67-97EF-D66C62C95E2F}"/>
              </a:ext>
            </a:extLst>
          </p:cNvPr>
          <p:cNvSpPr txBox="1"/>
          <p:nvPr userDrawn="1"/>
        </p:nvSpPr>
        <p:spPr>
          <a:xfrm>
            <a:off x="9192041" y="6345738"/>
            <a:ext cx="2737977" cy="307777"/>
          </a:xfrm>
          <a:prstGeom prst="rect">
            <a:avLst/>
          </a:prstGeom>
          <a:noFill/>
        </p:spPr>
        <p:txBody>
          <a:bodyPr wrap="square" rtlCol="0">
            <a:spAutoFit/>
          </a:bodyPr>
          <a:lstStyle/>
          <a:p>
            <a:pPr algn="just"/>
            <a:r>
              <a:rPr lang="en-US" sz="1400">
                <a:solidFill>
                  <a:schemeClr val="tx1">
                    <a:lumMod val="65000"/>
                    <a:lumOff val="35000"/>
                  </a:schemeClr>
                </a:solidFill>
              </a:rPr>
              <a:t>Pivotal Insights | Focused Solutions</a:t>
            </a:r>
          </a:p>
        </p:txBody>
      </p:sp>
      <p:sp>
        <p:nvSpPr>
          <p:cNvPr id="8" name="Text Placeholder 7">
            <a:extLst>
              <a:ext uri="{FF2B5EF4-FFF2-40B4-BE49-F238E27FC236}">
                <a16:creationId xmlns:a16="http://schemas.microsoft.com/office/drawing/2014/main" id="{55DC47D9-FE98-4FB4-972C-6DB1F2342C59}"/>
              </a:ext>
            </a:extLst>
          </p:cNvPr>
          <p:cNvSpPr>
            <a:spLocks noGrp="1"/>
          </p:cNvSpPr>
          <p:nvPr>
            <p:ph type="body" sz="quarter" idx="10" hasCustomPrompt="1"/>
          </p:nvPr>
        </p:nvSpPr>
        <p:spPr>
          <a:xfrm>
            <a:off x="2584175" y="3167021"/>
            <a:ext cx="9246164" cy="523958"/>
          </a:xfrm>
          <a:prstGeom prst="rect">
            <a:avLst/>
          </a:prstGeom>
        </p:spPr>
        <p:txBody>
          <a:bodyPr/>
          <a:lstStyle>
            <a:lvl1pPr marL="0" indent="0" algn="r">
              <a:buNone/>
              <a:defRPr sz="3600">
                <a:solidFill>
                  <a:srgbClr val="2B4471"/>
                </a:solidFill>
                <a:latin typeface="Futura Medium" panose="020B0602020204020303"/>
              </a:defRPr>
            </a:lvl1pPr>
            <a:lvl2pPr marL="457200" indent="0">
              <a:buNone/>
              <a:defRPr/>
            </a:lvl2pPr>
            <a:lvl3pPr marL="914400" indent="0">
              <a:buNone/>
              <a:defRPr/>
            </a:lvl3pPr>
            <a:lvl4pPr marL="1371600" indent="0">
              <a:buNone/>
              <a:defRPr/>
            </a:lvl4pPr>
            <a:lvl5pPr marL="1828800" indent="0">
              <a:buNone/>
              <a:defRPr/>
            </a:lvl5pPr>
          </a:lstStyle>
          <a:p>
            <a:pPr lvl="0"/>
            <a:r>
              <a:rPr lang="en-IN"/>
              <a:t>Title </a:t>
            </a:r>
          </a:p>
        </p:txBody>
      </p:sp>
      <p:sp>
        <p:nvSpPr>
          <p:cNvPr id="9" name="Text Placeholder 7">
            <a:extLst>
              <a:ext uri="{FF2B5EF4-FFF2-40B4-BE49-F238E27FC236}">
                <a16:creationId xmlns:a16="http://schemas.microsoft.com/office/drawing/2014/main" id="{2F8BBB07-457B-4F11-BB08-270EAD24CE88}"/>
              </a:ext>
            </a:extLst>
          </p:cNvPr>
          <p:cNvSpPr>
            <a:spLocks noGrp="1"/>
          </p:cNvSpPr>
          <p:nvPr>
            <p:ph type="body" sz="quarter" idx="11" hasCustomPrompt="1"/>
          </p:nvPr>
        </p:nvSpPr>
        <p:spPr>
          <a:xfrm>
            <a:off x="10432026" y="3724281"/>
            <a:ext cx="1398312" cy="523958"/>
          </a:xfrm>
          <a:prstGeom prst="rect">
            <a:avLst/>
          </a:prstGeom>
        </p:spPr>
        <p:txBody>
          <a:bodyPr/>
          <a:lstStyle>
            <a:lvl1pPr marL="0" indent="0" algn="r">
              <a:buNone/>
              <a:defRPr sz="1200">
                <a:solidFill>
                  <a:schemeClr val="tx1">
                    <a:lumMod val="75000"/>
                    <a:lumOff val="25000"/>
                  </a:schemeClr>
                </a:solidFill>
                <a:latin typeface="Futura Medium" panose="020B0602020204020303"/>
              </a:defRPr>
            </a:lvl1pPr>
            <a:lvl2pPr marL="457200" indent="0">
              <a:buNone/>
              <a:defRPr/>
            </a:lvl2pPr>
            <a:lvl3pPr marL="914400" indent="0">
              <a:buNone/>
              <a:defRPr/>
            </a:lvl3pPr>
            <a:lvl4pPr marL="1371600" indent="0">
              <a:buNone/>
              <a:defRPr/>
            </a:lvl4pPr>
            <a:lvl5pPr marL="1828800" indent="0">
              <a:buNone/>
              <a:defRPr/>
            </a:lvl5pPr>
          </a:lstStyle>
          <a:p>
            <a:pPr lvl="0"/>
            <a:r>
              <a:rPr lang="en-IN"/>
              <a:t>mm/</a:t>
            </a:r>
            <a:r>
              <a:rPr lang="en-IN" err="1"/>
              <a:t>dd</a:t>
            </a:r>
            <a:r>
              <a:rPr lang="en-IN"/>
              <a:t>/</a:t>
            </a:r>
            <a:r>
              <a:rPr lang="en-IN" err="1"/>
              <a:t>yyyy</a:t>
            </a:r>
            <a:endParaRPr lang="en-IN"/>
          </a:p>
        </p:txBody>
      </p:sp>
      <p:sp>
        <p:nvSpPr>
          <p:cNvPr id="7" name="Picture Placeholder 6">
            <a:extLst>
              <a:ext uri="{FF2B5EF4-FFF2-40B4-BE49-F238E27FC236}">
                <a16:creationId xmlns:a16="http://schemas.microsoft.com/office/drawing/2014/main" id="{218C9B4C-D149-4438-9136-33C174826969}"/>
              </a:ext>
            </a:extLst>
          </p:cNvPr>
          <p:cNvSpPr>
            <a:spLocks noGrp="1"/>
          </p:cNvSpPr>
          <p:nvPr>
            <p:ph type="pic" sz="quarter" idx="13"/>
          </p:nvPr>
        </p:nvSpPr>
        <p:spPr>
          <a:xfrm>
            <a:off x="1182405" y="194697"/>
            <a:ext cx="3088581" cy="989012"/>
          </a:xfrm>
          <a:prstGeom prst="rect">
            <a:avLst/>
          </a:prstGeom>
        </p:spPr>
        <p:txBody>
          <a:bodyPr/>
          <a:lstStyle>
            <a:lvl1pPr marL="0" indent="0">
              <a:buNone/>
              <a:defRPr/>
            </a:lvl1pPr>
          </a:lstStyle>
          <a:p>
            <a:endParaRPr lang="en-IN"/>
          </a:p>
        </p:txBody>
      </p:sp>
    </p:spTree>
    <p:extLst>
      <p:ext uri="{BB962C8B-B14F-4D97-AF65-F5344CB8AC3E}">
        <p14:creationId xmlns:p14="http://schemas.microsoft.com/office/powerpoint/2010/main" val="2593899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B2763D4-DFC1-4E4D-AF74-1FAD5B2326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261412" y="-74481"/>
            <a:ext cx="4930588" cy="6932481"/>
          </a:xfrm>
          <a:prstGeom prst="rect">
            <a:avLst/>
          </a:prstGeom>
        </p:spPr>
      </p:pic>
      <p:pic>
        <p:nvPicPr>
          <p:cNvPr id="3" name="Picture 2">
            <a:extLst>
              <a:ext uri="{FF2B5EF4-FFF2-40B4-BE49-F238E27FC236}">
                <a16:creationId xmlns:a16="http://schemas.microsoft.com/office/drawing/2014/main" id="{C315A66F-B14A-42B8-B16E-958FA12A2B5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5" name="TextBox 4">
            <a:extLst>
              <a:ext uri="{FF2B5EF4-FFF2-40B4-BE49-F238E27FC236}">
                <a16:creationId xmlns:a16="http://schemas.microsoft.com/office/drawing/2014/main" id="{F89ECC69-93BF-4CF0-977B-A48C6CAF8A76}"/>
              </a:ext>
            </a:extLst>
          </p:cNvPr>
          <p:cNvSpPr txBox="1"/>
          <p:nvPr userDrawn="1"/>
        </p:nvSpPr>
        <p:spPr>
          <a:xfrm>
            <a:off x="479556" y="361085"/>
            <a:ext cx="4619540" cy="646331"/>
          </a:xfrm>
          <a:prstGeom prst="rect">
            <a:avLst/>
          </a:prstGeom>
          <a:noFill/>
        </p:spPr>
        <p:txBody>
          <a:bodyPr wrap="square" rtlCol="0">
            <a:spAutoFit/>
          </a:bodyPr>
          <a:lstStyle/>
          <a:p>
            <a:r>
              <a:rPr lang="en-IN" sz="3600" b="1">
                <a:solidFill>
                  <a:srgbClr val="2B4471"/>
                </a:solidFill>
                <a:latin typeface="Futura Medium"/>
              </a:rPr>
              <a:t>AGENDA</a:t>
            </a:r>
          </a:p>
        </p:txBody>
      </p:sp>
      <p:sp>
        <p:nvSpPr>
          <p:cNvPr id="6" name="TextBox 5">
            <a:extLst>
              <a:ext uri="{FF2B5EF4-FFF2-40B4-BE49-F238E27FC236}">
                <a16:creationId xmlns:a16="http://schemas.microsoft.com/office/drawing/2014/main" id="{77AA00A7-166A-4254-955D-66775999C0E4}"/>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2">
                    <a:lumMod val="50000"/>
                  </a:schemeClr>
                </a:solidFill>
                <a:latin typeface="Futura LT" pitchFamily="50" charset="0"/>
              </a:rPr>
              <a:pPr algn="r"/>
              <a:t>‹#›</a:t>
            </a:fld>
            <a:endParaRPr lang="en-GB" sz="1100">
              <a:solidFill>
                <a:schemeClr val="bg2">
                  <a:lumMod val="50000"/>
                </a:schemeClr>
              </a:solidFill>
              <a:latin typeface="Futura LT" pitchFamily="50" charset="0"/>
            </a:endParaRPr>
          </a:p>
        </p:txBody>
      </p:sp>
      <p:sp>
        <p:nvSpPr>
          <p:cNvPr id="8" name="TextBox 7">
            <a:extLst>
              <a:ext uri="{FF2B5EF4-FFF2-40B4-BE49-F238E27FC236}">
                <a16:creationId xmlns:a16="http://schemas.microsoft.com/office/drawing/2014/main" id="{9BFB2553-0A70-4DDF-B644-F89E8CA0034F}"/>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1167331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8F2E18-0D5C-47F6-BCB1-20941C7198CF}"/>
              </a:ext>
            </a:extLst>
          </p:cNvPr>
          <p:cNvSpPr/>
          <p:nvPr userDrawn="1"/>
        </p:nvSpPr>
        <p:spPr>
          <a:xfrm>
            <a:off x="224970" y="2021114"/>
            <a:ext cx="6712857" cy="2815771"/>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8000" b="1">
              <a:ln>
                <a:solidFill>
                  <a:srgbClr val="C00000"/>
                </a:solidFill>
              </a:ln>
              <a:solidFill>
                <a:schemeClr val="tx1">
                  <a:lumMod val="95000"/>
                  <a:lumOff val="5000"/>
                </a:schemeClr>
              </a:solidFill>
              <a:latin typeface="Futura Medium" charset="0"/>
              <a:ea typeface="Futura Medium" charset="0"/>
              <a:cs typeface="Futura Medium" charset="0"/>
            </a:endParaRPr>
          </a:p>
          <a:p>
            <a:r>
              <a:rPr lang="en-GB">
                <a:ln>
                  <a:solidFill>
                    <a:srgbClr val="C00000"/>
                  </a:solidFill>
                </a:ln>
                <a:latin typeface="Futura Medium" charset="0"/>
                <a:ea typeface="Futura Medium" charset="0"/>
                <a:cs typeface="Futura Medium" charset="0"/>
              </a:rPr>
              <a:t> </a:t>
            </a:r>
          </a:p>
          <a:p>
            <a:r>
              <a:rPr lang="en-GB">
                <a:ln>
                  <a:solidFill>
                    <a:srgbClr val="C00000"/>
                  </a:solidFill>
                </a:ln>
                <a:latin typeface="Futura Medium" charset="0"/>
                <a:ea typeface="Futura Medium" charset="0"/>
                <a:cs typeface="Futura Medium" charset="0"/>
              </a:rPr>
              <a:t>   </a:t>
            </a:r>
            <a:endParaRPr lang="en-US" b="1">
              <a:ln>
                <a:solidFill>
                  <a:srgbClr val="C00000"/>
                </a:solidFill>
              </a:ln>
              <a:solidFill>
                <a:schemeClr val="bg1"/>
              </a:solidFill>
              <a:latin typeface="Futura Medium" charset="0"/>
              <a:ea typeface="Futura Medium" charset="0"/>
              <a:cs typeface="Futura Medium" charset="0"/>
            </a:endParaRPr>
          </a:p>
          <a:p>
            <a:endParaRPr lang="en-GB">
              <a:ln>
                <a:solidFill>
                  <a:srgbClr val="C00000"/>
                </a:solidFill>
              </a:ln>
              <a:latin typeface="Futura Medium" charset="0"/>
              <a:ea typeface="Futura Medium" charset="0"/>
              <a:cs typeface="Futura Medium" charset="0"/>
            </a:endParaRPr>
          </a:p>
        </p:txBody>
      </p:sp>
      <p:cxnSp>
        <p:nvCxnSpPr>
          <p:cNvPr id="3" name="Straight Connector 2">
            <a:extLst>
              <a:ext uri="{FF2B5EF4-FFF2-40B4-BE49-F238E27FC236}">
                <a16:creationId xmlns:a16="http://schemas.microsoft.com/office/drawing/2014/main" id="{09A92C25-F751-4D91-AEB9-09F7A6F668B1}"/>
              </a:ext>
            </a:extLst>
          </p:cNvPr>
          <p:cNvCxnSpPr>
            <a:cxnSpLocks/>
          </p:cNvCxnSpPr>
          <p:nvPr userDrawn="1"/>
        </p:nvCxnSpPr>
        <p:spPr>
          <a:xfrm>
            <a:off x="331643" y="3373437"/>
            <a:ext cx="2286447" cy="0"/>
          </a:xfrm>
          <a:prstGeom prst="line">
            <a:avLst/>
          </a:prstGeom>
          <a:solidFill>
            <a:schemeClr val="accent1">
              <a:alpha val="75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Placeholder 8">
            <a:extLst>
              <a:ext uri="{FF2B5EF4-FFF2-40B4-BE49-F238E27FC236}">
                <a16:creationId xmlns:a16="http://schemas.microsoft.com/office/drawing/2014/main" id="{E1A86625-4889-4B3F-9821-E4F691F678EE}"/>
              </a:ext>
            </a:extLst>
          </p:cNvPr>
          <p:cNvSpPr>
            <a:spLocks noGrp="1"/>
          </p:cNvSpPr>
          <p:nvPr>
            <p:ph type="body" sz="quarter" idx="10" hasCustomPrompt="1"/>
          </p:nvPr>
        </p:nvSpPr>
        <p:spPr>
          <a:xfrm>
            <a:off x="224969" y="2278488"/>
            <a:ext cx="6712857" cy="1053387"/>
          </a:xfrm>
        </p:spPr>
        <p:txBody>
          <a:bodyPr>
            <a:noAutofit/>
          </a:bodyPr>
          <a:lstStyle>
            <a:lvl1pPr marL="0" indent="0">
              <a:buNone/>
              <a:defRPr sz="8000" b="1">
                <a:ln>
                  <a:noFill/>
                </a:ln>
                <a:solidFill>
                  <a:schemeClr val="tx1"/>
                </a:solidFill>
                <a:latin typeface="Futura Medium"/>
              </a:defRPr>
            </a:lvl1pPr>
          </a:lstStyle>
          <a:p>
            <a:pPr lvl="0"/>
            <a:r>
              <a:rPr lang="en-US"/>
              <a:t>DIVIDER #</a:t>
            </a:r>
          </a:p>
        </p:txBody>
      </p:sp>
      <p:sp>
        <p:nvSpPr>
          <p:cNvPr id="7" name="Text Placeholder 8">
            <a:extLst>
              <a:ext uri="{FF2B5EF4-FFF2-40B4-BE49-F238E27FC236}">
                <a16:creationId xmlns:a16="http://schemas.microsoft.com/office/drawing/2014/main" id="{403EA59A-B19D-4BB5-8890-06A33B8EE1A2}"/>
              </a:ext>
            </a:extLst>
          </p:cNvPr>
          <p:cNvSpPr>
            <a:spLocks noGrp="1"/>
          </p:cNvSpPr>
          <p:nvPr>
            <p:ph type="body" sz="quarter" idx="11" hasCustomPrompt="1"/>
          </p:nvPr>
        </p:nvSpPr>
        <p:spPr>
          <a:xfrm>
            <a:off x="218043" y="3409611"/>
            <a:ext cx="6712857" cy="499349"/>
          </a:xfrm>
        </p:spPr>
        <p:txBody>
          <a:bodyPr>
            <a:noAutofit/>
          </a:bodyPr>
          <a:lstStyle>
            <a:lvl1pPr marL="0" indent="0">
              <a:buNone/>
              <a:defRPr sz="2800" b="1">
                <a:solidFill>
                  <a:schemeClr val="bg1"/>
                </a:solidFill>
                <a:latin typeface="Futura Medium"/>
              </a:defRPr>
            </a:lvl1pPr>
          </a:lstStyle>
          <a:p>
            <a:pPr lvl="0"/>
            <a:r>
              <a:rPr lang="en-US"/>
              <a:t>TITLE</a:t>
            </a:r>
          </a:p>
        </p:txBody>
      </p:sp>
      <p:sp>
        <p:nvSpPr>
          <p:cNvPr id="8" name="TextBox 7">
            <a:extLst>
              <a:ext uri="{FF2B5EF4-FFF2-40B4-BE49-F238E27FC236}">
                <a16:creationId xmlns:a16="http://schemas.microsoft.com/office/drawing/2014/main" id="{C1AE7575-545F-40C7-AE95-3B923DE4C9B1}"/>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bg1"/>
                </a:solidFill>
                <a:latin typeface="Futura LT"/>
              </a:rPr>
              <a:t>Document Type: </a:t>
            </a:r>
            <a:r>
              <a:rPr lang="fr-FR" sz="1100" dirty="0" err="1">
                <a:solidFill>
                  <a:schemeClr val="bg1"/>
                </a:solidFill>
                <a:latin typeface="Futura LT"/>
              </a:rPr>
              <a:t>Internal</a:t>
            </a:r>
            <a:r>
              <a:rPr lang="fr-FR" sz="1100" dirty="0">
                <a:solidFill>
                  <a:schemeClr val="bg1"/>
                </a:solidFill>
                <a:latin typeface="Futura LT"/>
              </a:rPr>
              <a:t> Classification: Public</a:t>
            </a:r>
            <a:endParaRPr lang="en-IN" sz="1100" dirty="0">
              <a:solidFill>
                <a:schemeClr val="bg1"/>
              </a:solidFill>
              <a:latin typeface="Futura LT"/>
            </a:endParaRPr>
          </a:p>
        </p:txBody>
      </p:sp>
    </p:spTree>
    <p:extLst>
      <p:ext uri="{BB962C8B-B14F-4D97-AF65-F5344CB8AC3E}">
        <p14:creationId xmlns:p14="http://schemas.microsoft.com/office/powerpoint/2010/main" val="2359754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chemeClr val="bg1"/>
        </a:solidFill>
        <a:effectLst/>
      </p:bgPr>
    </p:bg>
    <p:spTree>
      <p:nvGrpSpPr>
        <p:cNvPr id="1" name=""/>
        <p:cNvGrpSpPr/>
        <p:nvPr/>
      </p:nvGrpSpPr>
      <p:grpSpPr>
        <a:xfrm>
          <a:off x="0" y="0"/>
          <a:ext cx="0" cy="0"/>
          <a:chOff x="0" y="0"/>
          <a:chExt cx="0" cy="0"/>
        </a:xfrm>
      </p:grpSpPr>
      <p:pic>
        <p:nvPicPr>
          <p:cNvPr id="3" name="Picture 2" descr="A person holding a microphone&#10;&#10;Description generated with high confidence">
            <a:extLst>
              <a:ext uri="{FF2B5EF4-FFF2-40B4-BE49-F238E27FC236}">
                <a16:creationId xmlns:a16="http://schemas.microsoft.com/office/drawing/2014/main" id="{9F5903DF-6971-4D0F-9A45-44128616E7C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29250" y="0"/>
            <a:ext cx="6762750" cy="5305425"/>
          </a:xfrm>
          <a:prstGeom prst="rect">
            <a:avLst/>
          </a:prstGeom>
        </p:spPr>
      </p:pic>
      <p:pic>
        <p:nvPicPr>
          <p:cNvPr id="6" name="Picture 5">
            <a:extLst>
              <a:ext uri="{FF2B5EF4-FFF2-40B4-BE49-F238E27FC236}">
                <a16:creationId xmlns:a16="http://schemas.microsoft.com/office/drawing/2014/main" id="{F6A2E277-D4B8-4AC0-83FA-152F6E1556F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7" name="TextBox 6">
            <a:extLst>
              <a:ext uri="{FF2B5EF4-FFF2-40B4-BE49-F238E27FC236}">
                <a16:creationId xmlns:a16="http://schemas.microsoft.com/office/drawing/2014/main" id="{D1723390-D31E-4A1E-8DE3-0C33F4053352}"/>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2">
                    <a:lumMod val="50000"/>
                  </a:schemeClr>
                </a:solidFill>
                <a:latin typeface="Futura LT" pitchFamily="50" charset="0"/>
              </a:rPr>
              <a:pPr algn="r"/>
              <a:t>‹#›</a:t>
            </a:fld>
            <a:endParaRPr lang="en-GB" sz="1100">
              <a:solidFill>
                <a:schemeClr val="bg2">
                  <a:lumMod val="50000"/>
                </a:schemeClr>
              </a:solidFill>
              <a:latin typeface="Futura LT" pitchFamily="50" charset="0"/>
            </a:endParaRPr>
          </a:p>
        </p:txBody>
      </p:sp>
      <p:sp>
        <p:nvSpPr>
          <p:cNvPr id="5" name="TextBox 4">
            <a:extLst>
              <a:ext uri="{FF2B5EF4-FFF2-40B4-BE49-F238E27FC236}">
                <a16:creationId xmlns:a16="http://schemas.microsoft.com/office/drawing/2014/main" id="{18C4AC25-BBCF-43D4-BF08-745C39AE3430}"/>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2761084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EF5248-2917-4125-BB05-06DEE034E2A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B7D5E6A5-9FE9-454D-9246-22FA6FD5AF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9" name="TextBox 8">
            <a:extLst>
              <a:ext uri="{FF2B5EF4-FFF2-40B4-BE49-F238E27FC236}">
                <a16:creationId xmlns:a16="http://schemas.microsoft.com/office/drawing/2014/main" id="{E6939ACA-6BCB-4AA7-8244-2983DCA23B9C}"/>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1"/>
                </a:solidFill>
                <a:latin typeface="Futura LT" pitchFamily="50" charset="0"/>
              </a:rPr>
              <a:pPr algn="r"/>
              <a:t>‹#›</a:t>
            </a:fld>
            <a:endParaRPr lang="en-GB" sz="1100">
              <a:solidFill>
                <a:schemeClr val="bg1"/>
              </a:solidFill>
              <a:latin typeface="Futura LT" pitchFamily="50" charset="0"/>
            </a:endParaRPr>
          </a:p>
        </p:txBody>
      </p:sp>
    </p:spTree>
    <p:extLst>
      <p:ext uri="{BB962C8B-B14F-4D97-AF65-F5344CB8AC3E}">
        <p14:creationId xmlns:p14="http://schemas.microsoft.com/office/powerpoint/2010/main" val="485580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Section Header">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generated with high confidence">
            <a:extLst>
              <a:ext uri="{FF2B5EF4-FFF2-40B4-BE49-F238E27FC236}">
                <a16:creationId xmlns:a16="http://schemas.microsoft.com/office/drawing/2014/main" id="{B47B1A04-F91A-4CD8-8D4B-CACF86BB531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4E7BFE3C-9CAB-4B6D-A1DF-22EAE1742E2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8" name="TextBox 7">
            <a:extLst>
              <a:ext uri="{FF2B5EF4-FFF2-40B4-BE49-F238E27FC236}">
                <a16:creationId xmlns:a16="http://schemas.microsoft.com/office/drawing/2014/main" id="{2D872F41-7489-4669-A277-6F57D485F341}"/>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1"/>
                </a:solidFill>
                <a:latin typeface="Futura LT" pitchFamily="50" charset="0"/>
              </a:rPr>
              <a:pPr algn="r"/>
              <a:t>‹#›</a:t>
            </a:fld>
            <a:endParaRPr lang="en-GB" sz="1100">
              <a:solidFill>
                <a:schemeClr val="bg1"/>
              </a:solidFill>
              <a:latin typeface="Futura LT" pitchFamily="50" charset="0"/>
            </a:endParaRPr>
          </a:p>
        </p:txBody>
      </p:sp>
    </p:spTree>
    <p:extLst>
      <p:ext uri="{BB962C8B-B14F-4D97-AF65-F5344CB8AC3E}">
        <p14:creationId xmlns:p14="http://schemas.microsoft.com/office/powerpoint/2010/main" val="2364437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 TOC">
    <p:spTree>
      <p:nvGrpSpPr>
        <p:cNvPr id="1" name=""/>
        <p:cNvGrpSpPr/>
        <p:nvPr/>
      </p:nvGrpSpPr>
      <p:grpSpPr>
        <a:xfrm>
          <a:off x="0" y="0"/>
          <a:ext cx="0" cy="0"/>
          <a:chOff x="0" y="0"/>
          <a:chExt cx="0" cy="0"/>
        </a:xfrm>
      </p:grpSpPr>
      <p:sp>
        <p:nvSpPr>
          <p:cNvPr id="31" name="SP Agenda Notice" hidden="1"/>
          <p:cNvSpPr>
            <a:spLocks noGrp="1"/>
          </p:cNvSpPr>
          <p:nvPr>
            <p:ph sz="quarter" idx="13" hasCustomPrompt="1"/>
          </p:nvPr>
        </p:nvSpPr>
        <p:spPr>
          <a:xfrm>
            <a:off x="12344400" y="48315"/>
            <a:ext cx="3103200" cy="0"/>
          </a:xfrm>
          <a:prstGeom prst="rect">
            <a:avLst/>
          </a:prstGeom>
          <a:solidFill>
            <a:schemeClr val="accent2"/>
          </a:solidFill>
        </p:spPr>
        <p:txBody>
          <a:bodyPr>
            <a:noAutofit/>
          </a:bodyPr>
          <a:lstStyle>
            <a:lvl1pPr marL="0" indent="0">
              <a:buFontTx/>
              <a:buNone/>
              <a:defRPr sz="800" b="0" i="0" baseline="0">
                <a:solidFill>
                  <a:schemeClr val="tx1"/>
                </a:solidFill>
              </a:defRPr>
            </a:lvl1pPr>
            <a:lvl2pPr marL="172641" marR="0" indent="-171450" algn="l" defTabSz="684593" rtl="0" eaLnBrk="1" fontAlgn="base" latinLnBrk="0" hangingPunct="1">
              <a:lnSpc>
                <a:spcPct val="100000"/>
              </a:lnSpc>
              <a:spcBef>
                <a:spcPct val="0"/>
              </a:spcBef>
              <a:spcAft>
                <a:spcPts val="0"/>
              </a:spcAft>
              <a:buClrTx/>
              <a:buSzTx/>
              <a:buFont typeface="Arial" panose="020B0604020202020204" pitchFamily="34" charset="0"/>
              <a:buChar char="•"/>
              <a:tabLst/>
              <a:defRPr sz="800" baseline="0">
                <a:solidFill>
                  <a:schemeClr val="tx1"/>
                </a:solidFill>
              </a:defRPr>
            </a:lvl2pPr>
            <a:lvl3pPr>
              <a:defRPr sz="900"/>
            </a:lvl3pPr>
            <a:lvl4pPr>
              <a:defRPr sz="900"/>
            </a:lvl4pPr>
            <a:lvl5pPr>
              <a:defRPr sz="900"/>
            </a:lvl5pPr>
          </a:lstStyle>
          <a:p>
            <a:pPr lvl="0"/>
            <a:r>
              <a:rPr lang="en-US" noProof="0"/>
              <a:t>This is the </a:t>
            </a:r>
            <a:r>
              <a:rPr lang="en-US" noProof="0" err="1"/>
              <a:t>SlideProof</a:t>
            </a:r>
            <a:r>
              <a:rPr lang="en-US" noProof="0"/>
              <a:t> Agenda Layout</a:t>
            </a:r>
          </a:p>
          <a:p>
            <a:pPr lvl="0"/>
            <a:r>
              <a:rPr lang="en-US" noProof="0"/>
              <a:t>http://www.veodin.com/slideproof/manual/agenda/</a:t>
            </a:r>
          </a:p>
          <a:p>
            <a:pPr lvl="0"/>
            <a:r>
              <a:rPr lang="en-US" noProof="0"/>
              <a:t>Use the Selection Pane (Alt+F10) to make the hidden shapes of the Agenda visible. Make sure you group them again after editing and rename them with </a:t>
            </a:r>
            <a:r>
              <a:rPr lang="en-US" noProof="0" err="1"/>
              <a:t>SlideProof</a:t>
            </a:r>
            <a:r>
              <a:rPr lang="en-US" noProof="0"/>
              <a:t> &gt; Agenda &gt; Rename Agenda Groups</a:t>
            </a:r>
          </a:p>
          <a:p>
            <a:pPr lvl="0"/>
            <a:r>
              <a:rPr lang="en-US" noProof="0"/>
              <a:t>Expected group names are:</a:t>
            </a:r>
          </a:p>
          <a:p>
            <a:pPr lvl="1"/>
            <a:endParaRPr lang="en-US" noProof="0"/>
          </a:p>
          <a:p>
            <a:pPr lvl="1"/>
            <a:r>
              <a:rPr lang="en-US" noProof="0"/>
              <a:t>SP Agenda Section - Mandatory</a:t>
            </a:r>
          </a:p>
          <a:p>
            <a:pPr lvl="1"/>
            <a:r>
              <a:rPr lang="en-US" noProof="0"/>
              <a:t>SP Agenda Section Highlight - Highlight the current section</a:t>
            </a:r>
          </a:p>
          <a:p>
            <a:pPr lvl="1"/>
            <a:r>
              <a:rPr lang="en-US" noProof="0"/>
              <a:t>SP Agenda Subsection - Mandatory if showing subsections</a:t>
            </a:r>
          </a:p>
          <a:p>
            <a:pPr lvl="1"/>
            <a:r>
              <a:rPr lang="en-US" noProof="0"/>
              <a:t>SP Agenda Subsection Highlight - Highlight the current subsection</a:t>
            </a:r>
          </a:p>
          <a:p>
            <a:pPr lvl="0"/>
            <a:r>
              <a:rPr lang="en-US" noProof="0"/>
              <a:t>Any shapes or images inside the groups will appear on the agenda pages. This notice (SP Agenda Notice) will not appear on the agenda pages.</a:t>
            </a:r>
          </a:p>
          <a:p>
            <a:pPr lvl="0"/>
            <a:r>
              <a:rPr lang="en-US" noProof="0"/>
              <a:t>Valid text placeholders are:</a:t>
            </a:r>
          </a:p>
          <a:p>
            <a:pPr lvl="1"/>
            <a:endParaRPr lang="en-US" noProof="0"/>
          </a:p>
          <a:p>
            <a:pPr lvl="1"/>
            <a:r>
              <a:rPr lang="en-US" noProof="0"/>
              <a:t>Section number:</a:t>
            </a:r>
          </a:p>
          <a:p>
            <a:pPr lvl="1"/>
            <a:r>
              <a:rPr lang="en-US" noProof="0"/>
              <a:t>&lt;N&gt; for Arabic number 1, 2, 3</a:t>
            </a:r>
          </a:p>
          <a:p>
            <a:pPr lvl="1"/>
            <a:r>
              <a:rPr lang="en-US" noProof="0"/>
              <a:t>&lt;R&gt; for Roman numeral I, II, III</a:t>
            </a:r>
          </a:p>
          <a:p>
            <a:pPr lvl="1"/>
            <a:r>
              <a:rPr lang="en-US" noProof="0"/>
              <a:t>&lt;RL&gt; for lower-case Roman numeral </a:t>
            </a:r>
            <a:r>
              <a:rPr lang="en-US" noProof="0" err="1"/>
              <a:t>i</a:t>
            </a:r>
            <a:r>
              <a:rPr lang="en-US" noProof="0"/>
              <a:t>, ii, iii</a:t>
            </a:r>
          </a:p>
          <a:p>
            <a:pPr lvl="1"/>
            <a:r>
              <a:rPr lang="en-US" noProof="0"/>
              <a:t>&lt;A&gt; for alphabetic character A, B, C</a:t>
            </a:r>
          </a:p>
          <a:p>
            <a:pPr lvl="1"/>
            <a:r>
              <a:rPr lang="en-US" noProof="0"/>
              <a:t>&lt;AL&gt; for lower-case Alphabetic character</a:t>
            </a:r>
          </a:p>
          <a:p>
            <a:pPr lvl="1"/>
            <a:r>
              <a:rPr lang="en-US" noProof="0"/>
              <a:t>&lt;TEXT&gt;</a:t>
            </a:r>
          </a:p>
          <a:p>
            <a:pPr lvl="1"/>
            <a:r>
              <a:rPr lang="en-US" noProof="0"/>
              <a:t>&lt;RESPONSIBLE&gt;</a:t>
            </a:r>
          </a:p>
          <a:p>
            <a:pPr lvl="1"/>
            <a:r>
              <a:rPr lang="en-US" noProof="0"/>
              <a:t>&lt;TIMESLOT&gt;</a:t>
            </a:r>
          </a:p>
          <a:p>
            <a:pPr lvl="1"/>
            <a:r>
              <a:rPr lang="en-US" noProof="0"/>
              <a:t>&lt;DURATION&gt; for duration</a:t>
            </a:r>
          </a:p>
          <a:p>
            <a:pPr lvl="1"/>
            <a:r>
              <a:rPr lang="en-US" noProof="0"/>
              <a:t>&lt;P&gt; for page number</a:t>
            </a:r>
          </a:p>
          <a:p>
            <a:pPr lvl="0"/>
            <a:r>
              <a:rPr lang="en-US" noProof="0"/>
              <a:t>If you want the agenda to be vertically centered on each Agenda slide, rename this layout to:</a:t>
            </a:r>
          </a:p>
          <a:p>
            <a:pPr lvl="1"/>
            <a:endParaRPr lang="en-US" noProof="0"/>
          </a:p>
          <a:p>
            <a:pPr lvl="1"/>
            <a:r>
              <a:rPr lang="en-US" noProof="0"/>
              <a:t>SP Agenda Vertical</a:t>
            </a:r>
          </a:p>
        </p:txBody>
      </p:sp>
      <p:grpSp>
        <p:nvGrpSpPr>
          <p:cNvPr id="3" name="SP Agenda Section" hidden="1"/>
          <p:cNvGrpSpPr/>
          <p:nvPr userDrawn="1"/>
        </p:nvGrpSpPr>
        <p:grpSpPr>
          <a:xfrm>
            <a:off x="1797664" y="2085631"/>
            <a:ext cx="8657275" cy="369332"/>
            <a:chOff x="1797664" y="2085631"/>
            <a:chExt cx="8657274" cy="369332"/>
          </a:xfrm>
        </p:grpSpPr>
        <p:sp>
          <p:nvSpPr>
            <p:cNvPr id="20" name="Textbox" hidden="1"/>
            <p:cNvSpPr txBox="1">
              <a:spLocks/>
            </p:cNvSpPr>
            <p:nvPr userDrawn="1"/>
          </p:nvSpPr>
          <p:spPr>
            <a:xfrm>
              <a:off x="2267220" y="2085631"/>
              <a:ext cx="3843347" cy="369332"/>
            </a:xfrm>
            <a:prstGeom prst="rect">
              <a:avLst/>
            </a:prstGeom>
            <a:noFill/>
          </p:spPr>
          <p:txBody>
            <a:bodyPr wrap="square" rtlCol="0" anchor="ctr">
              <a:normAutofit/>
            </a:bodyPr>
            <a:lstStyle/>
            <a:p>
              <a:pPr defTabSz="9334267">
                <a:tabLst>
                  <a:tab pos="9512062" algn="l"/>
                </a:tabLst>
              </a:pPr>
              <a:r>
                <a:rPr lang="en-US" sz="1400"/>
                <a:t>&lt;TEXT&gt;</a:t>
              </a:r>
            </a:p>
          </p:txBody>
        </p:sp>
        <p:sp>
          <p:nvSpPr>
            <p:cNvPr id="21" name="Textbox" hidden="1"/>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1400"/>
                <a:t>&lt;N&gt;</a:t>
              </a:r>
            </a:p>
          </p:txBody>
        </p:sp>
        <p:sp>
          <p:nvSpPr>
            <p:cNvPr id="22" name="Textbox" hidden="1"/>
            <p:cNvSpPr txBox="1">
              <a:spLocks/>
            </p:cNvSpPr>
            <p:nvPr userDrawn="1"/>
          </p:nvSpPr>
          <p:spPr>
            <a:xfrm>
              <a:off x="9817944" y="2085631"/>
              <a:ext cx="636994" cy="369332"/>
            </a:xfrm>
            <a:prstGeom prst="rect">
              <a:avLst/>
            </a:prstGeom>
            <a:noFill/>
          </p:spPr>
          <p:txBody>
            <a:bodyPr wrap="none" rtlCol="0" anchor="ctr">
              <a:noAutofit/>
            </a:bodyPr>
            <a:lstStyle/>
            <a:p>
              <a:pPr algn="r"/>
              <a:r>
                <a:rPr lang="en-US" sz="1400"/>
                <a:t>&lt;P&gt;</a:t>
              </a:r>
            </a:p>
          </p:txBody>
        </p:sp>
        <p:sp>
          <p:nvSpPr>
            <p:cNvPr id="24" name="Textbox" hidden="1"/>
            <p:cNvSpPr txBox="1">
              <a:spLocks/>
            </p:cNvSpPr>
            <p:nvPr userDrawn="1"/>
          </p:nvSpPr>
          <p:spPr>
            <a:xfrm>
              <a:off x="7696160" y="2085631"/>
              <a:ext cx="1257061" cy="369332"/>
            </a:xfrm>
            <a:prstGeom prst="rect">
              <a:avLst/>
            </a:prstGeom>
            <a:noFill/>
          </p:spPr>
          <p:txBody>
            <a:bodyPr wrap="none" rtlCol="0" anchor="ctr">
              <a:noAutofit/>
            </a:bodyPr>
            <a:lstStyle/>
            <a:p>
              <a:pPr algn="l"/>
              <a:r>
                <a:rPr lang="en-US" sz="1400"/>
                <a:t>&lt;TIMESLOT&gt;</a:t>
              </a:r>
            </a:p>
          </p:txBody>
        </p:sp>
        <p:sp>
          <p:nvSpPr>
            <p:cNvPr id="28" name="Textbox" hidden="1"/>
            <p:cNvSpPr txBox="1">
              <a:spLocks/>
            </p:cNvSpPr>
            <p:nvPr userDrawn="1"/>
          </p:nvSpPr>
          <p:spPr>
            <a:xfrm>
              <a:off x="6209330" y="2085631"/>
              <a:ext cx="1388067" cy="369332"/>
            </a:xfrm>
            <a:prstGeom prst="rect">
              <a:avLst/>
            </a:prstGeom>
            <a:noFill/>
          </p:spPr>
          <p:txBody>
            <a:bodyPr wrap="none" rtlCol="0" anchor="ctr">
              <a:noAutofit/>
            </a:bodyPr>
            <a:lstStyle/>
            <a:p>
              <a:pPr algn="l"/>
              <a:r>
                <a:rPr lang="en-US" sz="1400"/>
                <a:t>&lt;RESPONSIBLE&gt;</a:t>
              </a:r>
            </a:p>
          </p:txBody>
        </p:sp>
        <p:sp>
          <p:nvSpPr>
            <p:cNvPr id="29" name="Textbox" hidden="1"/>
            <p:cNvSpPr txBox="1">
              <a:spLocks/>
            </p:cNvSpPr>
            <p:nvPr userDrawn="1"/>
          </p:nvSpPr>
          <p:spPr>
            <a:xfrm>
              <a:off x="9043221" y="2085631"/>
              <a:ext cx="684723" cy="369332"/>
            </a:xfrm>
            <a:prstGeom prst="rect">
              <a:avLst/>
            </a:prstGeom>
            <a:noFill/>
          </p:spPr>
          <p:txBody>
            <a:bodyPr wrap="none" rtlCol="0" anchor="ctr">
              <a:noAutofit/>
            </a:bodyPr>
            <a:lstStyle/>
            <a:p>
              <a:pPr algn="l"/>
              <a:r>
                <a:rPr lang="en-US" sz="1400"/>
                <a:t>&lt;DURATION&gt;</a:t>
              </a:r>
            </a:p>
          </p:txBody>
        </p:sp>
      </p:grpSp>
      <p:grpSp>
        <p:nvGrpSpPr>
          <p:cNvPr id="4" name="SP Agenda Section Highlight" hidden="1"/>
          <p:cNvGrpSpPr>
            <a:grpSpLocks/>
          </p:cNvGrpSpPr>
          <p:nvPr userDrawn="1"/>
        </p:nvGrpSpPr>
        <p:grpSpPr>
          <a:xfrm>
            <a:off x="1797664" y="2616963"/>
            <a:ext cx="8657274" cy="369332"/>
            <a:chOff x="1797664" y="2616963"/>
            <a:chExt cx="8657274" cy="369332"/>
          </a:xfrm>
          <a:solidFill>
            <a:schemeClr val="accent1">
              <a:lumMod val="60000"/>
              <a:lumOff val="40000"/>
            </a:schemeClr>
          </a:solidFill>
        </p:grpSpPr>
        <p:sp>
          <p:nvSpPr>
            <p:cNvPr id="32" name="Textbox" hidden="1"/>
            <p:cNvSpPr txBox="1">
              <a:spLocks/>
            </p:cNvSpPr>
            <p:nvPr userDrawn="1"/>
          </p:nvSpPr>
          <p:spPr>
            <a:xfrm>
              <a:off x="2267220" y="2616963"/>
              <a:ext cx="3843347" cy="369332"/>
            </a:xfrm>
            <a:prstGeom prst="rect">
              <a:avLst/>
            </a:prstGeom>
            <a:grpFill/>
          </p:spPr>
          <p:txBody>
            <a:bodyPr wrap="square" rtlCol="0" anchor="ctr">
              <a:normAutofit/>
            </a:bodyPr>
            <a:lstStyle/>
            <a:p>
              <a:pPr defTabSz="9334267">
                <a:tabLst>
                  <a:tab pos="9512062" algn="l"/>
                </a:tabLst>
              </a:pPr>
              <a:r>
                <a:rPr lang="en-US" sz="1400" b="1"/>
                <a:t>&lt;TEXT&gt;</a:t>
              </a:r>
            </a:p>
          </p:txBody>
        </p:sp>
        <p:sp>
          <p:nvSpPr>
            <p:cNvPr id="33" name="Textbox" hidden="1"/>
            <p:cNvSpPr txBox="1">
              <a:spLocks/>
            </p:cNvSpPr>
            <p:nvPr userDrawn="1"/>
          </p:nvSpPr>
          <p:spPr>
            <a:xfrm>
              <a:off x="1797664" y="2616963"/>
              <a:ext cx="379556" cy="369332"/>
            </a:xfrm>
            <a:prstGeom prst="rect">
              <a:avLst/>
            </a:prstGeom>
            <a:grpFill/>
          </p:spPr>
          <p:txBody>
            <a:bodyPr wrap="none" rtlCol="0" anchor="ctr">
              <a:noAutofit/>
            </a:bodyPr>
            <a:lstStyle/>
            <a:p>
              <a:pPr algn="ctr"/>
              <a:r>
                <a:rPr lang="en-US" sz="1400" b="1"/>
                <a:t>&lt;N&gt;</a:t>
              </a:r>
            </a:p>
          </p:txBody>
        </p:sp>
        <p:sp>
          <p:nvSpPr>
            <p:cNvPr id="34" name="Textbox" hidden="1"/>
            <p:cNvSpPr txBox="1">
              <a:spLocks/>
            </p:cNvSpPr>
            <p:nvPr userDrawn="1"/>
          </p:nvSpPr>
          <p:spPr>
            <a:xfrm>
              <a:off x="9817944" y="2616963"/>
              <a:ext cx="636994" cy="369332"/>
            </a:xfrm>
            <a:prstGeom prst="rect">
              <a:avLst/>
            </a:prstGeom>
            <a:grpFill/>
          </p:spPr>
          <p:txBody>
            <a:bodyPr wrap="none" rtlCol="0" anchor="ctr">
              <a:noAutofit/>
            </a:bodyPr>
            <a:lstStyle/>
            <a:p>
              <a:pPr algn="r"/>
              <a:r>
                <a:rPr lang="en-US" sz="1400" b="1"/>
                <a:t>&lt;P&gt;</a:t>
              </a:r>
            </a:p>
          </p:txBody>
        </p:sp>
        <p:sp>
          <p:nvSpPr>
            <p:cNvPr id="35" name="Textbox" hidden="1"/>
            <p:cNvSpPr txBox="1">
              <a:spLocks/>
            </p:cNvSpPr>
            <p:nvPr userDrawn="1"/>
          </p:nvSpPr>
          <p:spPr>
            <a:xfrm>
              <a:off x="7696160" y="2616963"/>
              <a:ext cx="1257061" cy="369332"/>
            </a:xfrm>
            <a:prstGeom prst="rect">
              <a:avLst/>
            </a:prstGeom>
            <a:grpFill/>
          </p:spPr>
          <p:txBody>
            <a:bodyPr wrap="none" rtlCol="0" anchor="ctr">
              <a:noAutofit/>
            </a:bodyPr>
            <a:lstStyle/>
            <a:p>
              <a:pPr algn="l"/>
              <a:r>
                <a:rPr lang="en-US" sz="1400" b="1"/>
                <a:t>&lt;TIMESLOT&gt;</a:t>
              </a:r>
            </a:p>
          </p:txBody>
        </p:sp>
        <p:sp>
          <p:nvSpPr>
            <p:cNvPr id="36" name="Textbox" hidden="1"/>
            <p:cNvSpPr txBox="1">
              <a:spLocks/>
            </p:cNvSpPr>
            <p:nvPr userDrawn="1"/>
          </p:nvSpPr>
          <p:spPr>
            <a:xfrm>
              <a:off x="6209330" y="2616963"/>
              <a:ext cx="1388067" cy="369332"/>
            </a:xfrm>
            <a:prstGeom prst="rect">
              <a:avLst/>
            </a:prstGeom>
            <a:grpFill/>
          </p:spPr>
          <p:txBody>
            <a:bodyPr wrap="none" rtlCol="0" anchor="ctr">
              <a:noAutofit/>
            </a:bodyPr>
            <a:lstStyle/>
            <a:p>
              <a:pPr algn="l"/>
              <a:r>
                <a:rPr lang="en-US" sz="1400" b="1"/>
                <a:t>&lt;RESPONSIBLE&gt;</a:t>
              </a:r>
            </a:p>
          </p:txBody>
        </p:sp>
        <p:sp>
          <p:nvSpPr>
            <p:cNvPr id="37" name="Textbox" hidden="1"/>
            <p:cNvSpPr txBox="1">
              <a:spLocks/>
            </p:cNvSpPr>
            <p:nvPr userDrawn="1"/>
          </p:nvSpPr>
          <p:spPr>
            <a:xfrm>
              <a:off x="9043221" y="2616963"/>
              <a:ext cx="684723" cy="369332"/>
            </a:xfrm>
            <a:prstGeom prst="rect">
              <a:avLst/>
            </a:prstGeom>
            <a:grpFill/>
          </p:spPr>
          <p:txBody>
            <a:bodyPr wrap="none" rtlCol="0" anchor="ctr">
              <a:noAutofit/>
            </a:bodyPr>
            <a:lstStyle/>
            <a:p>
              <a:pPr algn="l"/>
              <a:r>
                <a:rPr lang="en-US" sz="1400" b="1"/>
                <a:t>&lt;DURATION&gt;</a:t>
              </a:r>
            </a:p>
          </p:txBody>
        </p:sp>
      </p:grpSp>
      <p:grpSp>
        <p:nvGrpSpPr>
          <p:cNvPr id="8" name="SP Agenda Subsection" hidden="1"/>
          <p:cNvGrpSpPr>
            <a:grpSpLocks/>
          </p:cNvGrpSpPr>
          <p:nvPr userDrawn="1"/>
        </p:nvGrpSpPr>
        <p:grpSpPr>
          <a:xfrm>
            <a:off x="2265805" y="3148295"/>
            <a:ext cx="8189135" cy="369332"/>
            <a:chOff x="2265804" y="3155687"/>
            <a:chExt cx="8189134" cy="369332"/>
          </a:xfrm>
        </p:grpSpPr>
        <p:sp>
          <p:nvSpPr>
            <p:cNvPr id="39" name="Textbox" hidden="1"/>
            <p:cNvSpPr txBox="1">
              <a:spLocks/>
            </p:cNvSpPr>
            <p:nvPr userDrawn="1"/>
          </p:nvSpPr>
          <p:spPr>
            <a:xfrm>
              <a:off x="2744123" y="3155687"/>
              <a:ext cx="3366444" cy="369332"/>
            </a:xfrm>
            <a:prstGeom prst="rect">
              <a:avLst/>
            </a:prstGeom>
            <a:noFill/>
          </p:spPr>
          <p:txBody>
            <a:bodyPr wrap="square" rtlCol="0" anchor="ctr">
              <a:normAutofit/>
            </a:bodyPr>
            <a:lstStyle/>
            <a:p>
              <a:pPr defTabSz="9334267">
                <a:tabLst>
                  <a:tab pos="9512062" algn="l"/>
                </a:tabLst>
              </a:pPr>
              <a:r>
                <a:rPr lang="en-US" sz="1400"/>
                <a:t>&lt;TEXT&gt;</a:t>
              </a:r>
            </a:p>
          </p:txBody>
        </p:sp>
        <p:sp>
          <p:nvSpPr>
            <p:cNvPr id="40" name="Textbox" hidden="1"/>
            <p:cNvSpPr txBox="1">
              <a:spLocks/>
            </p:cNvSpPr>
            <p:nvPr userDrawn="1"/>
          </p:nvSpPr>
          <p:spPr>
            <a:xfrm>
              <a:off x="2265804" y="3155687"/>
              <a:ext cx="379556" cy="369332"/>
            </a:xfrm>
            <a:prstGeom prst="rect">
              <a:avLst/>
            </a:prstGeom>
            <a:noFill/>
          </p:spPr>
          <p:txBody>
            <a:bodyPr wrap="none" rtlCol="0" anchor="ctr">
              <a:noAutofit/>
            </a:bodyPr>
            <a:lstStyle/>
            <a:p>
              <a:pPr algn="ctr"/>
              <a:r>
                <a:rPr lang="en-US" sz="1400"/>
                <a:t>&lt;N&gt;</a:t>
              </a:r>
            </a:p>
          </p:txBody>
        </p:sp>
        <p:sp>
          <p:nvSpPr>
            <p:cNvPr id="41" name="Textbox" hidden="1"/>
            <p:cNvSpPr txBox="1">
              <a:spLocks/>
            </p:cNvSpPr>
            <p:nvPr userDrawn="1"/>
          </p:nvSpPr>
          <p:spPr>
            <a:xfrm>
              <a:off x="9817944" y="3155687"/>
              <a:ext cx="636994" cy="369332"/>
            </a:xfrm>
            <a:prstGeom prst="rect">
              <a:avLst/>
            </a:prstGeom>
            <a:noFill/>
          </p:spPr>
          <p:txBody>
            <a:bodyPr wrap="none" rtlCol="0" anchor="ctr">
              <a:noAutofit/>
            </a:bodyPr>
            <a:lstStyle/>
            <a:p>
              <a:pPr algn="r"/>
              <a:r>
                <a:rPr lang="en-US" sz="1400"/>
                <a:t>&lt;P&gt;</a:t>
              </a:r>
            </a:p>
          </p:txBody>
        </p:sp>
        <p:sp>
          <p:nvSpPr>
            <p:cNvPr id="42" name="Textbox" hidden="1"/>
            <p:cNvSpPr txBox="1">
              <a:spLocks/>
            </p:cNvSpPr>
            <p:nvPr userDrawn="1"/>
          </p:nvSpPr>
          <p:spPr>
            <a:xfrm>
              <a:off x="7696160" y="3155687"/>
              <a:ext cx="1257061" cy="369332"/>
            </a:xfrm>
            <a:prstGeom prst="rect">
              <a:avLst/>
            </a:prstGeom>
            <a:noFill/>
          </p:spPr>
          <p:txBody>
            <a:bodyPr wrap="none" rtlCol="0" anchor="ctr">
              <a:noAutofit/>
            </a:bodyPr>
            <a:lstStyle/>
            <a:p>
              <a:pPr algn="l"/>
              <a:r>
                <a:rPr lang="en-US" sz="1400"/>
                <a:t>&lt;TIMESLOT&gt;</a:t>
              </a:r>
            </a:p>
          </p:txBody>
        </p:sp>
        <p:sp>
          <p:nvSpPr>
            <p:cNvPr id="43" name="Textbox" hidden="1"/>
            <p:cNvSpPr txBox="1">
              <a:spLocks/>
            </p:cNvSpPr>
            <p:nvPr userDrawn="1"/>
          </p:nvSpPr>
          <p:spPr>
            <a:xfrm>
              <a:off x="6209330" y="3155687"/>
              <a:ext cx="1388067" cy="369332"/>
            </a:xfrm>
            <a:prstGeom prst="rect">
              <a:avLst/>
            </a:prstGeom>
            <a:noFill/>
          </p:spPr>
          <p:txBody>
            <a:bodyPr wrap="none" rtlCol="0" anchor="ctr">
              <a:noAutofit/>
            </a:bodyPr>
            <a:lstStyle/>
            <a:p>
              <a:pPr algn="l"/>
              <a:r>
                <a:rPr lang="en-US" sz="1400"/>
                <a:t>&lt;RESPONSIBLE&gt;</a:t>
              </a:r>
            </a:p>
          </p:txBody>
        </p:sp>
        <p:sp>
          <p:nvSpPr>
            <p:cNvPr id="44" name="Textbox" hidden="1"/>
            <p:cNvSpPr txBox="1">
              <a:spLocks/>
            </p:cNvSpPr>
            <p:nvPr userDrawn="1"/>
          </p:nvSpPr>
          <p:spPr>
            <a:xfrm>
              <a:off x="9043221" y="3155687"/>
              <a:ext cx="684723" cy="369332"/>
            </a:xfrm>
            <a:prstGeom prst="rect">
              <a:avLst/>
            </a:prstGeom>
            <a:noFill/>
          </p:spPr>
          <p:txBody>
            <a:bodyPr wrap="none" rtlCol="0" anchor="ctr">
              <a:noAutofit/>
            </a:bodyPr>
            <a:lstStyle/>
            <a:p>
              <a:pPr algn="l"/>
              <a:r>
                <a:rPr lang="en-US" sz="1400"/>
                <a:t>&lt;DURATION&gt;</a:t>
              </a:r>
            </a:p>
          </p:txBody>
        </p:sp>
      </p:grpSp>
      <p:grpSp>
        <p:nvGrpSpPr>
          <p:cNvPr id="9" name="SP Agenda Subsection Highlight" hidden="1"/>
          <p:cNvGrpSpPr>
            <a:grpSpLocks/>
          </p:cNvGrpSpPr>
          <p:nvPr userDrawn="1"/>
        </p:nvGrpSpPr>
        <p:grpSpPr>
          <a:xfrm>
            <a:off x="2265804" y="3679627"/>
            <a:ext cx="8189134" cy="369332"/>
            <a:chOff x="2265804" y="3694411"/>
            <a:chExt cx="8189134" cy="369332"/>
          </a:xfrm>
          <a:solidFill>
            <a:schemeClr val="accent1">
              <a:lumMod val="60000"/>
              <a:lumOff val="40000"/>
            </a:schemeClr>
          </a:solidFill>
        </p:grpSpPr>
        <p:sp>
          <p:nvSpPr>
            <p:cNvPr id="46" name="Textbox" hidden="1"/>
            <p:cNvSpPr txBox="1">
              <a:spLocks/>
            </p:cNvSpPr>
            <p:nvPr userDrawn="1"/>
          </p:nvSpPr>
          <p:spPr>
            <a:xfrm>
              <a:off x="2744123" y="3694411"/>
              <a:ext cx="3366444" cy="369332"/>
            </a:xfrm>
            <a:prstGeom prst="rect">
              <a:avLst/>
            </a:prstGeom>
            <a:grpFill/>
          </p:spPr>
          <p:txBody>
            <a:bodyPr wrap="square" rtlCol="0" anchor="ctr">
              <a:normAutofit/>
            </a:bodyPr>
            <a:lstStyle/>
            <a:p>
              <a:pPr defTabSz="9334267">
                <a:tabLst>
                  <a:tab pos="9512062" algn="l"/>
                </a:tabLst>
              </a:pPr>
              <a:r>
                <a:rPr lang="en-US" sz="1400" b="1"/>
                <a:t>&lt;TEXT&gt;</a:t>
              </a:r>
            </a:p>
          </p:txBody>
        </p:sp>
        <p:sp>
          <p:nvSpPr>
            <p:cNvPr id="47" name="Textbox" hidden="1"/>
            <p:cNvSpPr txBox="1">
              <a:spLocks/>
            </p:cNvSpPr>
            <p:nvPr userDrawn="1"/>
          </p:nvSpPr>
          <p:spPr>
            <a:xfrm>
              <a:off x="2265804" y="3694411"/>
              <a:ext cx="379556" cy="369332"/>
            </a:xfrm>
            <a:prstGeom prst="rect">
              <a:avLst/>
            </a:prstGeom>
            <a:grpFill/>
          </p:spPr>
          <p:txBody>
            <a:bodyPr wrap="none" rtlCol="0" anchor="ctr">
              <a:noAutofit/>
            </a:bodyPr>
            <a:lstStyle/>
            <a:p>
              <a:pPr algn="ctr"/>
              <a:r>
                <a:rPr lang="en-US" sz="1400" b="1"/>
                <a:t>&lt;N&gt;</a:t>
              </a:r>
            </a:p>
          </p:txBody>
        </p:sp>
        <p:sp>
          <p:nvSpPr>
            <p:cNvPr id="48" name="Textbox" hidden="1"/>
            <p:cNvSpPr txBox="1">
              <a:spLocks/>
            </p:cNvSpPr>
            <p:nvPr userDrawn="1"/>
          </p:nvSpPr>
          <p:spPr>
            <a:xfrm>
              <a:off x="9817944" y="3694411"/>
              <a:ext cx="636994" cy="369332"/>
            </a:xfrm>
            <a:prstGeom prst="rect">
              <a:avLst/>
            </a:prstGeom>
            <a:grpFill/>
          </p:spPr>
          <p:txBody>
            <a:bodyPr wrap="none" rtlCol="0" anchor="ctr">
              <a:noAutofit/>
            </a:bodyPr>
            <a:lstStyle/>
            <a:p>
              <a:pPr algn="r"/>
              <a:r>
                <a:rPr lang="en-US" sz="1400" b="1"/>
                <a:t>&lt;P&gt;</a:t>
              </a:r>
            </a:p>
          </p:txBody>
        </p:sp>
        <p:sp>
          <p:nvSpPr>
            <p:cNvPr id="49" name="Textbox" hidden="1"/>
            <p:cNvSpPr txBox="1">
              <a:spLocks/>
            </p:cNvSpPr>
            <p:nvPr userDrawn="1"/>
          </p:nvSpPr>
          <p:spPr>
            <a:xfrm>
              <a:off x="7696160" y="3694411"/>
              <a:ext cx="1257061" cy="369332"/>
            </a:xfrm>
            <a:prstGeom prst="rect">
              <a:avLst/>
            </a:prstGeom>
            <a:grpFill/>
          </p:spPr>
          <p:txBody>
            <a:bodyPr wrap="none" rtlCol="0" anchor="ctr">
              <a:noAutofit/>
            </a:bodyPr>
            <a:lstStyle/>
            <a:p>
              <a:pPr algn="l"/>
              <a:r>
                <a:rPr lang="en-US" sz="1400" b="1"/>
                <a:t>&lt;TIMESLOT&gt;</a:t>
              </a:r>
            </a:p>
          </p:txBody>
        </p:sp>
        <p:sp>
          <p:nvSpPr>
            <p:cNvPr id="50" name="Textbox" hidden="1"/>
            <p:cNvSpPr txBox="1">
              <a:spLocks/>
            </p:cNvSpPr>
            <p:nvPr userDrawn="1"/>
          </p:nvSpPr>
          <p:spPr>
            <a:xfrm>
              <a:off x="6209330" y="3694411"/>
              <a:ext cx="1388067" cy="369332"/>
            </a:xfrm>
            <a:prstGeom prst="rect">
              <a:avLst/>
            </a:prstGeom>
            <a:grpFill/>
          </p:spPr>
          <p:txBody>
            <a:bodyPr wrap="none" rtlCol="0" anchor="ctr">
              <a:noAutofit/>
            </a:bodyPr>
            <a:lstStyle/>
            <a:p>
              <a:pPr algn="l"/>
              <a:r>
                <a:rPr lang="en-US" sz="1400" b="1"/>
                <a:t>&lt;RESPONSIBLE&gt;</a:t>
              </a:r>
            </a:p>
          </p:txBody>
        </p:sp>
        <p:sp>
          <p:nvSpPr>
            <p:cNvPr id="51" name="Textbox" hidden="1"/>
            <p:cNvSpPr txBox="1">
              <a:spLocks/>
            </p:cNvSpPr>
            <p:nvPr userDrawn="1"/>
          </p:nvSpPr>
          <p:spPr>
            <a:xfrm>
              <a:off x="9043221" y="3694411"/>
              <a:ext cx="684723" cy="369332"/>
            </a:xfrm>
            <a:prstGeom prst="rect">
              <a:avLst/>
            </a:prstGeom>
            <a:grpFill/>
          </p:spPr>
          <p:txBody>
            <a:bodyPr wrap="none" rtlCol="0" anchor="ctr">
              <a:noAutofit/>
            </a:bodyPr>
            <a:lstStyle/>
            <a:p>
              <a:pPr algn="l"/>
              <a:r>
                <a:rPr lang="en-US" sz="1400" b="1"/>
                <a:t>&lt;DURATION&gt;</a:t>
              </a:r>
            </a:p>
          </p:txBody>
        </p:sp>
      </p:grpSp>
      <p:sp>
        <p:nvSpPr>
          <p:cNvPr id="2" name="Title 1">
            <a:extLst>
              <a:ext uri="{FF2B5EF4-FFF2-40B4-BE49-F238E27FC236}">
                <a16:creationId xmlns:a16="http://schemas.microsoft.com/office/drawing/2014/main" id="{550BF8F5-052B-45F9-8186-46D074A10555}"/>
              </a:ext>
            </a:extLst>
          </p:cNvPr>
          <p:cNvSpPr>
            <a:spLocks noGrp="1"/>
          </p:cNvSpPr>
          <p:nvPr>
            <p:ph type="title" sz="quarter" idx="14" hasCustomPrompt="1"/>
          </p:nvPr>
        </p:nvSpPr>
        <p:spPr>
          <a:xfrm>
            <a:off x="838200" y="365125"/>
            <a:ext cx="10515600" cy="1325563"/>
          </a:xfrm>
          <a:prstGeom prst="rect">
            <a:avLst/>
          </a:prstGeom>
        </p:spPr>
        <p:txBody>
          <a:bodyPr/>
          <a:lstStyle/>
          <a:p>
            <a:r>
              <a:rPr lang="en-US"/>
              <a:t>Agenda</a:t>
            </a:r>
          </a:p>
        </p:txBody>
      </p:sp>
      <p:sp>
        <p:nvSpPr>
          <p:cNvPr id="38" name="TextBox 37">
            <a:extLst>
              <a:ext uri="{FF2B5EF4-FFF2-40B4-BE49-F238E27FC236}">
                <a16:creationId xmlns:a16="http://schemas.microsoft.com/office/drawing/2014/main" id="{607632BB-87E5-457D-B7A0-924702125A6D}"/>
              </a:ext>
            </a:extLst>
          </p:cNvPr>
          <p:cNvSpPr txBox="1"/>
          <p:nvPr userDrawn="1"/>
        </p:nvSpPr>
        <p:spPr>
          <a:xfrm>
            <a:off x="427529" y="6516584"/>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1467810572"/>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 Divider 1">
    <p:bg>
      <p:bgPr>
        <a:solidFill>
          <a:schemeClr val="accent1">
            <a:lumMod val="60000"/>
            <a:lumOff val="40000"/>
          </a:schemeClr>
        </a:solidFill>
        <a:effectLst/>
      </p:bgPr>
    </p:bg>
    <p:spTree>
      <p:nvGrpSpPr>
        <p:cNvPr id="1" name=""/>
        <p:cNvGrpSpPr/>
        <p:nvPr/>
      </p:nvGrpSpPr>
      <p:grpSpPr>
        <a:xfrm>
          <a:off x="0" y="0"/>
          <a:ext cx="0" cy="0"/>
          <a:chOff x="0" y="0"/>
          <a:chExt cx="0" cy="0"/>
        </a:xfrm>
      </p:grpSpPr>
      <p:grpSp>
        <p:nvGrpSpPr>
          <p:cNvPr id="71" name="SP Agenda Section" hidden="1">
            <a:extLst>
              <a:ext uri="{FF2B5EF4-FFF2-40B4-BE49-F238E27FC236}">
                <a16:creationId xmlns:a16="http://schemas.microsoft.com/office/drawing/2014/main" id="{91D61CFA-1A29-4B89-8F49-1E216E25DD2B}"/>
              </a:ext>
            </a:extLst>
          </p:cNvPr>
          <p:cNvGrpSpPr>
            <a:grpSpLocks/>
          </p:cNvGrpSpPr>
          <p:nvPr userDrawn="1"/>
        </p:nvGrpSpPr>
        <p:grpSpPr>
          <a:xfrm>
            <a:off x="1284761" y="4096092"/>
            <a:ext cx="10080000" cy="369332"/>
            <a:chOff x="1797664" y="2085631"/>
            <a:chExt cx="5940745" cy="369332"/>
          </a:xfrm>
        </p:grpSpPr>
        <p:sp>
          <p:nvSpPr>
            <p:cNvPr id="72" name="Textbox" hidden="1">
              <a:extLst>
                <a:ext uri="{FF2B5EF4-FFF2-40B4-BE49-F238E27FC236}">
                  <a16:creationId xmlns:a16="http://schemas.microsoft.com/office/drawing/2014/main" id="{8BF45C0E-D24F-4800-98B2-20E0A3AC8C3F}"/>
                </a:ext>
              </a:extLst>
            </p:cNvPr>
            <p:cNvSpPr txBox="1">
              <a:spLocks/>
            </p:cNvSpPr>
            <p:nvPr userDrawn="1"/>
          </p:nvSpPr>
          <p:spPr>
            <a:xfrm>
              <a:off x="2140025" y="2085631"/>
              <a:ext cx="5598384" cy="369332"/>
            </a:xfrm>
            <a:prstGeom prst="rect">
              <a:avLst/>
            </a:prstGeom>
            <a:noFill/>
          </p:spPr>
          <p:txBody>
            <a:bodyPr wrap="square" rtlCol="0" anchor="ctr">
              <a:noAutofit/>
            </a:bodyPr>
            <a:lstStyle/>
            <a:p>
              <a:pPr defTabSz="9334267">
                <a:tabLst>
                  <a:tab pos="9512062" algn="l"/>
                </a:tabLst>
              </a:pPr>
              <a:r>
                <a:rPr lang="en-US" sz="3600" b="1">
                  <a:solidFill>
                    <a:schemeClr val="tx1"/>
                  </a:solidFill>
                </a:rPr>
                <a:t>&lt;TEXT&gt;</a:t>
              </a:r>
            </a:p>
          </p:txBody>
        </p:sp>
        <p:sp>
          <p:nvSpPr>
            <p:cNvPr id="73" name="Textbox" hidden="1">
              <a:extLst>
                <a:ext uri="{FF2B5EF4-FFF2-40B4-BE49-F238E27FC236}">
                  <a16:creationId xmlns:a16="http://schemas.microsoft.com/office/drawing/2014/main" id="{B36140C3-09D5-4D3F-906D-270C63E34027}"/>
                </a:ext>
              </a:extLst>
            </p:cNvPr>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3600" b="1">
                  <a:solidFill>
                    <a:schemeClr val="tx1"/>
                  </a:solidFill>
                </a:rPr>
                <a:t>&lt;N&gt;</a:t>
              </a:r>
            </a:p>
          </p:txBody>
        </p:sp>
        <p:sp>
          <p:nvSpPr>
            <p:cNvPr id="74" name="Textbox" hidden="1">
              <a:extLst>
                <a:ext uri="{FF2B5EF4-FFF2-40B4-BE49-F238E27FC236}">
                  <a16:creationId xmlns:a16="http://schemas.microsoft.com/office/drawing/2014/main" id="{871FFF1F-6558-47A3-B57A-1327C25BF06E}"/>
                </a:ext>
              </a:extLst>
            </p:cNvPr>
            <p:cNvSpPr txBox="1">
              <a:spLocks/>
            </p:cNvSpPr>
            <p:nvPr userDrawn="1"/>
          </p:nvSpPr>
          <p:spPr>
            <a:xfrm>
              <a:off x="6912263" y="2085631"/>
              <a:ext cx="0" cy="0"/>
            </a:xfrm>
            <a:prstGeom prst="rect">
              <a:avLst/>
            </a:prstGeom>
            <a:noFill/>
          </p:spPr>
          <p:txBody>
            <a:bodyPr wrap="none" rtlCol="0" anchor="ctr">
              <a:noAutofit/>
            </a:bodyPr>
            <a:lstStyle/>
            <a:p>
              <a:pPr algn="r"/>
              <a:r>
                <a:rPr lang="en-US" sz="1000">
                  <a:solidFill>
                    <a:srgbClr val="000000">
                      <a:alpha val="0"/>
                    </a:srgbClr>
                  </a:solidFill>
                </a:rPr>
                <a:t>&lt;P&gt;</a:t>
              </a:r>
            </a:p>
          </p:txBody>
        </p:sp>
        <p:sp>
          <p:nvSpPr>
            <p:cNvPr id="75" name="Textbox" hidden="1">
              <a:extLst>
                <a:ext uri="{FF2B5EF4-FFF2-40B4-BE49-F238E27FC236}">
                  <a16:creationId xmlns:a16="http://schemas.microsoft.com/office/drawing/2014/main" id="{98FFC8B2-AAEA-4B46-BACD-C8587958201A}"/>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&lt;TIMESLOT&gt;</a:t>
              </a:r>
            </a:p>
          </p:txBody>
        </p:sp>
        <p:sp>
          <p:nvSpPr>
            <p:cNvPr id="76" name="Textbox" hidden="1">
              <a:extLst>
                <a:ext uri="{FF2B5EF4-FFF2-40B4-BE49-F238E27FC236}">
                  <a16:creationId xmlns:a16="http://schemas.microsoft.com/office/drawing/2014/main" id="{0E8F7A35-E5F6-48B1-BC2B-4D8D2886AA71}"/>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&lt;RESPONSIBLE&gt;</a:t>
              </a:r>
            </a:p>
          </p:txBody>
        </p:sp>
        <p:sp>
          <p:nvSpPr>
            <p:cNvPr id="77" name="Textbox" hidden="1">
              <a:extLst>
                <a:ext uri="{FF2B5EF4-FFF2-40B4-BE49-F238E27FC236}">
                  <a16:creationId xmlns:a16="http://schemas.microsoft.com/office/drawing/2014/main" id="{D42D33A2-C40A-44B6-BE0C-4D7653C496BC}"/>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&lt;DURATION&gt;</a:t>
              </a:r>
            </a:p>
          </p:txBody>
        </p:sp>
      </p:grpSp>
      <p:sp>
        <p:nvSpPr>
          <p:cNvPr id="31" name="SP Agenda Notice" hidden="1"/>
          <p:cNvSpPr>
            <a:spLocks noGrp="1"/>
          </p:cNvSpPr>
          <p:nvPr>
            <p:ph sz="quarter" idx="13" hasCustomPrompt="1"/>
          </p:nvPr>
        </p:nvSpPr>
        <p:spPr>
          <a:xfrm>
            <a:off x="12344400" y="48315"/>
            <a:ext cx="3103200" cy="0"/>
          </a:xfrm>
          <a:prstGeom prst="rect">
            <a:avLst/>
          </a:prstGeom>
          <a:solidFill>
            <a:schemeClr val="accent2"/>
          </a:solidFill>
        </p:spPr>
        <p:txBody>
          <a:bodyPr>
            <a:noAutofit/>
          </a:bodyPr>
          <a:lstStyle>
            <a:lvl1pPr marL="0" indent="0">
              <a:buFontTx/>
              <a:buNone/>
              <a:defRPr sz="800" b="0" i="0" baseline="0">
                <a:solidFill>
                  <a:schemeClr val="tx1"/>
                </a:solidFill>
              </a:defRPr>
            </a:lvl1pPr>
            <a:lvl2pPr marL="172641" marR="0" indent="-171450" algn="l" defTabSz="684593" rtl="0" eaLnBrk="1" fontAlgn="base" latinLnBrk="0" hangingPunct="1">
              <a:lnSpc>
                <a:spcPct val="100000"/>
              </a:lnSpc>
              <a:spcBef>
                <a:spcPct val="0"/>
              </a:spcBef>
              <a:spcAft>
                <a:spcPts val="0"/>
              </a:spcAft>
              <a:buClrTx/>
              <a:buSzTx/>
              <a:buFont typeface="Arial" panose="020B0604020202020204" pitchFamily="34" charset="0"/>
              <a:buChar char="•"/>
              <a:tabLst/>
              <a:defRPr sz="800" baseline="0">
                <a:solidFill>
                  <a:schemeClr val="tx1"/>
                </a:solidFill>
              </a:defRPr>
            </a:lvl2pPr>
            <a:lvl3pPr>
              <a:defRPr sz="900"/>
            </a:lvl3pPr>
            <a:lvl4pPr>
              <a:defRPr sz="900"/>
            </a:lvl4pPr>
            <a:lvl5pPr>
              <a:defRPr sz="900"/>
            </a:lvl5pPr>
          </a:lstStyle>
          <a:p>
            <a:pPr lvl="0"/>
            <a:r>
              <a:rPr lang="en-US" noProof="0"/>
              <a:t>This is the SlideProof Agenda Layout</a:t>
            </a:r>
          </a:p>
          <a:p>
            <a:pPr lvl="0"/>
            <a:r>
              <a:rPr lang="en-US" noProof="0"/>
              <a:t>http://www.veodin.com/slideproof/manual/agenda/</a:t>
            </a:r>
          </a:p>
          <a:p>
            <a:pPr lvl="0"/>
            <a:r>
              <a:rPr lang="en-US" noProof="0"/>
              <a:t>Use the Selection Pane (Alt+F10) to make the hidden shapes of the Agenda visible. Make sure you group them again after editing and rename them with SlideProof &gt; Agenda &gt; Rename Agenda Groups</a:t>
            </a:r>
          </a:p>
          <a:p>
            <a:pPr lvl="0"/>
            <a:r>
              <a:rPr lang="en-US" noProof="0"/>
              <a:t>Expected group names are:</a:t>
            </a:r>
          </a:p>
          <a:p>
            <a:pPr lvl="1"/>
            <a:endParaRPr lang="en-US" noProof="0"/>
          </a:p>
          <a:p>
            <a:pPr lvl="1"/>
            <a:r>
              <a:rPr lang="en-US" noProof="0"/>
              <a:t>SP Agenda Section - Mandatory</a:t>
            </a:r>
          </a:p>
          <a:p>
            <a:pPr lvl="1"/>
            <a:r>
              <a:rPr lang="en-US" noProof="0"/>
              <a:t>SP Agenda Section Highlight - Highlight the current section</a:t>
            </a:r>
          </a:p>
          <a:p>
            <a:pPr lvl="1"/>
            <a:r>
              <a:rPr lang="en-US" noProof="0"/>
              <a:t>SP Agenda Subsection - Mandatory if showing subsections</a:t>
            </a:r>
          </a:p>
          <a:p>
            <a:pPr lvl="1"/>
            <a:r>
              <a:rPr lang="en-US" noProof="0"/>
              <a:t>SP Agenda Subsection Highlight - Highlight the current subsection</a:t>
            </a:r>
          </a:p>
          <a:p>
            <a:pPr lvl="0"/>
            <a:r>
              <a:rPr lang="en-US" noProof="0"/>
              <a:t>Any shapes or images inside the groups will appear on the agenda pages. This notice (SP Agenda Notice) will not appear on the agenda pages.</a:t>
            </a:r>
          </a:p>
          <a:p>
            <a:pPr lvl="0"/>
            <a:r>
              <a:rPr lang="en-US" noProof="0"/>
              <a:t>Valid text placeholders are:</a:t>
            </a:r>
          </a:p>
          <a:p>
            <a:pPr lvl="1"/>
            <a:endParaRPr lang="en-US" noProof="0"/>
          </a:p>
          <a:p>
            <a:pPr lvl="1"/>
            <a:r>
              <a:rPr lang="en-US" noProof="0"/>
              <a:t>Section number:</a:t>
            </a:r>
          </a:p>
          <a:p>
            <a:pPr lvl="1"/>
            <a:r>
              <a:rPr lang="en-US" noProof="0"/>
              <a:t>&lt;N&gt; for Arabic number 1, 2, 3</a:t>
            </a:r>
          </a:p>
          <a:p>
            <a:pPr lvl="1"/>
            <a:r>
              <a:rPr lang="en-US" noProof="0"/>
              <a:t>&lt;R&gt; for Roman numeral I, II, III</a:t>
            </a:r>
          </a:p>
          <a:p>
            <a:pPr lvl="1"/>
            <a:r>
              <a:rPr lang="en-US" noProof="0"/>
              <a:t>&lt;RL&gt; for lower-case Roman numeral </a:t>
            </a:r>
            <a:r>
              <a:rPr lang="en-US" noProof="0" err="1"/>
              <a:t>i</a:t>
            </a:r>
            <a:r>
              <a:rPr lang="en-US" noProof="0"/>
              <a:t>, ii, iii</a:t>
            </a:r>
          </a:p>
          <a:p>
            <a:pPr lvl="1"/>
            <a:r>
              <a:rPr lang="en-US" noProof="0"/>
              <a:t>&lt;A&gt; for alphabetic character A, B, C</a:t>
            </a:r>
          </a:p>
          <a:p>
            <a:pPr lvl="1"/>
            <a:r>
              <a:rPr lang="en-US" noProof="0"/>
              <a:t>&lt;AL&gt; for lower-case Alphabetic character</a:t>
            </a:r>
          </a:p>
          <a:p>
            <a:pPr lvl="1"/>
            <a:r>
              <a:rPr lang="en-US" noProof="0"/>
              <a:t>&lt;TEXT&gt;</a:t>
            </a:r>
          </a:p>
          <a:p>
            <a:pPr lvl="1"/>
            <a:r>
              <a:rPr lang="en-US" noProof="0"/>
              <a:t>&lt;RESPONSIBLE&gt;</a:t>
            </a:r>
          </a:p>
          <a:p>
            <a:pPr lvl="1"/>
            <a:r>
              <a:rPr lang="en-US" noProof="0"/>
              <a:t>&lt;TIMESLOT&gt;</a:t>
            </a:r>
          </a:p>
          <a:p>
            <a:pPr lvl="1"/>
            <a:r>
              <a:rPr lang="en-US" noProof="0"/>
              <a:t>&lt;DURATION&gt; for duration</a:t>
            </a:r>
          </a:p>
          <a:p>
            <a:pPr lvl="1"/>
            <a:r>
              <a:rPr lang="en-US" noProof="0"/>
              <a:t>&lt;P&gt; for page number</a:t>
            </a:r>
          </a:p>
          <a:p>
            <a:pPr lvl="0"/>
            <a:r>
              <a:rPr lang="en-US" noProof="0"/>
              <a:t>If you want the agenda to be vertically centered on each Agenda slide, rename this layout to:</a:t>
            </a:r>
          </a:p>
          <a:p>
            <a:pPr lvl="1"/>
            <a:endParaRPr lang="en-US" noProof="0"/>
          </a:p>
          <a:p>
            <a:pPr lvl="1"/>
            <a:r>
              <a:rPr lang="en-US" noProof="0"/>
              <a:t>SP Agenda Vertical</a:t>
            </a:r>
          </a:p>
        </p:txBody>
      </p:sp>
      <p:grpSp>
        <p:nvGrpSpPr>
          <p:cNvPr id="78" name="SP Agenda Subsection" hidden="1">
            <a:extLst>
              <a:ext uri="{FF2B5EF4-FFF2-40B4-BE49-F238E27FC236}">
                <a16:creationId xmlns:a16="http://schemas.microsoft.com/office/drawing/2014/main" id="{3CDEAECC-3C3D-40DC-8048-05157150AD6E}"/>
              </a:ext>
            </a:extLst>
          </p:cNvPr>
          <p:cNvGrpSpPr>
            <a:grpSpLocks/>
          </p:cNvGrpSpPr>
          <p:nvPr userDrawn="1"/>
        </p:nvGrpSpPr>
        <p:grpSpPr>
          <a:xfrm>
            <a:off x="1284761" y="4096092"/>
            <a:ext cx="10080000" cy="369332"/>
            <a:chOff x="1797664" y="2085631"/>
            <a:chExt cx="5940745" cy="369332"/>
          </a:xfrm>
        </p:grpSpPr>
        <p:sp>
          <p:nvSpPr>
            <p:cNvPr id="79" name="Textbox" hidden="1">
              <a:extLst>
                <a:ext uri="{FF2B5EF4-FFF2-40B4-BE49-F238E27FC236}">
                  <a16:creationId xmlns:a16="http://schemas.microsoft.com/office/drawing/2014/main" id="{584D4FFB-892A-49C8-973F-893B258E19BF}"/>
                </a:ext>
              </a:extLst>
            </p:cNvPr>
            <p:cNvSpPr txBox="1">
              <a:spLocks/>
            </p:cNvSpPr>
            <p:nvPr userDrawn="1"/>
          </p:nvSpPr>
          <p:spPr>
            <a:xfrm>
              <a:off x="2140025" y="2085631"/>
              <a:ext cx="5598384" cy="369332"/>
            </a:xfrm>
            <a:prstGeom prst="rect">
              <a:avLst/>
            </a:prstGeom>
            <a:noFill/>
          </p:spPr>
          <p:txBody>
            <a:bodyPr wrap="square" rtlCol="0" anchor="ctr">
              <a:noAutofit/>
            </a:bodyPr>
            <a:lstStyle/>
            <a:p>
              <a:pPr defTabSz="9334267">
                <a:tabLst>
                  <a:tab pos="9512062" algn="l"/>
                </a:tabLst>
              </a:pPr>
              <a:r>
                <a:rPr lang="en-US" sz="3600" b="1">
                  <a:solidFill>
                    <a:schemeClr val="tx1"/>
                  </a:solidFill>
                </a:rPr>
                <a:t>&lt;TEXT&gt;</a:t>
              </a:r>
            </a:p>
          </p:txBody>
        </p:sp>
        <p:sp>
          <p:nvSpPr>
            <p:cNvPr id="80" name="Textbox" hidden="1">
              <a:extLst>
                <a:ext uri="{FF2B5EF4-FFF2-40B4-BE49-F238E27FC236}">
                  <a16:creationId xmlns:a16="http://schemas.microsoft.com/office/drawing/2014/main" id="{BB144044-4B4E-495D-8D8D-9D01BCCA9A24}"/>
                </a:ext>
              </a:extLst>
            </p:cNvPr>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3600" b="1">
                  <a:solidFill>
                    <a:schemeClr val="tx1"/>
                  </a:solidFill>
                </a:rPr>
                <a:t>&lt;N&gt;</a:t>
              </a:r>
            </a:p>
          </p:txBody>
        </p:sp>
        <p:sp>
          <p:nvSpPr>
            <p:cNvPr id="81" name="Textbox" hidden="1">
              <a:extLst>
                <a:ext uri="{FF2B5EF4-FFF2-40B4-BE49-F238E27FC236}">
                  <a16:creationId xmlns:a16="http://schemas.microsoft.com/office/drawing/2014/main" id="{72849E41-8C22-4F28-A058-02BC25DF49BB}"/>
                </a:ext>
              </a:extLst>
            </p:cNvPr>
            <p:cNvSpPr txBox="1">
              <a:spLocks/>
            </p:cNvSpPr>
            <p:nvPr userDrawn="1"/>
          </p:nvSpPr>
          <p:spPr>
            <a:xfrm>
              <a:off x="6912263" y="2086339"/>
              <a:ext cx="0" cy="0"/>
            </a:xfrm>
            <a:prstGeom prst="rect">
              <a:avLst/>
            </a:prstGeom>
            <a:noFill/>
          </p:spPr>
          <p:txBody>
            <a:bodyPr wrap="none" rtlCol="0" anchor="ctr">
              <a:noAutofit/>
            </a:bodyPr>
            <a:lstStyle/>
            <a:p>
              <a:pPr algn="r"/>
              <a:r>
                <a:rPr lang="en-US" sz="1000" b="1">
                  <a:solidFill>
                    <a:srgbClr val="000000">
                      <a:alpha val="0"/>
                    </a:srgbClr>
                  </a:solidFill>
                </a:rPr>
                <a:t>&lt;P&gt;</a:t>
              </a:r>
            </a:p>
          </p:txBody>
        </p:sp>
        <p:sp>
          <p:nvSpPr>
            <p:cNvPr id="82" name="Textbox" hidden="1">
              <a:extLst>
                <a:ext uri="{FF2B5EF4-FFF2-40B4-BE49-F238E27FC236}">
                  <a16:creationId xmlns:a16="http://schemas.microsoft.com/office/drawing/2014/main" id="{CA1BEB0B-B88B-4782-BF66-3BC90122CA1F}"/>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&lt;TIMESLOT&gt;</a:t>
              </a:r>
            </a:p>
          </p:txBody>
        </p:sp>
        <p:sp>
          <p:nvSpPr>
            <p:cNvPr id="83" name="Textbox" hidden="1">
              <a:extLst>
                <a:ext uri="{FF2B5EF4-FFF2-40B4-BE49-F238E27FC236}">
                  <a16:creationId xmlns:a16="http://schemas.microsoft.com/office/drawing/2014/main" id="{2488CE60-C0C7-4375-8E28-316DE55D3DE1}"/>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&lt;RESPONSIBLE&gt;</a:t>
              </a:r>
            </a:p>
          </p:txBody>
        </p:sp>
        <p:sp>
          <p:nvSpPr>
            <p:cNvPr id="84" name="Textbox" hidden="1">
              <a:extLst>
                <a:ext uri="{FF2B5EF4-FFF2-40B4-BE49-F238E27FC236}">
                  <a16:creationId xmlns:a16="http://schemas.microsoft.com/office/drawing/2014/main" id="{FDCF7982-797D-46DB-BA8C-F96B93FBBFAF}"/>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&lt;DURATION&gt;</a:t>
              </a:r>
            </a:p>
          </p:txBody>
        </p:sp>
      </p:grpSp>
      <p:sp>
        <p:nvSpPr>
          <p:cNvPr id="18" name="TextBox 17">
            <a:extLst>
              <a:ext uri="{FF2B5EF4-FFF2-40B4-BE49-F238E27FC236}">
                <a16:creationId xmlns:a16="http://schemas.microsoft.com/office/drawing/2014/main" id="{7B1F1E33-BC80-4027-B54D-D0533A70148D}"/>
              </a:ext>
            </a:extLst>
          </p:cNvPr>
          <p:cNvSpPr txBox="1"/>
          <p:nvPr userDrawn="1"/>
        </p:nvSpPr>
        <p:spPr>
          <a:xfrm>
            <a:off x="410437" y="6528320"/>
            <a:ext cx="6097384" cy="261610"/>
          </a:xfrm>
          <a:prstGeom prst="rect">
            <a:avLst/>
          </a:prstGeom>
          <a:noFill/>
        </p:spPr>
        <p:txBody>
          <a:bodyPr wrap="square">
            <a:spAutoFit/>
          </a:bodyPr>
          <a:lstStyle/>
          <a:p>
            <a:r>
              <a:rPr lang="fr-FR" sz="1100" dirty="0">
                <a:solidFill>
                  <a:schemeClr val="bg1"/>
                </a:solidFill>
                <a:latin typeface="Futura LT"/>
              </a:rPr>
              <a:t>Document Type: </a:t>
            </a:r>
            <a:r>
              <a:rPr lang="fr-FR" sz="1100" dirty="0" err="1">
                <a:solidFill>
                  <a:schemeClr val="bg1"/>
                </a:solidFill>
                <a:latin typeface="Futura LT"/>
              </a:rPr>
              <a:t>Internal</a:t>
            </a:r>
            <a:r>
              <a:rPr lang="fr-FR" sz="1100" dirty="0">
                <a:solidFill>
                  <a:schemeClr val="bg1"/>
                </a:solidFill>
                <a:latin typeface="Futura LT"/>
              </a:rPr>
              <a:t> Classification: Public</a:t>
            </a:r>
            <a:endParaRPr lang="en-IN" sz="1100" dirty="0">
              <a:solidFill>
                <a:schemeClr val="bg1"/>
              </a:solidFill>
              <a:latin typeface="Futura LT"/>
            </a:endParaRPr>
          </a:p>
        </p:txBody>
      </p:sp>
    </p:spTree>
    <p:extLst>
      <p:ext uri="{BB962C8B-B14F-4D97-AF65-F5344CB8AC3E}">
        <p14:creationId xmlns:p14="http://schemas.microsoft.com/office/powerpoint/2010/main" val="3132374876"/>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tandard Slide">
    <p:bg>
      <p:bgPr>
        <a:solidFill>
          <a:srgbClr val="FBFBFB"/>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192219C-BD1C-4C85-8EF0-C0E5BF99D0C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2108" y="6590581"/>
            <a:ext cx="210451" cy="134963"/>
          </a:xfrm>
          <a:prstGeom prst="rect">
            <a:avLst/>
          </a:prstGeom>
        </p:spPr>
      </p:pic>
      <p:sp>
        <p:nvSpPr>
          <p:cNvPr id="11" name="TextBox 10">
            <a:extLst>
              <a:ext uri="{FF2B5EF4-FFF2-40B4-BE49-F238E27FC236}">
                <a16:creationId xmlns:a16="http://schemas.microsoft.com/office/drawing/2014/main" id="{752AC451-B4F4-49CB-86CB-D7EE66E20114}"/>
              </a:ext>
            </a:extLst>
          </p:cNvPr>
          <p:cNvSpPr txBox="1"/>
          <p:nvPr userDrawn="1"/>
        </p:nvSpPr>
        <p:spPr>
          <a:xfrm>
            <a:off x="11464504" y="6430592"/>
            <a:ext cx="414068" cy="261610"/>
          </a:xfrm>
          <a:prstGeom prst="rect">
            <a:avLst/>
          </a:prstGeom>
          <a:noFill/>
        </p:spPr>
        <p:txBody>
          <a:bodyPr wrap="square" rtlCol="0">
            <a:spAutoFit/>
          </a:bodyPr>
          <a:lstStyle/>
          <a:p>
            <a:fld id="{B4607809-5168-4C4D-96E1-F53701CECE7A}" type="slidenum">
              <a:rPr lang="en-GB" sz="1100" smtClean="0">
                <a:solidFill>
                  <a:srgbClr val="58677B"/>
                </a:solidFill>
              </a:rPr>
              <a:pPr/>
              <a:t>‹#›</a:t>
            </a:fld>
            <a:endParaRPr lang="en-GB" sz="1100">
              <a:solidFill>
                <a:srgbClr val="58677B"/>
              </a:solidFill>
            </a:endParaRPr>
          </a:p>
        </p:txBody>
      </p:sp>
      <p:sp>
        <p:nvSpPr>
          <p:cNvPr id="6" name="Rectangle 5">
            <a:extLst>
              <a:ext uri="{FF2B5EF4-FFF2-40B4-BE49-F238E27FC236}">
                <a16:creationId xmlns:a16="http://schemas.microsoft.com/office/drawing/2014/main" id="{513F611B-4BDA-4D37-8E8F-C55D8D499213}"/>
              </a:ext>
            </a:extLst>
          </p:cNvPr>
          <p:cNvSpPr/>
          <p:nvPr userDrawn="1"/>
        </p:nvSpPr>
        <p:spPr>
          <a:xfrm>
            <a:off x="0" y="171546"/>
            <a:ext cx="282633" cy="56934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8" name="Text Placeholder 8">
            <a:extLst>
              <a:ext uri="{FF2B5EF4-FFF2-40B4-BE49-F238E27FC236}">
                <a16:creationId xmlns:a16="http://schemas.microsoft.com/office/drawing/2014/main" id="{7DE68C8C-CF8C-4BB4-9530-D1A1843F37CD}"/>
              </a:ext>
            </a:extLst>
          </p:cNvPr>
          <p:cNvSpPr>
            <a:spLocks noGrp="1"/>
          </p:cNvSpPr>
          <p:nvPr>
            <p:ph type="body" sz="quarter" idx="10"/>
          </p:nvPr>
        </p:nvSpPr>
        <p:spPr>
          <a:xfrm>
            <a:off x="372559" y="207348"/>
            <a:ext cx="11819441" cy="499349"/>
          </a:xfrm>
        </p:spPr>
        <p:txBody>
          <a:bodyPr anchor="ctr">
            <a:normAutofit/>
          </a:bodyPr>
          <a:lstStyle>
            <a:lvl1pPr marL="0" indent="0">
              <a:buNone/>
              <a:defRPr sz="2200" b="0">
                <a:solidFill>
                  <a:schemeClr val="tx1">
                    <a:lumMod val="65000"/>
                    <a:lumOff val="35000"/>
                  </a:schemeClr>
                </a:solidFill>
                <a:latin typeface="Futura Medium" panose="020B0602020204020303"/>
              </a:defRPr>
            </a:lvl1pPr>
          </a:lstStyle>
          <a:p>
            <a:pPr lvl="0"/>
            <a:endParaRPr lang="en-US" dirty="0"/>
          </a:p>
        </p:txBody>
      </p:sp>
      <p:sp>
        <p:nvSpPr>
          <p:cNvPr id="7" name="TextBox 6">
            <a:extLst>
              <a:ext uri="{FF2B5EF4-FFF2-40B4-BE49-F238E27FC236}">
                <a16:creationId xmlns:a16="http://schemas.microsoft.com/office/drawing/2014/main" id="{F59247F8-EA3B-4922-BB07-A065724F99DC}"/>
              </a:ext>
            </a:extLst>
          </p:cNvPr>
          <p:cNvSpPr txBox="1"/>
          <p:nvPr userDrawn="1"/>
        </p:nvSpPr>
        <p:spPr>
          <a:xfrm>
            <a:off x="372559" y="6527257"/>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3161467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1200" y="76201"/>
            <a:ext cx="10566400" cy="818946"/>
          </a:xfrm>
          <a:prstGeom prst="rect">
            <a:avLst/>
          </a:prstGeom>
        </p:spPr>
        <p:txBody>
          <a:bodyPr/>
          <a:lstStyle>
            <a:lvl1pPr>
              <a:defRPr>
                <a:latin typeface="+mn-lt"/>
              </a:defRPr>
            </a:lvl1pPr>
            <a:extLst/>
          </a:lstStyle>
          <a:p>
            <a:r>
              <a:rPr lang="en-US" dirty="0"/>
              <a:t>Click to edit Master title style</a:t>
            </a:r>
          </a:p>
        </p:txBody>
      </p:sp>
      <p:sp>
        <p:nvSpPr>
          <p:cNvPr id="5" name="Slide Number Placeholder 4"/>
          <p:cNvSpPr>
            <a:spLocks noGrp="1"/>
          </p:cNvSpPr>
          <p:nvPr>
            <p:ph type="sldNum" sz="quarter" idx="12"/>
          </p:nvPr>
        </p:nvSpPr>
        <p:spPr>
          <a:xfrm>
            <a:off x="1" y="825183"/>
            <a:ext cx="711200" cy="217830"/>
          </a:xfrm>
          <a:prstGeom prst="rect">
            <a:avLst/>
          </a:prstGeom>
          <a:solidFill>
            <a:schemeClr val="tx1">
              <a:lumMod val="75000"/>
              <a:lumOff val="25000"/>
            </a:schemeClr>
          </a:solidFill>
        </p:spPr>
        <p:txBody>
          <a:bodyPr/>
          <a:lstStyle>
            <a:lvl1pPr>
              <a:defRPr>
                <a:solidFill>
                  <a:srgbClr val="FFFFFF"/>
                </a:solidFill>
                <a:latin typeface="+mn-lt"/>
              </a:defRPr>
            </a:lvl1pPr>
            <a:extLst/>
          </a:lstStyle>
          <a:p>
            <a:fld id="{A3F7CB7D-F184-43C7-B6FD-03D728E1BBFF}" type="slidenum">
              <a:rPr lang="en-US" smtClean="0"/>
              <a:pPr/>
              <a:t>‹#›</a:t>
            </a:fld>
            <a:endParaRPr lang="en-US" dirty="0"/>
          </a:p>
        </p:txBody>
      </p:sp>
      <p:sp>
        <p:nvSpPr>
          <p:cNvPr id="4" name="TextBox 3">
            <a:extLst>
              <a:ext uri="{FF2B5EF4-FFF2-40B4-BE49-F238E27FC236}">
                <a16:creationId xmlns:a16="http://schemas.microsoft.com/office/drawing/2014/main" id="{D5B14131-A737-4BB1-88F0-34B162484768}"/>
              </a:ext>
            </a:extLst>
          </p:cNvPr>
          <p:cNvSpPr txBox="1"/>
          <p:nvPr userDrawn="1"/>
        </p:nvSpPr>
        <p:spPr>
          <a:xfrm>
            <a:off x="427529" y="6520189"/>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4316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7259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0" r:id="rId9"/>
    <p:sldLayoutId id="214748367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power-apps/maker/canvas-apps/git-version-control%20/" TargetMode="External"/><Relationship Id="rId2" Type="http://schemas.openxmlformats.org/officeDocument/2006/relationships/hyperlink" Target="https://powerapps.microsoft.com/en-au/pricing/" TargetMode="Externa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power-apps/maker/canvas-apps/controls/control-power-bi-tile?source=recommendations#sharing-and-security" TargetMode="External"/><Relationship Id="rId2" Type="http://schemas.openxmlformats.org/officeDocument/2006/relationships/hyperlink" Target="https://powerusers.microsoft.com/t5/Webinars-and-Video-Gallery/Type-and-Run-a-SQL-Query-inside-PowerApps/td-p/113062"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AFB9E1-A94C-4750-B176-FC38F8828373}"/>
              </a:ext>
            </a:extLst>
          </p:cNvPr>
          <p:cNvSpPr>
            <a:spLocks noGrp="1"/>
          </p:cNvSpPr>
          <p:nvPr>
            <p:ph type="body" sz="quarter" idx="10"/>
          </p:nvPr>
        </p:nvSpPr>
        <p:spPr>
          <a:xfrm>
            <a:off x="2584174" y="2286263"/>
            <a:ext cx="9246164" cy="1047916"/>
          </a:xfrm>
        </p:spPr>
        <p:txBody>
          <a:bodyPr/>
          <a:lstStyle/>
          <a:p>
            <a:r>
              <a:rPr lang="en-US" dirty="0"/>
              <a:t>Unified Experience Tracker</a:t>
            </a:r>
          </a:p>
        </p:txBody>
      </p:sp>
      <p:sp>
        <p:nvSpPr>
          <p:cNvPr id="4" name="Text Placeholder 3">
            <a:extLst>
              <a:ext uri="{FF2B5EF4-FFF2-40B4-BE49-F238E27FC236}">
                <a16:creationId xmlns:a16="http://schemas.microsoft.com/office/drawing/2014/main" id="{1BD43F09-785F-45D0-8FFD-00D7C6797479}"/>
              </a:ext>
            </a:extLst>
          </p:cNvPr>
          <p:cNvSpPr>
            <a:spLocks noGrp="1"/>
          </p:cNvSpPr>
          <p:nvPr>
            <p:ph type="body" sz="quarter" idx="11"/>
          </p:nvPr>
        </p:nvSpPr>
        <p:spPr>
          <a:xfrm>
            <a:off x="9236364" y="3429000"/>
            <a:ext cx="2593974" cy="523958"/>
          </a:xfrm>
        </p:spPr>
        <p:txBody>
          <a:bodyPr anchor="t"/>
          <a:lstStyle/>
          <a:p>
            <a:r>
              <a:rPr lang="en-US" sz="1400" dirty="0"/>
              <a:t>08/06/2023</a:t>
            </a:r>
          </a:p>
        </p:txBody>
      </p:sp>
      <p:sp>
        <p:nvSpPr>
          <p:cNvPr id="6" name="TextBox 5">
            <a:extLst>
              <a:ext uri="{FF2B5EF4-FFF2-40B4-BE49-F238E27FC236}">
                <a16:creationId xmlns:a16="http://schemas.microsoft.com/office/drawing/2014/main" id="{9A78BE87-69FF-44A3-82CD-2FAA13457F43}"/>
              </a:ext>
            </a:extLst>
          </p:cNvPr>
          <p:cNvSpPr txBox="1"/>
          <p:nvPr/>
        </p:nvSpPr>
        <p:spPr>
          <a:xfrm>
            <a:off x="9184353" y="6596390"/>
            <a:ext cx="2099604" cy="261610"/>
          </a:xfrm>
          <a:prstGeom prst="rect">
            <a:avLst/>
          </a:prstGeom>
          <a:noFill/>
        </p:spPr>
        <p:txBody>
          <a:bodyPr wrap="square">
            <a:spAutoFit/>
          </a:bodyPr>
          <a:lstStyle/>
          <a:p>
            <a:r>
              <a:rPr lang="en-US" sz="1100" dirty="0">
                <a:solidFill>
                  <a:schemeClr val="tx1">
                    <a:lumMod val="75000"/>
                    <a:lumOff val="25000"/>
                  </a:schemeClr>
                </a:solidFill>
                <a:latin typeface="Futura Medium" panose="020B0602020204020303"/>
              </a:rPr>
              <a:t>PMO-TPL-013_v.1.0</a:t>
            </a:r>
          </a:p>
        </p:txBody>
      </p:sp>
      <p:sp>
        <p:nvSpPr>
          <p:cNvPr id="7" name="Text Placeholder 2">
            <a:extLst>
              <a:ext uri="{FF2B5EF4-FFF2-40B4-BE49-F238E27FC236}">
                <a16:creationId xmlns:a16="http://schemas.microsoft.com/office/drawing/2014/main" id="{F8094B5F-A7FD-471D-8710-4B1492359497}"/>
              </a:ext>
            </a:extLst>
          </p:cNvPr>
          <p:cNvSpPr txBox="1">
            <a:spLocks/>
          </p:cNvSpPr>
          <p:nvPr/>
        </p:nvSpPr>
        <p:spPr>
          <a:xfrm>
            <a:off x="7915080" y="0"/>
            <a:ext cx="4276920" cy="523958"/>
          </a:xfrm>
          <a:prstGeom prst="rect">
            <a:avLst/>
          </a:prstGeom>
        </p:spPr>
        <p:txBody>
          <a:bodyPr/>
          <a:lstStyle>
            <a:lvl1pPr marL="0" indent="0" algn="r" defTabSz="914400" rtl="0" eaLnBrk="1" latinLnBrk="0" hangingPunct="1">
              <a:lnSpc>
                <a:spcPct val="90000"/>
              </a:lnSpc>
              <a:spcBef>
                <a:spcPts val="1000"/>
              </a:spcBef>
              <a:buFont typeface="Arial" panose="020B0604020202020204" pitchFamily="34" charset="0"/>
              <a:buNone/>
              <a:defRPr sz="3600" kern="1200">
                <a:solidFill>
                  <a:srgbClr val="2B4471"/>
                </a:solidFill>
                <a:latin typeface="Futura Medium" panose="020B0602020204020303"/>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&lt;Project Logo&gt;</a:t>
            </a:r>
          </a:p>
        </p:txBody>
      </p:sp>
    </p:spTree>
    <p:extLst>
      <p:ext uri="{BB962C8B-B14F-4D97-AF65-F5344CB8AC3E}">
        <p14:creationId xmlns:p14="http://schemas.microsoft.com/office/powerpoint/2010/main" val="4203553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802B1F-8C26-41D8-AB58-E298A5A7909D}"/>
              </a:ext>
            </a:extLst>
          </p:cNvPr>
          <p:cNvSpPr txBox="1"/>
          <p:nvPr/>
        </p:nvSpPr>
        <p:spPr>
          <a:xfrm>
            <a:off x="178554" y="1150646"/>
            <a:ext cx="6094520" cy="2948179"/>
          </a:xfrm>
          <a:prstGeom prst="rect">
            <a:avLst/>
          </a:prstGeom>
          <a:noFill/>
        </p:spPr>
        <p:txBody>
          <a:bodyPr wrap="square">
            <a:spAutoFit/>
          </a:bodyPr>
          <a:lstStyle/>
          <a:p>
            <a:pPr marL="170815">
              <a:lnSpc>
                <a:spcPct val="150000"/>
              </a:lnSpc>
              <a:defRPr/>
            </a:pPr>
            <a:r>
              <a:rPr lang="en-US" sz="1800" b="1" dirty="0">
                <a:solidFill>
                  <a:srgbClr val="598FF7"/>
                </a:solidFill>
                <a:latin typeface="Futura Medium"/>
              </a:rPr>
              <a:t>01</a:t>
            </a:r>
            <a:r>
              <a:rPr lang="en-US" sz="1800" dirty="0">
                <a:solidFill>
                  <a:schemeClr val="tx1">
                    <a:lumMod val="85000"/>
                    <a:lumOff val="15000"/>
                  </a:schemeClr>
                </a:solidFill>
                <a:latin typeface="Futura Medium"/>
              </a:rPr>
              <a:t>  UI Designs</a:t>
            </a:r>
            <a:endParaRPr lang="en-US" sz="1800" dirty="0">
              <a:solidFill>
                <a:schemeClr val="tx1"/>
              </a:solidFill>
              <a:latin typeface="Futura Medium" panose="020B0602020204020303"/>
            </a:endParaRPr>
          </a:p>
          <a:p>
            <a:pPr marL="170815">
              <a:lnSpc>
                <a:spcPct val="150000"/>
              </a:lnSpc>
              <a:defRPr/>
            </a:pPr>
            <a:r>
              <a:rPr lang="en-US" sz="1800" b="1" dirty="0">
                <a:solidFill>
                  <a:srgbClr val="598FF7"/>
                </a:solidFill>
                <a:latin typeface="Futura Medium"/>
              </a:rPr>
              <a:t>02</a:t>
            </a:r>
            <a:r>
              <a:rPr lang="en-US" sz="1800" dirty="0">
                <a:solidFill>
                  <a:schemeClr val="tx1">
                    <a:lumMod val="85000"/>
                    <a:lumOff val="15000"/>
                  </a:schemeClr>
                </a:solidFill>
                <a:latin typeface="Futura Medium"/>
              </a:rPr>
              <a:t>  </a:t>
            </a:r>
            <a:r>
              <a:rPr lang="en-US" sz="1800" dirty="0" err="1">
                <a:solidFill>
                  <a:schemeClr val="tx1">
                    <a:lumMod val="85000"/>
                    <a:lumOff val="15000"/>
                  </a:schemeClr>
                </a:solidFill>
                <a:latin typeface="Futura Medium"/>
              </a:rPr>
              <a:t>Brandscopic</a:t>
            </a:r>
            <a:r>
              <a:rPr lang="en-US" sz="1800" dirty="0">
                <a:solidFill>
                  <a:schemeClr val="tx1">
                    <a:lumMod val="85000"/>
                    <a:lumOff val="15000"/>
                  </a:schemeClr>
                </a:solidFill>
                <a:latin typeface="Futura Medium"/>
              </a:rPr>
              <a:t> API Details</a:t>
            </a:r>
          </a:p>
          <a:p>
            <a:pPr marL="170815">
              <a:lnSpc>
                <a:spcPct val="150000"/>
              </a:lnSpc>
              <a:defRPr/>
            </a:pPr>
            <a:r>
              <a:rPr lang="en-US" b="1" dirty="0">
                <a:solidFill>
                  <a:srgbClr val="598FF7"/>
                </a:solidFill>
                <a:latin typeface="Futura Medium"/>
              </a:rPr>
              <a:t>03</a:t>
            </a:r>
            <a:r>
              <a:rPr lang="en-US" dirty="0">
                <a:solidFill>
                  <a:schemeClr val="tx1">
                    <a:lumMod val="85000"/>
                    <a:lumOff val="15000"/>
                  </a:schemeClr>
                </a:solidFill>
                <a:latin typeface="Futura Medium"/>
              </a:rPr>
              <a:t> Power App Limitations</a:t>
            </a:r>
          </a:p>
          <a:p>
            <a:pPr marL="170815">
              <a:lnSpc>
                <a:spcPct val="150000"/>
              </a:lnSpc>
              <a:defRPr/>
            </a:pPr>
            <a:r>
              <a:rPr lang="en-US" b="1" dirty="0">
                <a:solidFill>
                  <a:srgbClr val="598FF7"/>
                </a:solidFill>
                <a:latin typeface="Futura Medium"/>
              </a:rPr>
              <a:t>04</a:t>
            </a:r>
            <a:r>
              <a:rPr lang="en-US" dirty="0">
                <a:solidFill>
                  <a:schemeClr val="tx1">
                    <a:lumMod val="85000"/>
                    <a:lumOff val="15000"/>
                  </a:schemeClr>
                </a:solidFill>
                <a:latin typeface="Futura Medium"/>
              </a:rPr>
              <a:t> UET Process Flow Diagram</a:t>
            </a:r>
          </a:p>
          <a:p>
            <a:pPr marL="170815">
              <a:lnSpc>
                <a:spcPct val="150000"/>
              </a:lnSpc>
              <a:defRPr/>
            </a:pPr>
            <a:r>
              <a:rPr lang="en-US" b="1" dirty="0">
                <a:solidFill>
                  <a:srgbClr val="598FF7"/>
                </a:solidFill>
                <a:latin typeface="Futura Medium"/>
              </a:rPr>
              <a:t>05</a:t>
            </a:r>
            <a:r>
              <a:rPr lang="en-US" dirty="0">
                <a:solidFill>
                  <a:schemeClr val="tx1">
                    <a:lumMod val="85000"/>
                    <a:lumOff val="15000"/>
                  </a:schemeClr>
                </a:solidFill>
                <a:latin typeface="Futura Medium"/>
              </a:rPr>
              <a:t> Technology Stack</a:t>
            </a:r>
          </a:p>
          <a:p>
            <a:pPr marL="170815">
              <a:lnSpc>
                <a:spcPct val="150000"/>
              </a:lnSpc>
              <a:defRPr/>
            </a:pPr>
            <a:r>
              <a:rPr lang="en-US" b="1" dirty="0">
                <a:solidFill>
                  <a:srgbClr val="598FF7"/>
                </a:solidFill>
                <a:latin typeface="Futura Medium"/>
              </a:rPr>
              <a:t>06</a:t>
            </a:r>
            <a:r>
              <a:rPr lang="en-US" dirty="0">
                <a:solidFill>
                  <a:schemeClr val="tx1">
                    <a:lumMod val="85000"/>
                    <a:lumOff val="15000"/>
                  </a:schemeClr>
                </a:solidFill>
                <a:latin typeface="Futura Medium"/>
              </a:rPr>
              <a:t> Questions</a:t>
            </a:r>
          </a:p>
          <a:p>
            <a:pPr marL="170815">
              <a:lnSpc>
                <a:spcPct val="150000"/>
              </a:lnSpc>
              <a:defRPr/>
            </a:pPr>
            <a:endParaRPr lang="en-US" sz="1800" dirty="0">
              <a:solidFill>
                <a:schemeClr val="tx1">
                  <a:lumMod val="85000"/>
                  <a:lumOff val="15000"/>
                </a:schemeClr>
              </a:solidFill>
              <a:latin typeface="Futura Medium"/>
            </a:endParaRPr>
          </a:p>
        </p:txBody>
      </p:sp>
    </p:spTree>
    <p:extLst>
      <p:ext uri="{BB962C8B-B14F-4D97-AF65-F5344CB8AC3E}">
        <p14:creationId xmlns:p14="http://schemas.microsoft.com/office/powerpoint/2010/main" val="384416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E1EEA8-3836-4B46-B3A5-DF8AA3C4C66F}"/>
              </a:ext>
            </a:extLst>
          </p:cNvPr>
          <p:cNvSpPr>
            <a:spLocks noGrp="1"/>
          </p:cNvSpPr>
          <p:nvPr>
            <p:ph type="body" sz="quarter" idx="10"/>
          </p:nvPr>
        </p:nvSpPr>
        <p:spPr/>
        <p:txBody>
          <a:bodyPr/>
          <a:lstStyle/>
          <a:p>
            <a:r>
              <a:rPr lang="en-US" dirty="0"/>
              <a:t>01</a:t>
            </a:r>
            <a:endParaRPr lang="en-IN" dirty="0"/>
          </a:p>
        </p:txBody>
      </p:sp>
      <p:sp>
        <p:nvSpPr>
          <p:cNvPr id="3" name="Text Placeholder 2">
            <a:extLst>
              <a:ext uri="{FF2B5EF4-FFF2-40B4-BE49-F238E27FC236}">
                <a16:creationId xmlns:a16="http://schemas.microsoft.com/office/drawing/2014/main" id="{435E7D97-3F1D-48FF-BDEB-C86FA19FB732}"/>
              </a:ext>
            </a:extLst>
          </p:cNvPr>
          <p:cNvSpPr>
            <a:spLocks noGrp="1"/>
          </p:cNvSpPr>
          <p:nvPr>
            <p:ph type="body" sz="quarter" idx="11"/>
          </p:nvPr>
        </p:nvSpPr>
        <p:spPr/>
        <p:txBody>
          <a:bodyPr/>
          <a:lstStyle/>
          <a:p>
            <a:r>
              <a:rPr lang="en-US" dirty="0"/>
              <a:t>UI Designs</a:t>
            </a:r>
            <a:endParaRPr lang="en-IN" dirty="0"/>
          </a:p>
        </p:txBody>
      </p:sp>
    </p:spTree>
    <p:extLst>
      <p:ext uri="{BB962C8B-B14F-4D97-AF65-F5344CB8AC3E}">
        <p14:creationId xmlns:p14="http://schemas.microsoft.com/office/powerpoint/2010/main" val="427475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Campaigns</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13808" y="890123"/>
            <a:ext cx="9590851" cy="5394853"/>
          </a:xfrm>
          <a:prstGeom prst="rect">
            <a:avLst/>
          </a:prstGeom>
        </p:spPr>
      </p:pic>
    </p:spTree>
    <p:extLst>
      <p:ext uri="{BB962C8B-B14F-4D97-AF65-F5344CB8AC3E}">
        <p14:creationId xmlns:p14="http://schemas.microsoft.com/office/powerpoint/2010/main" val="3556608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Campaign</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458" y="813923"/>
            <a:ext cx="9590851" cy="5394853"/>
          </a:xfrm>
          <a:prstGeom prst="rect">
            <a:avLst/>
          </a:prstGeom>
        </p:spPr>
      </p:pic>
    </p:spTree>
    <p:extLst>
      <p:ext uri="{BB962C8B-B14F-4D97-AF65-F5344CB8AC3E}">
        <p14:creationId xmlns:p14="http://schemas.microsoft.com/office/powerpoint/2010/main" val="2434968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Edit Campaign</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459" y="813923"/>
            <a:ext cx="9590849" cy="5394853"/>
          </a:xfrm>
          <a:prstGeom prst="rect">
            <a:avLst/>
          </a:prstGeom>
        </p:spPr>
      </p:pic>
    </p:spTree>
    <p:extLst>
      <p:ext uri="{BB962C8B-B14F-4D97-AF65-F5344CB8AC3E}">
        <p14:creationId xmlns:p14="http://schemas.microsoft.com/office/powerpoint/2010/main" val="401300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Events</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4" y="813923"/>
            <a:ext cx="8906379" cy="5394853"/>
          </a:xfrm>
          <a:prstGeom prst="rect">
            <a:avLst/>
          </a:prstGeom>
        </p:spPr>
      </p:pic>
    </p:spTree>
    <p:extLst>
      <p:ext uri="{BB962C8B-B14F-4D97-AF65-F5344CB8AC3E}">
        <p14:creationId xmlns:p14="http://schemas.microsoft.com/office/powerpoint/2010/main" val="2328836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4" y="813923"/>
            <a:ext cx="8906378" cy="5394853"/>
          </a:xfrm>
          <a:prstGeom prst="rect">
            <a:avLst/>
          </a:prstGeom>
        </p:spPr>
      </p:pic>
    </p:spTree>
    <p:extLst>
      <p:ext uri="{BB962C8B-B14F-4D97-AF65-F5344CB8AC3E}">
        <p14:creationId xmlns:p14="http://schemas.microsoft.com/office/powerpoint/2010/main" val="2071713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5" y="813923"/>
            <a:ext cx="8906376" cy="5394852"/>
          </a:xfrm>
          <a:prstGeom prst="rect">
            <a:avLst/>
          </a:prstGeom>
        </p:spPr>
      </p:pic>
    </p:spTree>
    <p:extLst>
      <p:ext uri="{BB962C8B-B14F-4D97-AF65-F5344CB8AC3E}">
        <p14:creationId xmlns:p14="http://schemas.microsoft.com/office/powerpoint/2010/main" val="997036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5" y="813923"/>
            <a:ext cx="8906376" cy="5394851"/>
          </a:xfrm>
          <a:prstGeom prst="rect">
            <a:avLst/>
          </a:prstGeom>
        </p:spPr>
      </p:pic>
    </p:spTree>
    <p:extLst>
      <p:ext uri="{BB962C8B-B14F-4D97-AF65-F5344CB8AC3E}">
        <p14:creationId xmlns:p14="http://schemas.microsoft.com/office/powerpoint/2010/main" val="990319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E511EB-B223-46BC-AF55-453134621046}"/>
              </a:ext>
            </a:extLst>
          </p:cNvPr>
          <p:cNvSpPr>
            <a:spLocks noGrp="1"/>
          </p:cNvSpPr>
          <p:nvPr>
            <p:ph type="body" sz="quarter" idx="10"/>
          </p:nvPr>
        </p:nvSpPr>
        <p:spPr/>
        <p:txBody>
          <a:bodyPr/>
          <a:lstStyle/>
          <a:p>
            <a:r>
              <a:rPr lang="en-US" dirty="0"/>
              <a:t>02</a:t>
            </a:r>
            <a:endParaRPr lang="en-IN" dirty="0"/>
          </a:p>
        </p:txBody>
      </p:sp>
      <p:sp>
        <p:nvSpPr>
          <p:cNvPr id="4" name="Text Placeholder 3">
            <a:extLst>
              <a:ext uri="{FF2B5EF4-FFF2-40B4-BE49-F238E27FC236}">
                <a16:creationId xmlns:a16="http://schemas.microsoft.com/office/drawing/2014/main" id="{7FE71F11-5E99-4A07-B493-2C70FA55289C}"/>
              </a:ext>
            </a:extLst>
          </p:cNvPr>
          <p:cNvSpPr>
            <a:spLocks noGrp="1"/>
          </p:cNvSpPr>
          <p:nvPr>
            <p:ph type="body" sz="quarter" idx="11"/>
          </p:nvPr>
        </p:nvSpPr>
        <p:spPr/>
        <p:txBody>
          <a:bodyPr/>
          <a:lstStyle/>
          <a:p>
            <a:r>
              <a:rPr lang="en-US" dirty="0"/>
              <a:t>Brandscopic API Details</a:t>
            </a:r>
            <a:endParaRPr lang="en-IN" dirty="0"/>
          </a:p>
        </p:txBody>
      </p:sp>
    </p:spTree>
    <p:extLst>
      <p:ext uri="{BB962C8B-B14F-4D97-AF65-F5344CB8AC3E}">
        <p14:creationId xmlns:p14="http://schemas.microsoft.com/office/powerpoint/2010/main" val="3660664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C4A4B70-CD9C-4905-9275-AAE94FF25370}"/>
              </a:ext>
            </a:extLst>
          </p:cNvPr>
          <p:cNvSpPr>
            <a:spLocks noGrp="1"/>
          </p:cNvSpPr>
          <p:nvPr>
            <p:ph type="body" sz="quarter" idx="10"/>
          </p:nvPr>
        </p:nvSpPr>
        <p:spPr/>
        <p:txBody>
          <a:bodyPr/>
          <a:lstStyle/>
          <a:p>
            <a:r>
              <a:rPr lang="en-IN" dirty="0" err="1"/>
              <a:t>Brandscopic</a:t>
            </a:r>
            <a:r>
              <a:rPr lang="en-IN" dirty="0"/>
              <a:t> API Details</a:t>
            </a:r>
          </a:p>
        </p:txBody>
      </p:sp>
      <p:sp>
        <p:nvSpPr>
          <p:cNvPr id="3" name="TextBox 2">
            <a:extLst>
              <a:ext uri="{FF2B5EF4-FFF2-40B4-BE49-F238E27FC236}">
                <a16:creationId xmlns:a16="http://schemas.microsoft.com/office/drawing/2014/main" id="{429E44EF-414E-BC2C-AD19-612B1EB5A11E}"/>
              </a:ext>
            </a:extLst>
          </p:cNvPr>
          <p:cNvSpPr txBox="1"/>
          <p:nvPr/>
        </p:nvSpPr>
        <p:spPr>
          <a:xfrm>
            <a:off x="372559" y="1012317"/>
            <a:ext cx="11404913" cy="4031873"/>
          </a:xfrm>
          <a:prstGeom prst="rect">
            <a:avLst/>
          </a:prstGeom>
          <a:noFill/>
        </p:spPr>
        <p:txBody>
          <a:bodyPr wrap="square" rtlCol="0">
            <a:spAutoFit/>
          </a:bodyPr>
          <a:lstStyle/>
          <a:p>
            <a:pPr marL="342900" indent="-342900">
              <a:buFont typeface="+mj-lt"/>
              <a:buAutoNum type="arabicPeriod"/>
            </a:pPr>
            <a:r>
              <a:rPr lang="en-US" sz="1600" dirty="0">
                <a:latin typeface="Futura LT"/>
              </a:rPr>
              <a:t>Create Event:</a:t>
            </a:r>
          </a:p>
          <a:p>
            <a:pPr marL="800100" lvl="1" indent="-342900">
              <a:buFont typeface="Arial" panose="020B0604020202020204" pitchFamily="34" charset="0"/>
              <a:buChar char="•"/>
            </a:pPr>
            <a:r>
              <a:rPr lang="en-US" sz="1600" b="1" dirty="0">
                <a:latin typeface="Futura LT"/>
              </a:rPr>
              <a:t>URL:</a:t>
            </a:r>
            <a:r>
              <a:rPr lang="en-US" sz="1600" dirty="0">
                <a:latin typeface="Futura LT"/>
              </a:rPr>
              <a:t> </a:t>
            </a:r>
            <a:r>
              <a:rPr lang="en-US" sz="1600" i="1" dirty="0">
                <a:latin typeface="Futura LT"/>
              </a:rPr>
              <a:t>/api/v1/events</a:t>
            </a:r>
          </a:p>
          <a:p>
            <a:pPr marL="800100" lvl="1" indent="-342900">
              <a:buFont typeface="Arial" panose="020B0604020202020204" pitchFamily="34" charset="0"/>
              <a:buChar char="•"/>
            </a:pPr>
            <a:r>
              <a:rPr lang="en-US" sz="1600" b="1" dirty="0">
                <a:latin typeface="Futura LT"/>
              </a:rPr>
              <a:t>Method:</a:t>
            </a:r>
            <a:r>
              <a:rPr lang="en-US" sz="1600" i="1" dirty="0">
                <a:latin typeface="Futura LT"/>
              </a:rPr>
              <a:t> POST</a:t>
            </a:r>
          </a:p>
          <a:p>
            <a:pPr marL="800100" lvl="1" indent="-342900">
              <a:buFont typeface="Arial" panose="020B0604020202020204" pitchFamily="34" charset="0"/>
              <a:buChar char="•"/>
            </a:pPr>
            <a:r>
              <a:rPr lang="en-US" sz="1600" b="1" dirty="0">
                <a:latin typeface="Futura LT"/>
              </a:rPr>
              <a:t>Payload: </a:t>
            </a:r>
            <a:r>
              <a:rPr lang="en-US" sz="1600" i="1" dirty="0">
                <a:latin typeface="Futura LT"/>
              </a:rPr>
              <a:t>campaign_id, start_date, end_date, start_time, end_time, place_reference(Venue), active, description, results_attributes, visit _id</a:t>
            </a:r>
          </a:p>
          <a:p>
            <a:pPr marL="800100" lvl="1" indent="-342900">
              <a:buFont typeface="Arial" panose="020B0604020202020204" pitchFamily="34" charset="0"/>
              <a:buChar char="•"/>
            </a:pPr>
            <a:r>
              <a:rPr lang="en-US" sz="1600" i="1" dirty="0">
                <a:latin typeface="Futura LT"/>
              </a:rPr>
              <a:t>campaign_id </a:t>
            </a:r>
            <a:r>
              <a:rPr lang="en-US" sz="1600" dirty="0">
                <a:latin typeface="Futura LT"/>
              </a:rPr>
              <a:t>will be managed in the UET database and will be mapped with events created in Brandscopic (</a:t>
            </a:r>
            <a:r>
              <a:rPr lang="en-US" sz="1600" i="1" dirty="0">
                <a:latin typeface="Futura LT"/>
              </a:rPr>
              <a:t>No API is available in Brandscopic API docs to create a campaign</a:t>
            </a:r>
            <a:r>
              <a:rPr lang="en-US" sz="1600" dirty="0">
                <a:latin typeface="Futura LT"/>
              </a:rPr>
              <a:t>)</a:t>
            </a:r>
          </a:p>
          <a:p>
            <a:endParaRPr lang="en-US" sz="1600" dirty="0">
              <a:latin typeface="Futura LT"/>
            </a:endParaRPr>
          </a:p>
          <a:p>
            <a:r>
              <a:rPr lang="en-US" sz="1600" i="1" dirty="0">
                <a:latin typeface="Futura LT"/>
              </a:rPr>
              <a:t>2. </a:t>
            </a:r>
            <a:r>
              <a:rPr lang="en-US" sz="1600" dirty="0">
                <a:latin typeface="Futura LT"/>
              </a:rPr>
              <a:t>List Events associated with the Campaign:</a:t>
            </a:r>
          </a:p>
          <a:p>
            <a:pPr marL="742950" lvl="1" indent="-285750">
              <a:buFont typeface="Arial" panose="020B0604020202020204" pitchFamily="34" charset="0"/>
              <a:buChar char="•"/>
            </a:pPr>
            <a:r>
              <a:rPr lang="en-US" sz="1600" b="1" dirty="0">
                <a:latin typeface="Futura LT"/>
              </a:rPr>
              <a:t>URL:</a:t>
            </a:r>
            <a:r>
              <a:rPr lang="en-US" sz="1600" dirty="0">
                <a:latin typeface="Futura LT"/>
              </a:rPr>
              <a:t> </a:t>
            </a:r>
            <a:r>
              <a:rPr lang="en-US" sz="1600" i="1" dirty="0">
                <a:latin typeface="Futura LT"/>
              </a:rPr>
              <a:t>/api/v1/campaigns/:id/events</a:t>
            </a:r>
          </a:p>
          <a:p>
            <a:pPr marL="742950" lvl="1" indent="-285750">
              <a:buFont typeface="Arial" panose="020B0604020202020204" pitchFamily="34" charset="0"/>
              <a:buChar char="•"/>
            </a:pPr>
            <a:r>
              <a:rPr lang="en-US" sz="1600" b="1" dirty="0">
                <a:latin typeface="Futura LT"/>
              </a:rPr>
              <a:t>Method:</a:t>
            </a:r>
            <a:r>
              <a:rPr lang="en-US" sz="1600" dirty="0">
                <a:latin typeface="Futura LT"/>
              </a:rPr>
              <a:t> </a:t>
            </a:r>
            <a:r>
              <a:rPr lang="en-US" sz="1600" i="1" dirty="0">
                <a:latin typeface="Futura LT"/>
              </a:rPr>
              <a:t>GET</a:t>
            </a:r>
          </a:p>
          <a:p>
            <a:pPr marL="742950" lvl="1" indent="-285750">
              <a:buFont typeface="Arial" panose="020B0604020202020204" pitchFamily="34" charset="0"/>
              <a:buChar char="•"/>
            </a:pPr>
            <a:r>
              <a:rPr lang="en-US" sz="1600" dirty="0">
                <a:latin typeface="Futura LT"/>
              </a:rPr>
              <a:t>Returns an array of associated events</a:t>
            </a:r>
          </a:p>
          <a:p>
            <a:endParaRPr lang="en-US" sz="1600" dirty="0">
              <a:latin typeface="Futura LT"/>
            </a:endParaRPr>
          </a:p>
          <a:p>
            <a:pPr marL="342900" indent="-342900">
              <a:buFont typeface="+mj-lt"/>
              <a:buAutoNum type="arabicPeriod" startAt="3"/>
            </a:pPr>
            <a:r>
              <a:rPr lang="en-US" sz="1600" dirty="0">
                <a:latin typeface="Futura LT"/>
              </a:rPr>
              <a:t>Get Event Results(Analytical Data):</a:t>
            </a:r>
          </a:p>
          <a:p>
            <a:pPr marL="742950" lvl="1" indent="-285750">
              <a:buFont typeface="Arial" panose="020B0604020202020204" pitchFamily="34" charset="0"/>
              <a:buChar char="•"/>
            </a:pPr>
            <a:r>
              <a:rPr lang="en-US" sz="1600" b="1" dirty="0">
                <a:latin typeface="Futura LT"/>
              </a:rPr>
              <a:t>URL:</a:t>
            </a:r>
            <a:r>
              <a:rPr lang="en-US" sz="1600" i="1" dirty="0">
                <a:latin typeface="Futura LT"/>
              </a:rPr>
              <a:t> /api/v1/events/:id/results</a:t>
            </a:r>
          </a:p>
          <a:p>
            <a:pPr marL="742950" lvl="1" indent="-285750">
              <a:buFont typeface="Arial" panose="020B0604020202020204" pitchFamily="34" charset="0"/>
              <a:buChar char="•"/>
            </a:pPr>
            <a:r>
              <a:rPr lang="en-US" sz="1600" b="1" dirty="0">
                <a:latin typeface="Futura LT"/>
              </a:rPr>
              <a:t>Method:</a:t>
            </a:r>
            <a:r>
              <a:rPr lang="en-US" sz="1600" i="1" dirty="0">
                <a:latin typeface="Futura LT"/>
              </a:rPr>
              <a:t> GET</a:t>
            </a:r>
            <a:endParaRPr lang="en-US" sz="1600" dirty="0">
              <a:latin typeface="Futura LT"/>
            </a:endParaRPr>
          </a:p>
        </p:txBody>
      </p:sp>
    </p:spTree>
    <p:extLst>
      <p:ext uri="{BB962C8B-B14F-4D97-AF65-F5344CB8AC3E}">
        <p14:creationId xmlns:p14="http://schemas.microsoft.com/office/powerpoint/2010/main" val="2595606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C4A4B70-CD9C-4905-9275-AAE94FF25370}"/>
              </a:ext>
            </a:extLst>
          </p:cNvPr>
          <p:cNvSpPr>
            <a:spLocks noGrp="1"/>
          </p:cNvSpPr>
          <p:nvPr>
            <p:ph type="body" sz="quarter" idx="10"/>
          </p:nvPr>
        </p:nvSpPr>
        <p:spPr/>
        <p:txBody>
          <a:bodyPr/>
          <a:lstStyle/>
          <a:p>
            <a:r>
              <a:rPr lang="en-IN" dirty="0"/>
              <a:t>Brandscopic API Details</a:t>
            </a:r>
          </a:p>
        </p:txBody>
      </p:sp>
      <p:sp>
        <p:nvSpPr>
          <p:cNvPr id="3" name="TextBox 2">
            <a:extLst>
              <a:ext uri="{FF2B5EF4-FFF2-40B4-BE49-F238E27FC236}">
                <a16:creationId xmlns:a16="http://schemas.microsoft.com/office/drawing/2014/main" id="{429E44EF-414E-BC2C-AD19-612B1EB5A11E}"/>
              </a:ext>
            </a:extLst>
          </p:cNvPr>
          <p:cNvSpPr txBox="1"/>
          <p:nvPr/>
        </p:nvSpPr>
        <p:spPr>
          <a:xfrm>
            <a:off x="372559" y="1078992"/>
            <a:ext cx="11404913" cy="1815882"/>
          </a:xfrm>
          <a:prstGeom prst="rect">
            <a:avLst/>
          </a:prstGeom>
          <a:noFill/>
        </p:spPr>
        <p:txBody>
          <a:bodyPr wrap="square" rtlCol="0">
            <a:spAutoFit/>
          </a:bodyPr>
          <a:lstStyle/>
          <a:p>
            <a:pPr marL="342900" indent="-342900">
              <a:buFont typeface="+mj-lt"/>
              <a:buAutoNum type="arabicPeriod" startAt="4"/>
            </a:pPr>
            <a:r>
              <a:rPr lang="en-US" sz="1600" dirty="0">
                <a:latin typeface="Futura LT"/>
              </a:rPr>
              <a:t>Events Result data:</a:t>
            </a:r>
          </a:p>
          <a:p>
            <a:pPr marL="800100" lvl="1" indent="-342900">
              <a:buFont typeface="Wingdings" panose="05000000000000000000" pitchFamily="2" charset="2"/>
              <a:buChar char="§"/>
            </a:pPr>
            <a:r>
              <a:rPr lang="en-US" sz="1600" dirty="0">
                <a:latin typeface="Futura LT"/>
              </a:rPr>
              <a:t>Modules/Categories:</a:t>
            </a:r>
          </a:p>
          <a:p>
            <a:pPr marL="1257300" lvl="2" indent="-342900">
              <a:buFont typeface="Arial" panose="020B0604020202020204" pitchFamily="34" charset="0"/>
              <a:buChar char="•"/>
            </a:pPr>
            <a:r>
              <a:rPr lang="en-US" sz="1600" dirty="0">
                <a:latin typeface="Futura LT"/>
              </a:rPr>
              <a:t>Demographics </a:t>
            </a:r>
          </a:p>
          <a:p>
            <a:pPr marL="1714500" lvl="3" indent="-342900">
              <a:buFont typeface="Arial" panose="020B0604020202020204" pitchFamily="34" charset="0"/>
              <a:buChar char="•"/>
            </a:pPr>
            <a:r>
              <a:rPr lang="en-US" sz="1600" b="1" dirty="0">
                <a:latin typeface="Futura LT"/>
              </a:rPr>
              <a:t>Fields:</a:t>
            </a:r>
            <a:r>
              <a:rPr lang="en-US" sz="1600" dirty="0">
                <a:latin typeface="Futura LT"/>
              </a:rPr>
              <a:t> </a:t>
            </a:r>
            <a:r>
              <a:rPr lang="en-US" sz="1600" i="1" dirty="0">
                <a:latin typeface="Futura LT"/>
              </a:rPr>
              <a:t>Gender, Age, Ethnicity/Race</a:t>
            </a:r>
          </a:p>
          <a:p>
            <a:pPr marL="1257300" lvl="2" indent="-342900">
              <a:buFont typeface="Arial" panose="020B0604020202020204" pitchFamily="34" charset="0"/>
              <a:buChar char="•"/>
            </a:pPr>
            <a:r>
              <a:rPr lang="en-US" sz="1600" dirty="0">
                <a:latin typeface="Futura LT"/>
              </a:rPr>
              <a:t>Consumer Reach</a:t>
            </a:r>
          </a:p>
          <a:p>
            <a:pPr marL="1714500" lvl="3" indent="-342900">
              <a:buFont typeface="Arial" panose="020B0604020202020204" pitchFamily="34" charset="0"/>
              <a:buChar char="•"/>
            </a:pPr>
            <a:r>
              <a:rPr lang="en-US" sz="1600" b="1" dirty="0">
                <a:latin typeface="Futura LT"/>
              </a:rPr>
              <a:t>Fields:</a:t>
            </a:r>
            <a:r>
              <a:rPr lang="en-US" sz="1600" dirty="0">
                <a:latin typeface="Futura LT"/>
              </a:rPr>
              <a:t> </a:t>
            </a:r>
            <a:r>
              <a:rPr lang="en-US" sz="1600" i="1" dirty="0">
                <a:latin typeface="Futura LT"/>
              </a:rPr>
              <a:t>Impressions, Interactions, Samples</a:t>
            </a:r>
          </a:p>
          <a:p>
            <a:pPr marL="1257300" lvl="2" indent="-342900">
              <a:buFont typeface="Arial" panose="020B0604020202020204" pitchFamily="34" charset="0"/>
              <a:buChar char="•"/>
            </a:pPr>
            <a:r>
              <a:rPr lang="en-US" sz="1600" dirty="0">
                <a:latin typeface="Futura LT"/>
              </a:rPr>
              <a:t>Custom</a:t>
            </a:r>
          </a:p>
        </p:txBody>
      </p:sp>
    </p:spTree>
    <p:extLst>
      <p:ext uri="{BB962C8B-B14F-4D97-AF65-F5344CB8AC3E}">
        <p14:creationId xmlns:p14="http://schemas.microsoft.com/office/powerpoint/2010/main" val="1892082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E511EB-B223-46BC-AF55-453134621046}"/>
              </a:ext>
            </a:extLst>
          </p:cNvPr>
          <p:cNvSpPr>
            <a:spLocks noGrp="1"/>
          </p:cNvSpPr>
          <p:nvPr>
            <p:ph type="body" sz="quarter" idx="10"/>
          </p:nvPr>
        </p:nvSpPr>
        <p:spPr/>
        <p:txBody>
          <a:bodyPr/>
          <a:lstStyle/>
          <a:p>
            <a:r>
              <a:rPr lang="en-US" dirty="0"/>
              <a:t>03</a:t>
            </a:r>
            <a:endParaRPr lang="en-IN" dirty="0"/>
          </a:p>
        </p:txBody>
      </p:sp>
      <p:sp>
        <p:nvSpPr>
          <p:cNvPr id="4" name="Text Placeholder 3">
            <a:extLst>
              <a:ext uri="{FF2B5EF4-FFF2-40B4-BE49-F238E27FC236}">
                <a16:creationId xmlns:a16="http://schemas.microsoft.com/office/drawing/2014/main" id="{7FE71F11-5E99-4A07-B493-2C70FA55289C}"/>
              </a:ext>
            </a:extLst>
          </p:cNvPr>
          <p:cNvSpPr>
            <a:spLocks noGrp="1"/>
          </p:cNvSpPr>
          <p:nvPr>
            <p:ph type="body" sz="quarter" idx="11"/>
          </p:nvPr>
        </p:nvSpPr>
        <p:spPr/>
        <p:txBody>
          <a:bodyPr/>
          <a:lstStyle/>
          <a:p>
            <a:r>
              <a:rPr lang="en-IN" dirty="0"/>
              <a:t>Power App Limitations</a:t>
            </a:r>
          </a:p>
        </p:txBody>
      </p:sp>
    </p:spTree>
    <p:extLst>
      <p:ext uri="{BB962C8B-B14F-4D97-AF65-F5344CB8AC3E}">
        <p14:creationId xmlns:p14="http://schemas.microsoft.com/office/powerpoint/2010/main" val="3408623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25F87B-1744-5DC6-150E-48B715DC2B9D}"/>
              </a:ext>
            </a:extLst>
          </p:cNvPr>
          <p:cNvSpPr>
            <a:spLocks noGrp="1"/>
          </p:cNvSpPr>
          <p:nvPr>
            <p:ph type="body" sz="quarter" idx="10"/>
          </p:nvPr>
        </p:nvSpPr>
        <p:spPr/>
        <p:txBody>
          <a:bodyPr/>
          <a:lstStyle/>
          <a:p>
            <a:r>
              <a:rPr lang="en-US" dirty="0"/>
              <a:t>Power App Limitations</a:t>
            </a:r>
          </a:p>
        </p:txBody>
      </p:sp>
      <p:sp>
        <p:nvSpPr>
          <p:cNvPr id="3" name="TextBox 2">
            <a:extLst>
              <a:ext uri="{FF2B5EF4-FFF2-40B4-BE49-F238E27FC236}">
                <a16:creationId xmlns:a16="http://schemas.microsoft.com/office/drawing/2014/main" id="{22D9E5CC-FE7C-9106-817F-BE681E5D7C31}"/>
              </a:ext>
            </a:extLst>
          </p:cNvPr>
          <p:cNvSpPr txBox="1"/>
          <p:nvPr/>
        </p:nvSpPr>
        <p:spPr>
          <a:xfrm>
            <a:off x="372559" y="994870"/>
            <a:ext cx="11304434" cy="555536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b="1" dirty="0">
                <a:latin typeface="Futura LT"/>
              </a:rPr>
              <a:t>Licensing is constrained under the Microsoft 365 umbrella. </a:t>
            </a:r>
            <a:r>
              <a:rPr lang="en-US" sz="1600" dirty="0">
                <a:latin typeface="Futura LT"/>
              </a:rPr>
              <a:t>Power Apps forms can only operate within the licensed business domain. However, users can share content with their colleagues and guest users who have Active Directory accounts and Power Apps licenses. Power Apps Portal also offers third-party and anonymous access. </a:t>
            </a:r>
            <a:r>
              <a:rPr lang="en-US" sz="1600" dirty="0">
                <a:latin typeface="Futura LT"/>
                <a:hlinkClick r:id="rId2"/>
              </a:rPr>
              <a:t>https://powerapps.microsoft.com/en-au/pricing/</a:t>
            </a:r>
            <a:r>
              <a:rPr lang="en-US" sz="1600" dirty="0">
                <a:latin typeface="Futura LT"/>
              </a:rPr>
              <a:t> </a:t>
            </a:r>
          </a:p>
          <a:p>
            <a:pPr marL="285750" indent="-285750" algn="just">
              <a:spcBef>
                <a:spcPts val="600"/>
              </a:spcBef>
              <a:buFont typeface="Arial" panose="020B0604020202020204" pitchFamily="34" charset="0"/>
              <a:buChar char="•"/>
            </a:pPr>
            <a:r>
              <a:rPr lang="en-US" sz="1600" dirty="0">
                <a:latin typeface="Futura LT"/>
              </a:rPr>
              <a:t>Power Apps are good for building simple forms quickly, but forms with complex logic can cause problems due to their limited capabilities to manage the code base and track changes.</a:t>
            </a:r>
          </a:p>
          <a:p>
            <a:pPr marL="285750" indent="-285750">
              <a:spcBef>
                <a:spcPts val="600"/>
              </a:spcBef>
              <a:buFont typeface="Arial" panose="020B0604020202020204" pitchFamily="34" charset="0"/>
              <a:buChar char="•"/>
            </a:pPr>
            <a:r>
              <a:rPr lang="en-US" sz="1600" dirty="0">
                <a:latin typeface="Futura LT"/>
              </a:rPr>
              <a:t>Version control support for Power Apps is in the Experimental Phase. </a:t>
            </a:r>
            <a:r>
              <a:rPr lang="en-US" sz="1600" dirty="0">
                <a:latin typeface="Futura LT"/>
                <a:hlinkClick r:id="rId3"/>
              </a:rPr>
              <a:t>https://learn.microsoft.com/en-us/power-apps/maker/canvas-apps/git-version-control \</a:t>
            </a:r>
            <a:endParaRPr lang="en-US" sz="1600" dirty="0">
              <a:latin typeface="Futura LT"/>
            </a:endParaRPr>
          </a:p>
          <a:p>
            <a:pPr marL="285750" indent="-285750">
              <a:spcBef>
                <a:spcPts val="600"/>
              </a:spcBef>
              <a:buFont typeface="Arial" panose="020B0604020202020204" pitchFamily="34" charset="0"/>
              <a:buChar char="•"/>
            </a:pPr>
            <a:r>
              <a:rPr lang="en-US" sz="1600" dirty="0">
                <a:latin typeface="Futura LT"/>
              </a:rPr>
              <a:t>If we use the Canvas application, only one developer can work at a time.</a:t>
            </a:r>
          </a:p>
          <a:p>
            <a:pPr marL="285750" indent="-285750">
              <a:spcBef>
                <a:spcPts val="600"/>
              </a:spcBef>
              <a:buFont typeface="Arial" panose="020B0604020202020204" pitchFamily="34" charset="0"/>
              <a:buChar char="•"/>
            </a:pPr>
            <a:r>
              <a:rPr lang="en-US" sz="1600" dirty="0">
                <a:latin typeface="Futura LT"/>
              </a:rPr>
              <a:t>Can not integrate JavaScript in power app forms.</a:t>
            </a:r>
          </a:p>
          <a:p>
            <a:pPr marL="285750" indent="-285750">
              <a:spcBef>
                <a:spcPts val="600"/>
              </a:spcBef>
              <a:buFont typeface="Arial" panose="020B0604020202020204" pitchFamily="34" charset="0"/>
              <a:buChar char="•"/>
            </a:pPr>
            <a:r>
              <a:rPr lang="en-US" sz="1600" dirty="0">
                <a:latin typeface="Futura LT"/>
              </a:rPr>
              <a:t>Poor reusability: Power Apps is geared towards those who are not professional programmers. You cannot create functions on Power Apps. Suppose you have a specific block of code that you need to run multiple times. In that case, you will need to copy and paste your code which increases the margin of error, decreases readability, and feels illegal to any programmer.</a:t>
            </a:r>
          </a:p>
          <a:p>
            <a:pPr marL="285750" indent="-285750">
              <a:spcBef>
                <a:spcPts val="600"/>
              </a:spcBef>
              <a:buFont typeface="Arial" panose="020B0604020202020204" pitchFamily="34" charset="0"/>
              <a:buChar char="•"/>
            </a:pPr>
            <a:r>
              <a:rPr lang="en-US" sz="1600" dirty="0">
                <a:latin typeface="Futura LT"/>
              </a:rPr>
              <a:t>Debugging is very difficult as there is no traditional logging mechanism, but instead a Monitor that shows every command your app runs and whether it was a success or not. </a:t>
            </a:r>
          </a:p>
          <a:p>
            <a:pPr marL="285750" indent="-285750">
              <a:spcBef>
                <a:spcPts val="600"/>
              </a:spcBef>
              <a:buFont typeface="Arial" panose="020B0604020202020204" pitchFamily="34" charset="0"/>
              <a:buChar char="•"/>
            </a:pPr>
            <a:r>
              <a:rPr lang="en-US" sz="1600" dirty="0">
                <a:latin typeface="Futura LT"/>
              </a:rPr>
              <a:t>Power BI tile control to integrate Power BI reports in Power Apps. When you share an app that contains Power BI content, you must share not only the app itself but also the dashboard where the tile comes from. Otherwise, the Power BI content won't appear even for users who open the app. Apps that contain Power BI content respect the permissions for that content. </a:t>
            </a:r>
          </a:p>
        </p:txBody>
      </p:sp>
    </p:spTree>
    <p:extLst>
      <p:ext uri="{BB962C8B-B14F-4D97-AF65-F5344CB8AC3E}">
        <p14:creationId xmlns:p14="http://schemas.microsoft.com/office/powerpoint/2010/main" val="1050280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25F87B-1744-5DC6-150E-48B715DC2B9D}"/>
              </a:ext>
            </a:extLst>
          </p:cNvPr>
          <p:cNvSpPr>
            <a:spLocks noGrp="1"/>
          </p:cNvSpPr>
          <p:nvPr>
            <p:ph type="body" sz="quarter" idx="10"/>
          </p:nvPr>
        </p:nvSpPr>
        <p:spPr/>
        <p:txBody>
          <a:bodyPr/>
          <a:lstStyle/>
          <a:p>
            <a:r>
              <a:rPr lang="en-US" dirty="0"/>
              <a:t>Power App Limitations</a:t>
            </a:r>
          </a:p>
        </p:txBody>
      </p:sp>
      <p:sp>
        <p:nvSpPr>
          <p:cNvPr id="3" name="TextBox 2">
            <a:extLst>
              <a:ext uri="{FF2B5EF4-FFF2-40B4-BE49-F238E27FC236}">
                <a16:creationId xmlns:a16="http://schemas.microsoft.com/office/drawing/2014/main" id="{22D9E5CC-FE7C-9106-817F-BE681E5D7C31}"/>
              </a:ext>
            </a:extLst>
          </p:cNvPr>
          <p:cNvSpPr txBox="1"/>
          <p:nvPr/>
        </p:nvSpPr>
        <p:spPr>
          <a:xfrm>
            <a:off x="372559" y="994870"/>
            <a:ext cx="11304434" cy="293926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dirty="0">
                <a:latin typeface="Futura LT"/>
              </a:rPr>
              <a:t>Doesn’t support direct SQL queries. </a:t>
            </a:r>
            <a:r>
              <a:rPr lang="en-US" sz="1600" dirty="0">
                <a:latin typeface="Futura LT"/>
                <a:hlinkClick r:id="rId2"/>
              </a:rPr>
              <a:t>https://powerusers.microsoft.com/t5/Webinars-and-Video-Gallery/Type-and-Run-a-SQL-Query-inside-PowerApps/td-p/113062</a:t>
            </a:r>
            <a:endParaRPr lang="en-US" sz="1600" dirty="0">
              <a:latin typeface="Futura LT"/>
            </a:endParaRPr>
          </a:p>
          <a:p>
            <a:pPr marL="285750" indent="-285750">
              <a:spcBef>
                <a:spcPts val="600"/>
              </a:spcBef>
              <a:buFont typeface="Arial" panose="020B0604020202020204" pitchFamily="34" charset="0"/>
              <a:buChar char="•"/>
            </a:pPr>
            <a:r>
              <a:rPr lang="en-US" sz="1600" dirty="0">
                <a:latin typeface="Futura LT"/>
              </a:rPr>
              <a:t>If we use the Canvas application, only one developer can work at a time.</a:t>
            </a:r>
          </a:p>
          <a:p>
            <a:pPr marL="285750" indent="-285750">
              <a:spcBef>
                <a:spcPts val="600"/>
              </a:spcBef>
              <a:buFont typeface="Arial" panose="020B0604020202020204" pitchFamily="34" charset="0"/>
              <a:buChar char="•"/>
            </a:pPr>
            <a:r>
              <a:rPr lang="en-US" sz="1600" b="1" dirty="0">
                <a:latin typeface="Futura LT"/>
              </a:rPr>
              <a:t>Power BI tile control to integrate Power BI reports in Power Apps: </a:t>
            </a:r>
          </a:p>
          <a:p>
            <a:pPr lvl="1">
              <a:spcBef>
                <a:spcPts val="600"/>
              </a:spcBef>
            </a:pPr>
            <a:r>
              <a:rPr lang="en-US" sz="1600" dirty="0">
                <a:latin typeface="Futura LT"/>
              </a:rPr>
              <a:t>When you share an app that contains Power BI content, you must share not only the app itself but also the dashboard where the tile comes from. Otherwise, the Power BI content won't appear even for users who open the app. Apps that contain Power BI content respect the permissions for that content.</a:t>
            </a:r>
          </a:p>
          <a:p>
            <a:pPr lvl="1">
              <a:spcBef>
                <a:spcPts val="600"/>
              </a:spcBef>
            </a:pPr>
            <a:r>
              <a:rPr lang="en-US" sz="1600" dirty="0">
                <a:latin typeface="Futura LT"/>
                <a:hlinkClick r:id="rId3"/>
              </a:rPr>
              <a:t>https://learn.microsoft.com/en-us/power-apps/maker/canvas-apps/controls/control-power-bi-tile?source=recommendations#sharing-and-security</a:t>
            </a:r>
            <a:endParaRPr lang="en-US" sz="1600" dirty="0">
              <a:latin typeface="Futura LT"/>
            </a:endParaRPr>
          </a:p>
          <a:p>
            <a:pPr marL="285750" indent="-285750">
              <a:spcBef>
                <a:spcPts val="600"/>
              </a:spcBef>
              <a:buFont typeface="Arial" panose="020B0604020202020204" pitchFamily="34" charset="0"/>
              <a:buChar char="•"/>
            </a:pPr>
            <a:endParaRPr lang="en-US" sz="1600" dirty="0">
              <a:latin typeface="Futura LT"/>
            </a:endParaRPr>
          </a:p>
        </p:txBody>
      </p:sp>
    </p:spTree>
    <p:extLst>
      <p:ext uri="{BB962C8B-B14F-4D97-AF65-F5344CB8AC3E}">
        <p14:creationId xmlns:p14="http://schemas.microsoft.com/office/powerpoint/2010/main" val="2965265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969E88-C7A7-9343-86C0-B6E623B533AC}"/>
              </a:ext>
            </a:extLst>
          </p:cNvPr>
          <p:cNvSpPr>
            <a:spLocks noGrp="1"/>
          </p:cNvSpPr>
          <p:nvPr>
            <p:ph type="body" sz="quarter" idx="10"/>
          </p:nvPr>
        </p:nvSpPr>
        <p:spPr/>
        <p:txBody>
          <a:bodyPr/>
          <a:lstStyle/>
          <a:p>
            <a:r>
              <a:rPr lang="en-US" dirty="0"/>
              <a:t>04</a:t>
            </a:r>
          </a:p>
        </p:txBody>
      </p:sp>
      <p:sp>
        <p:nvSpPr>
          <p:cNvPr id="3" name="Text Placeholder 2">
            <a:extLst>
              <a:ext uri="{FF2B5EF4-FFF2-40B4-BE49-F238E27FC236}">
                <a16:creationId xmlns:a16="http://schemas.microsoft.com/office/drawing/2014/main" id="{67515DB0-E9E1-BBB2-AE09-BC931428FA5C}"/>
              </a:ext>
            </a:extLst>
          </p:cNvPr>
          <p:cNvSpPr>
            <a:spLocks noGrp="1"/>
          </p:cNvSpPr>
          <p:nvPr>
            <p:ph type="body" sz="quarter" idx="11"/>
          </p:nvPr>
        </p:nvSpPr>
        <p:spPr/>
        <p:txBody>
          <a:bodyPr/>
          <a:lstStyle/>
          <a:p>
            <a:r>
              <a:rPr lang="en-US" dirty="0"/>
              <a:t>UET Process Flow Diagram</a:t>
            </a:r>
          </a:p>
        </p:txBody>
      </p:sp>
    </p:spTree>
    <p:extLst>
      <p:ext uri="{BB962C8B-B14F-4D97-AF65-F5344CB8AC3E}">
        <p14:creationId xmlns:p14="http://schemas.microsoft.com/office/powerpoint/2010/main" val="3904791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BB6F2D-C80F-D265-28F3-B4F667E7813D}"/>
              </a:ext>
            </a:extLst>
          </p:cNvPr>
          <p:cNvSpPr>
            <a:spLocks noGrp="1"/>
          </p:cNvSpPr>
          <p:nvPr>
            <p:ph type="body" sz="quarter" idx="10"/>
          </p:nvPr>
        </p:nvSpPr>
        <p:spPr/>
        <p:txBody>
          <a:bodyPr/>
          <a:lstStyle/>
          <a:p>
            <a:r>
              <a:rPr lang="en-US" dirty="0"/>
              <a:t>UET Process Flow Diagram</a:t>
            </a:r>
          </a:p>
        </p:txBody>
      </p:sp>
      <p:pic>
        <p:nvPicPr>
          <p:cNvPr id="4" name="Picture 3" descr="A picture containing text, diagram, screenshot, plan&#10;&#10;Description automatically generated">
            <a:extLst>
              <a:ext uri="{FF2B5EF4-FFF2-40B4-BE49-F238E27FC236}">
                <a16:creationId xmlns:a16="http://schemas.microsoft.com/office/drawing/2014/main" id="{D4722A19-7E99-A8F0-E173-4CABC934EBDF}"/>
              </a:ext>
            </a:extLst>
          </p:cNvPr>
          <p:cNvPicPr>
            <a:picLocks noChangeAspect="1"/>
          </p:cNvPicPr>
          <p:nvPr/>
        </p:nvPicPr>
        <p:blipFill rotWithShape="1">
          <a:blip r:embed="rId2">
            <a:extLst>
              <a:ext uri="{28A0092B-C50C-407E-A947-70E740481C1C}">
                <a14:useLocalDpi xmlns:a14="http://schemas.microsoft.com/office/drawing/2010/main" val="0"/>
              </a:ext>
            </a:extLst>
          </a:blip>
          <a:srcRect t="5279" b="8005"/>
          <a:stretch/>
        </p:blipFill>
        <p:spPr>
          <a:xfrm>
            <a:off x="1634617" y="834886"/>
            <a:ext cx="8211359" cy="5502303"/>
          </a:xfrm>
          <a:prstGeom prst="rect">
            <a:avLst/>
          </a:prstGeom>
        </p:spPr>
      </p:pic>
    </p:spTree>
    <p:extLst>
      <p:ext uri="{BB962C8B-B14F-4D97-AF65-F5344CB8AC3E}">
        <p14:creationId xmlns:p14="http://schemas.microsoft.com/office/powerpoint/2010/main" val="707295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F1CB7D-8536-F154-9E24-E1FAF182B28C}"/>
              </a:ext>
            </a:extLst>
          </p:cNvPr>
          <p:cNvSpPr>
            <a:spLocks noGrp="1"/>
          </p:cNvSpPr>
          <p:nvPr>
            <p:ph type="body" sz="quarter" idx="10"/>
          </p:nvPr>
        </p:nvSpPr>
        <p:spPr/>
        <p:txBody>
          <a:bodyPr/>
          <a:lstStyle/>
          <a:p>
            <a:r>
              <a:rPr lang="en-US" dirty="0"/>
              <a:t>05</a:t>
            </a:r>
          </a:p>
        </p:txBody>
      </p:sp>
      <p:sp>
        <p:nvSpPr>
          <p:cNvPr id="3" name="Text Placeholder 2">
            <a:extLst>
              <a:ext uri="{FF2B5EF4-FFF2-40B4-BE49-F238E27FC236}">
                <a16:creationId xmlns:a16="http://schemas.microsoft.com/office/drawing/2014/main" id="{42B8463A-0C27-A648-7F5A-B12F8698984B}"/>
              </a:ext>
            </a:extLst>
          </p:cNvPr>
          <p:cNvSpPr>
            <a:spLocks noGrp="1"/>
          </p:cNvSpPr>
          <p:nvPr>
            <p:ph type="body" sz="quarter" idx="11"/>
          </p:nvPr>
        </p:nvSpPr>
        <p:spPr/>
        <p:txBody>
          <a:bodyPr/>
          <a:lstStyle/>
          <a:p>
            <a:r>
              <a:rPr lang="en-US" dirty="0"/>
              <a:t>Technology Stack</a:t>
            </a:r>
          </a:p>
        </p:txBody>
      </p:sp>
    </p:spTree>
    <p:extLst>
      <p:ext uri="{BB962C8B-B14F-4D97-AF65-F5344CB8AC3E}">
        <p14:creationId xmlns:p14="http://schemas.microsoft.com/office/powerpoint/2010/main" val="2740815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40021D-5B40-F64F-B551-CAD5067DB8AE}"/>
              </a:ext>
            </a:extLst>
          </p:cNvPr>
          <p:cNvSpPr>
            <a:spLocks noGrp="1"/>
          </p:cNvSpPr>
          <p:nvPr>
            <p:ph type="body" sz="quarter" idx="10"/>
          </p:nvPr>
        </p:nvSpPr>
        <p:spPr/>
        <p:txBody>
          <a:bodyPr/>
          <a:lstStyle/>
          <a:p>
            <a:r>
              <a:rPr lang="en-US" dirty="0"/>
              <a:t>Technology Stack</a:t>
            </a:r>
          </a:p>
        </p:txBody>
      </p:sp>
      <p:pic>
        <p:nvPicPr>
          <p:cNvPr id="4" name="Picture 3" descr="A picture containing text, font, number, screenshot&#10;&#10;Description automatically generated">
            <a:extLst>
              <a:ext uri="{FF2B5EF4-FFF2-40B4-BE49-F238E27FC236}">
                <a16:creationId xmlns:a16="http://schemas.microsoft.com/office/drawing/2014/main" id="{D2627416-A17F-1377-4149-3016F2025A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5176"/>
            <a:ext cx="12192000" cy="2330153"/>
          </a:xfrm>
          <a:prstGeom prst="rect">
            <a:avLst/>
          </a:prstGeom>
        </p:spPr>
      </p:pic>
    </p:spTree>
    <p:extLst>
      <p:ext uri="{BB962C8B-B14F-4D97-AF65-F5344CB8AC3E}">
        <p14:creationId xmlns:p14="http://schemas.microsoft.com/office/powerpoint/2010/main" val="106007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E511EB-B223-46BC-AF55-453134621046}"/>
              </a:ext>
            </a:extLst>
          </p:cNvPr>
          <p:cNvSpPr>
            <a:spLocks noGrp="1"/>
          </p:cNvSpPr>
          <p:nvPr>
            <p:ph type="body" sz="quarter" idx="10"/>
          </p:nvPr>
        </p:nvSpPr>
        <p:spPr/>
        <p:txBody>
          <a:bodyPr/>
          <a:lstStyle/>
          <a:p>
            <a:r>
              <a:rPr lang="en-US" dirty="0"/>
              <a:t>06</a:t>
            </a:r>
            <a:endParaRPr lang="en-IN" dirty="0"/>
          </a:p>
        </p:txBody>
      </p:sp>
      <p:sp>
        <p:nvSpPr>
          <p:cNvPr id="4" name="Text Placeholder 3">
            <a:extLst>
              <a:ext uri="{FF2B5EF4-FFF2-40B4-BE49-F238E27FC236}">
                <a16:creationId xmlns:a16="http://schemas.microsoft.com/office/drawing/2014/main" id="{7FE71F11-5E99-4A07-B493-2C70FA55289C}"/>
              </a:ext>
            </a:extLst>
          </p:cNvPr>
          <p:cNvSpPr>
            <a:spLocks noGrp="1"/>
          </p:cNvSpPr>
          <p:nvPr>
            <p:ph type="body" sz="quarter" idx="11"/>
          </p:nvPr>
        </p:nvSpPr>
        <p:spPr/>
        <p:txBody>
          <a:bodyPr/>
          <a:lstStyle/>
          <a:p>
            <a:r>
              <a:rPr lang="en-US" dirty="0"/>
              <a:t>Questions</a:t>
            </a:r>
            <a:endParaRPr lang="en-IN" dirty="0"/>
          </a:p>
        </p:txBody>
      </p:sp>
    </p:spTree>
    <p:extLst>
      <p:ext uri="{BB962C8B-B14F-4D97-AF65-F5344CB8AC3E}">
        <p14:creationId xmlns:p14="http://schemas.microsoft.com/office/powerpoint/2010/main" val="1943258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C4A4B70-CD9C-4905-9275-AAE94FF25370}"/>
              </a:ext>
            </a:extLst>
          </p:cNvPr>
          <p:cNvSpPr>
            <a:spLocks noGrp="1"/>
          </p:cNvSpPr>
          <p:nvPr>
            <p:ph type="body" sz="quarter" idx="10"/>
          </p:nvPr>
        </p:nvSpPr>
        <p:spPr/>
        <p:txBody>
          <a:bodyPr/>
          <a:lstStyle/>
          <a:p>
            <a:r>
              <a:rPr lang="en-IN" dirty="0"/>
              <a:t>Questions</a:t>
            </a:r>
          </a:p>
        </p:txBody>
      </p:sp>
      <p:sp>
        <p:nvSpPr>
          <p:cNvPr id="3" name="TextBox 2">
            <a:extLst>
              <a:ext uri="{FF2B5EF4-FFF2-40B4-BE49-F238E27FC236}">
                <a16:creationId xmlns:a16="http://schemas.microsoft.com/office/drawing/2014/main" id="{429E44EF-414E-BC2C-AD19-612B1EB5A11E}"/>
              </a:ext>
            </a:extLst>
          </p:cNvPr>
          <p:cNvSpPr txBox="1"/>
          <p:nvPr/>
        </p:nvSpPr>
        <p:spPr>
          <a:xfrm>
            <a:off x="372559" y="1078992"/>
            <a:ext cx="11404913" cy="4247317"/>
          </a:xfrm>
          <a:prstGeom prst="rect">
            <a:avLst/>
          </a:prstGeom>
          <a:noFill/>
        </p:spPr>
        <p:txBody>
          <a:bodyPr wrap="square" rtlCol="0">
            <a:spAutoFit/>
          </a:bodyPr>
          <a:lstStyle/>
          <a:p>
            <a:pPr marL="342900" indent="-342900">
              <a:buFont typeface="+mj-lt"/>
              <a:buAutoNum type="arabicPeriod"/>
            </a:pPr>
            <a:r>
              <a:rPr lang="en-US" dirty="0">
                <a:latin typeface="Futura LT"/>
              </a:rPr>
              <a:t>Can you please confirm that in Brandscopic currently, events are being created independently and it’s not associated with Campaign?</a:t>
            </a:r>
          </a:p>
          <a:p>
            <a:pPr marL="800100" lvl="1" indent="-342900">
              <a:buFont typeface="Arial" panose="020B0604020202020204" pitchFamily="34" charset="0"/>
              <a:buChar char="•"/>
            </a:pPr>
            <a:r>
              <a:rPr lang="en-US" dirty="0">
                <a:latin typeface="Futura LT"/>
              </a:rPr>
              <a:t>Does Brandscopic have any API to create a Campaign?</a:t>
            </a:r>
          </a:p>
          <a:p>
            <a:pPr marL="800100" lvl="1" indent="-342900">
              <a:buFont typeface="Arial" panose="020B0604020202020204" pitchFamily="34" charset="0"/>
              <a:buChar char="•"/>
            </a:pPr>
            <a:r>
              <a:rPr lang="en-US" dirty="0">
                <a:latin typeface="Futura LT"/>
              </a:rPr>
              <a:t>Can you please provide access to the lower environment of Brandscopic APIs for the 1Rivet team?</a:t>
            </a:r>
          </a:p>
          <a:p>
            <a:pPr marL="342900" indent="-342900">
              <a:buFont typeface="+mj-lt"/>
              <a:buAutoNum type="arabicPeriod"/>
            </a:pPr>
            <a:r>
              <a:rPr lang="en-US" dirty="0">
                <a:latin typeface="Futura LT"/>
              </a:rPr>
              <a:t>What is the process of manually collecting and entering data into Excel for the </a:t>
            </a:r>
            <a:r>
              <a:rPr lang="en-US" dirty="0" err="1">
                <a:latin typeface="Futura LT"/>
              </a:rPr>
              <a:t>dev.lqa</a:t>
            </a:r>
            <a:r>
              <a:rPr lang="en-US" dirty="0">
                <a:latin typeface="Futura LT"/>
              </a:rPr>
              <a:t> master? Can we standard the excel template, so that this portion can be automated as well.</a:t>
            </a:r>
          </a:p>
          <a:p>
            <a:pPr marL="342900" indent="-342900">
              <a:buFont typeface="+mj-lt"/>
              <a:buAutoNum type="arabicPeriod"/>
            </a:pPr>
            <a:r>
              <a:rPr lang="en-US" dirty="0">
                <a:latin typeface="Futura LT"/>
              </a:rPr>
              <a:t>Are there any common data fields across all the field management systems for collecting post-event metrics?</a:t>
            </a:r>
          </a:p>
          <a:p>
            <a:pPr marL="342900" indent="-342900">
              <a:buFont typeface="+mj-lt"/>
              <a:buAutoNum type="arabicPeriod"/>
            </a:pPr>
            <a:r>
              <a:rPr lang="en-US" dirty="0">
                <a:latin typeface="Futura LT"/>
              </a:rPr>
              <a:t>What fields are configured in </a:t>
            </a:r>
            <a:r>
              <a:rPr lang="en-US" dirty="0" err="1">
                <a:latin typeface="Futura LT"/>
              </a:rPr>
              <a:t>Brandscopic</a:t>
            </a:r>
            <a:r>
              <a:rPr lang="en-US" dirty="0">
                <a:latin typeface="Futura LT"/>
              </a:rPr>
              <a:t> to collect the post-event metrics? This information will help us understand which post-event data we would be able to collect from </a:t>
            </a:r>
            <a:r>
              <a:rPr lang="en-US" dirty="0" err="1">
                <a:latin typeface="Futura LT"/>
              </a:rPr>
              <a:t>Brandscopic</a:t>
            </a:r>
            <a:r>
              <a:rPr lang="en-US" dirty="0">
                <a:latin typeface="Futura LT"/>
              </a:rPr>
              <a:t> API integration.</a:t>
            </a:r>
          </a:p>
          <a:p>
            <a:pPr marL="342900" indent="-342900">
              <a:buFont typeface="+mj-lt"/>
              <a:buAutoNum type="arabicPeriod"/>
            </a:pPr>
            <a:r>
              <a:rPr lang="en-US" dirty="0">
                <a:latin typeface="Futura LT"/>
              </a:rPr>
              <a:t>Can you please clarify how integration with Qualtrics will work? Will the UET platform integrate directly with Qualtrics, or will Qualtrics be integrated with </a:t>
            </a:r>
            <a:r>
              <a:rPr lang="en-US" dirty="0" err="1">
                <a:latin typeface="Futura LT"/>
              </a:rPr>
              <a:t>Brandscopic</a:t>
            </a:r>
            <a:r>
              <a:rPr lang="en-US" dirty="0">
                <a:latin typeface="Futura LT"/>
              </a:rPr>
              <a:t>, and the UET platform will retrieve details from there?</a:t>
            </a:r>
          </a:p>
        </p:txBody>
      </p:sp>
    </p:spTree>
    <p:extLst>
      <p:ext uri="{BB962C8B-B14F-4D97-AF65-F5344CB8AC3E}">
        <p14:creationId xmlns:p14="http://schemas.microsoft.com/office/powerpoint/2010/main" val="11394684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50000"/>
            <a:alpha val="94902"/>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98489B7-FFF5-9F41-9925-E07CA7E7A5F7}">
  <we:reference id="wa104381063" version="1.0.0.1" store="en-US" storeType="OMEX"/>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01503E242B4242B818938EF38676E9" ma:contentTypeVersion="21" ma:contentTypeDescription="Create a new document." ma:contentTypeScope="" ma:versionID="3a4297306f45b7232432285f2e4fc0a3">
  <xsd:schema xmlns:xsd="http://www.w3.org/2001/XMLSchema" xmlns:xs="http://www.w3.org/2001/XMLSchema" xmlns:p="http://schemas.microsoft.com/office/2006/metadata/properties" xmlns:ns2="801b4607-f500-4f6e-b784-fb54d22359e9" xmlns:ns3="05212364-6e0c-40a5-9fff-da248140089a" targetNamespace="http://schemas.microsoft.com/office/2006/metadata/properties" ma:root="true" ma:fieldsID="85f62882915f962eb2adfc659e2f43e6" ns2:_="" ns3:_="">
    <xsd:import namespace="801b4607-f500-4f6e-b784-fb54d22359e9"/>
    <xsd:import namespace="05212364-6e0c-40a5-9fff-da248140089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Notes" minOccurs="0"/>
                <xsd:element ref="ns2:MediaServiceSearchProperties" minOccurs="0"/>
                <xsd:element ref="ns2:AzureFiles" minOccurs="0"/>
                <xsd:element ref="ns2:MediaServiceBillingMetadata" minOccurs="0"/>
                <xsd:element ref="ns2:Ta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1b4607-f500-4f6e-b784-fb54d22359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a7d435f-bc0a-452e-b7b2-4cb57826a0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Notes" ma:index="24" nillable="true" ma:displayName="Notes" ma:format="Dropdown" ma:internalName="Notes">
      <xsd:simpleType>
        <xsd:restriction base="dms:Note">
          <xsd:maxLength value="255"/>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zureFiles" ma:index="26" nillable="true" ma:displayName="Azure Files" ma:format="Hyperlink" ma:internalName="AzureFiles">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27" nillable="true" ma:displayName="MediaServiceBillingMetadata" ma:hidden="true" ma:internalName="MediaServiceBillingMetadata" ma:readOnly="true">
      <xsd:simpleType>
        <xsd:restriction base="dms:Note"/>
      </xsd:simpleType>
    </xsd:element>
    <xsd:element name="Tag" ma:index="28" nillable="true" ma:displayName="Tag" ma:description="Tag to flag the recipient user against" ma:format="Dropdown" ma:internalName="Tag">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212364-6e0c-40a5-9fff-da248140089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03010033-8c98-4658-a188-4535091bf398}" ma:internalName="TaxCatchAll" ma:showField="CatchAllData" ma:web="05212364-6e0c-40a5-9fff-da248140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01b4607-f500-4f6e-b784-fb54d22359e9">
      <Terms xmlns="http://schemas.microsoft.com/office/infopath/2007/PartnerControls"/>
    </lcf76f155ced4ddcb4097134ff3c332f>
    <TaxCatchAll xmlns="05212364-6e0c-40a5-9fff-da248140089a" xsi:nil="true"/>
    <Notes xmlns="801b4607-f500-4f6e-b784-fb54d22359e9" xsi:nil="true"/>
    <AzureFiles xmlns="801b4607-f500-4f6e-b784-fb54d22359e9">
      <Url xsi:nil="true"/>
      <Description xsi:nil="true"/>
    </AzureFiles>
    <Tag xmlns="801b4607-f500-4f6e-b784-fb54d22359e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72EC577E50AC4A46BC564B9B860798D2" ma:contentTypeVersion="15" ma:contentTypeDescription="Create a new document." ma:contentTypeScope="" ma:versionID="260277cc77b6ecd23f46ee2654292b80">
  <xsd:schema xmlns:xsd="http://www.w3.org/2001/XMLSchema" xmlns:xs="http://www.w3.org/2001/XMLSchema" xmlns:p="http://schemas.microsoft.com/office/2006/metadata/properties" xmlns:ns2="0bbaf54a-306d-4bf7-800a-b5bc9d8abf1a" xmlns:ns3="a488ff65-e233-46bc-a307-0f83f033d6da" xmlns:ns4="4209eda8-f199-4e36-8127-9b5869e9c4fc" targetNamespace="http://schemas.microsoft.com/office/2006/metadata/properties" ma:root="true" ma:fieldsID="c3f14ee0521da13b06df762c78de921f" ns2:_="" ns3:_="" ns4:_="">
    <xsd:import namespace="0bbaf54a-306d-4bf7-800a-b5bc9d8abf1a"/>
    <xsd:import namespace="a488ff65-e233-46bc-a307-0f83f033d6da"/>
    <xsd:import namespace="4209eda8-f199-4e36-8127-9b5869e9c4fc"/>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4:SharedWithUsers" minOccurs="0"/>
                <xsd:element ref="ns4:SharedWithDetails" minOccurs="0"/>
                <xsd:element ref="ns3:MediaServiceAutoTags" minOccurs="0"/>
                <xsd:element ref="ns3:MediaLengthInSeconds"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baf54a-306d-4bf7-800a-b5bc9d8abf1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2" nillable="true" ma:displayName="Taxonomy Catch All Column" ma:hidden="true" ma:list="{9cc19216-1de7-42c5-854b-57f747f119a9}" ma:internalName="TaxCatchAll" ma:showField="CatchAllData" ma:web="0bbaf54a-306d-4bf7-800a-b5bc9d8abf1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488ff65-e233-46bc-a307-0f83f033d6da"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104530c-5b41-42dc-a779-9f075aa1aed4"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09eda8-f199-4e36-8127-9b5869e9c4fc"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20CCAB-F5CF-4F09-A9CB-810BE1914F41}"/>
</file>

<file path=customXml/itemProps2.xml><?xml version="1.0" encoding="utf-8"?>
<ds:datastoreItem xmlns:ds="http://schemas.openxmlformats.org/officeDocument/2006/customXml" ds:itemID="{2F0C3847-A139-416C-BA36-647FD8B7A98F}">
  <ds:schemaRefs>
    <ds:schemaRef ds:uri="0bbaf54a-306d-4bf7-800a-b5bc9d8abf1a"/>
    <ds:schemaRef ds:uri="http://schemas.microsoft.com/office/2006/metadata/properties"/>
    <ds:schemaRef ds:uri="http://schemas.microsoft.com/office/infopath/2007/PartnerControls"/>
    <ds:schemaRef ds:uri="a488ff65-e233-46bc-a307-0f83f033d6da"/>
  </ds:schemaRefs>
</ds:datastoreItem>
</file>

<file path=customXml/itemProps3.xml><?xml version="1.0" encoding="utf-8"?>
<ds:datastoreItem xmlns:ds="http://schemas.openxmlformats.org/officeDocument/2006/customXml" ds:itemID="{FBFA570F-7D28-4138-99D9-E68F20A2AFD9}">
  <ds:schemaRefs>
    <ds:schemaRef ds:uri="http://schemas.microsoft.com/sharepoint/v3/contenttype/forms"/>
  </ds:schemaRefs>
</ds:datastoreItem>
</file>

<file path=customXml/itemProps4.xml><?xml version="1.0" encoding="utf-8"?>
<ds:datastoreItem xmlns:ds="http://schemas.openxmlformats.org/officeDocument/2006/customXml" ds:itemID="{2056C3D8-A785-4877-A107-619269A5FD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baf54a-306d-4bf7-800a-b5bc9d8abf1a"/>
    <ds:schemaRef ds:uri="a488ff65-e233-46bc-a307-0f83f033d6da"/>
    <ds:schemaRef ds:uri="4209eda8-f199-4e36-8127-9b5869e9c4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2946</TotalTime>
  <Words>883</Words>
  <Application>Microsoft Office PowerPoint</Application>
  <PresentationFormat>Widescreen</PresentationFormat>
  <Paragraphs>78</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Futura LT</vt:lpstr>
      <vt:lpstr>Futura Medium</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Gibson</dc:creator>
  <cp:lastModifiedBy>Vishal Patel</cp:lastModifiedBy>
  <cp:revision>220</cp:revision>
  <cp:lastPrinted>2020-05-19T15:20:19Z</cp:lastPrinted>
  <dcterms:created xsi:type="dcterms:W3CDTF">2020-04-13T16:23:48Z</dcterms:created>
  <dcterms:modified xsi:type="dcterms:W3CDTF">2023-06-08T18:17:31Z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0x0101004C01503E242B4242B818938EF38676E9</vt:lpwstr>
  </property>
  <property fmtid="{D5CDD505-2E9C-101B-9397-08002B2CF9AE}" pid="3" name="_dlc_DocIdItemGuid">
    <vt:lpwstr>11f6c620-6559-47c6-a59a-8c9ab4a2ee66</vt:lpwstr>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