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21"/>
  </p:notesMasterIdLst>
  <p:sldIdLst>
    <p:sldId id="718" r:id="rId6"/>
    <p:sldId id="719" r:id="rId7"/>
    <p:sldId id="725" r:id="rId8"/>
    <p:sldId id="722" r:id="rId9"/>
    <p:sldId id="730" r:id="rId10"/>
    <p:sldId id="733" r:id="rId11"/>
    <p:sldId id="731" r:id="rId12"/>
    <p:sldId id="732" r:id="rId13"/>
    <p:sldId id="734" r:id="rId14"/>
    <p:sldId id="735" r:id="rId15"/>
    <p:sldId id="726" r:id="rId16"/>
    <p:sldId id="728" r:id="rId17"/>
    <p:sldId id="736" r:id="rId18"/>
    <p:sldId id="737" r:id="rId19"/>
    <p:sldId id="738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+ Default Section" id="{7CCF00F4-95DC-4010-B12E-D57087A6094F}">
          <p14:sldIdLst>
            <p14:sldId id="718"/>
            <p14:sldId id="719"/>
            <p14:sldId id="725"/>
            <p14:sldId id="722"/>
            <p14:sldId id="730"/>
            <p14:sldId id="733"/>
            <p14:sldId id="731"/>
            <p14:sldId id="732"/>
            <p14:sldId id="734"/>
            <p14:sldId id="735"/>
            <p14:sldId id="726"/>
            <p14:sldId id="728"/>
            <p14:sldId id="736"/>
            <p14:sldId id="737"/>
            <p14:sldId id="7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pali Patel" initials="DP" lastIdx="5" clrIdx="0">
    <p:extLst>
      <p:ext uri="{19B8F6BF-5375-455C-9EA6-DF929625EA0E}">
        <p15:presenceInfo xmlns:p15="http://schemas.microsoft.com/office/powerpoint/2012/main" userId="Dipali Patel" providerId="None"/>
      </p:ext>
    </p:extLst>
  </p:cmAuthor>
  <p:cmAuthor id="2" name="Hari Nair" initials="HN" lastIdx="1" clrIdx="1">
    <p:extLst>
      <p:ext uri="{19B8F6BF-5375-455C-9EA6-DF929625EA0E}">
        <p15:presenceInfo xmlns:p15="http://schemas.microsoft.com/office/powerpoint/2012/main" userId="Hari Nair" providerId="None"/>
      </p:ext>
    </p:extLst>
  </p:cmAuthor>
  <p:cmAuthor id="3" name="Krishna" initials="K" lastIdx="17" clrIdx="2">
    <p:extLst>
      <p:ext uri="{19B8F6BF-5375-455C-9EA6-DF929625EA0E}">
        <p15:presenceInfo xmlns:p15="http://schemas.microsoft.com/office/powerpoint/2012/main" userId="Krishna" providerId="None"/>
      </p:ext>
    </p:extLst>
  </p:cmAuthor>
  <p:cmAuthor id="4" name="Rajdeep Mehta" initials="RM" lastIdx="13" clrIdx="3">
    <p:extLst>
      <p:ext uri="{19B8F6BF-5375-455C-9EA6-DF929625EA0E}">
        <p15:presenceInfo xmlns:p15="http://schemas.microsoft.com/office/powerpoint/2012/main" userId="S::rajdeep.mehta@1rivet.com::df05f4aa-199e-476e-8ec9-2d8195ff5049" providerId="AD"/>
      </p:ext>
    </p:extLst>
  </p:cmAuthor>
  <p:cmAuthor id="5" name="Dipali Patel" initials="DP [2]" lastIdx="6" clrIdx="4">
    <p:extLst>
      <p:ext uri="{19B8F6BF-5375-455C-9EA6-DF929625EA0E}">
        <p15:presenceInfo xmlns:p15="http://schemas.microsoft.com/office/powerpoint/2012/main" userId="S::dipali.patel@1rivet.com::75fba5ac-aa7c-4a9f-a672-4c8e547ca3f9" providerId="AD"/>
      </p:ext>
    </p:extLst>
  </p:cmAuthor>
  <p:cmAuthor id="6" name="Hari Nair" initials="HN [2]" lastIdx="9" clrIdx="5">
    <p:extLst>
      <p:ext uri="{19B8F6BF-5375-455C-9EA6-DF929625EA0E}">
        <p15:presenceInfo xmlns:p15="http://schemas.microsoft.com/office/powerpoint/2012/main" userId="S::hari.nair@1rivet.com::77cae03b-b41b-4c3f-afad-c96b112261c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3A5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83706-14BC-4DF3-BB9D-9B9E54DE3F6A}" v="34" dt="2023-05-23T15:40:04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9" Type="http://schemas.microsoft.com/office/2015/10/relationships/revisionInfo" Target="revisionInfo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ata Dalvi" userId="020de26b-c38d-43b8-ada0-ee1c8a83f3ac" providerId="ADAL" clId="{59D7BF71-52BE-4CCB-99A2-B6DE8F9C114B}"/>
    <pc:docChg chg="custSel addSld delSld modSld modSection">
      <pc:chgData name="Axata Dalvi" userId="020de26b-c38d-43b8-ada0-ee1c8a83f3ac" providerId="ADAL" clId="{59D7BF71-52BE-4CCB-99A2-B6DE8F9C114B}" dt="2021-09-27T10:41:57.821" v="91" actId="14100"/>
      <pc:docMkLst>
        <pc:docMk/>
      </pc:docMkLst>
      <pc:sldChg chg="modSp mod">
        <pc:chgData name="Axata Dalvi" userId="020de26b-c38d-43b8-ada0-ee1c8a83f3ac" providerId="ADAL" clId="{59D7BF71-52BE-4CCB-99A2-B6DE8F9C114B}" dt="2021-09-27T10:41:57.821" v="91" actId="14100"/>
        <pc:sldMkLst>
          <pc:docMk/>
          <pc:sldMk cId="4203553087" sldId="718"/>
        </pc:sldMkLst>
        <pc:spChg chg="mod">
          <ac:chgData name="Axata Dalvi" userId="020de26b-c38d-43b8-ada0-ee1c8a83f3ac" providerId="ADAL" clId="{59D7BF71-52BE-4CCB-99A2-B6DE8F9C114B}" dt="2021-09-27T10:41:57.821" v="91" actId="14100"/>
          <ac:spMkLst>
            <pc:docMk/>
            <pc:sldMk cId="4203553087" sldId="718"/>
            <ac:spMk id="3" creationId="{98AFB9E1-A94C-4750-B176-FC38F8828373}"/>
          </ac:spMkLst>
        </pc:spChg>
        <pc:spChg chg="mod">
          <ac:chgData name="Axata Dalvi" userId="020de26b-c38d-43b8-ada0-ee1c8a83f3ac" providerId="ADAL" clId="{59D7BF71-52BE-4CCB-99A2-B6DE8F9C114B}" dt="2021-09-27T09:36:49.753" v="4" actId="1076"/>
          <ac:spMkLst>
            <pc:docMk/>
            <pc:sldMk cId="4203553087" sldId="718"/>
            <ac:spMk id="6" creationId="{9A78BE87-69FF-44A3-82CD-2FAA13457F43}"/>
          </ac:spMkLst>
        </pc:spChg>
        <pc:graphicFrameChg chg="mod modGraphic">
          <ac:chgData name="Axata Dalvi" userId="020de26b-c38d-43b8-ada0-ee1c8a83f3ac" providerId="ADAL" clId="{59D7BF71-52BE-4CCB-99A2-B6DE8F9C114B}" dt="2021-09-27T10:40:50.744" v="82"/>
          <ac:graphicFrameMkLst>
            <pc:docMk/>
            <pc:sldMk cId="4203553087" sldId="718"/>
            <ac:graphicFrameMk id="2" creationId="{6BAB47AF-4D99-4926-8A2C-F07343678782}"/>
          </ac:graphicFrameMkLst>
        </pc:graphicFrameChg>
      </pc:sldChg>
      <pc:sldChg chg="addSp modSp mod">
        <pc:chgData name="Axata Dalvi" userId="020de26b-c38d-43b8-ada0-ee1c8a83f3ac" providerId="ADAL" clId="{59D7BF71-52BE-4CCB-99A2-B6DE8F9C114B}" dt="2021-09-27T09:39:05.508" v="32" actId="1076"/>
        <pc:sldMkLst>
          <pc:docMk/>
          <pc:sldMk cId="3844163676" sldId="719"/>
        </pc:sldMkLst>
        <pc:spChg chg="add mod">
          <ac:chgData name="Axata Dalvi" userId="020de26b-c38d-43b8-ada0-ee1c8a83f3ac" providerId="ADAL" clId="{59D7BF71-52BE-4CCB-99A2-B6DE8F9C114B}" dt="2021-09-27T09:39:05.508" v="32" actId="1076"/>
          <ac:spMkLst>
            <pc:docMk/>
            <pc:sldMk cId="3844163676" sldId="719"/>
            <ac:spMk id="3" creationId="{35802B1F-8C26-41D8-AB58-E298A5A7909D}"/>
          </ac:spMkLst>
        </pc:spChg>
      </pc:sldChg>
      <pc:sldChg chg="modSp del mod">
        <pc:chgData name="Axata Dalvi" userId="020de26b-c38d-43b8-ada0-ee1c8a83f3ac" providerId="ADAL" clId="{59D7BF71-52BE-4CCB-99A2-B6DE8F9C114B}" dt="2021-09-27T09:39:37.310" v="34" actId="47"/>
        <pc:sldMkLst>
          <pc:docMk/>
          <pc:sldMk cId="2661587966" sldId="721"/>
        </pc:sldMkLst>
        <pc:spChg chg="mod">
          <ac:chgData name="Axata Dalvi" userId="020de26b-c38d-43b8-ada0-ee1c8a83f3ac" providerId="ADAL" clId="{59D7BF71-52BE-4CCB-99A2-B6DE8F9C114B}" dt="2021-09-27T09:37:44.240" v="6" actId="20577"/>
          <ac:spMkLst>
            <pc:docMk/>
            <pc:sldMk cId="2661587966" sldId="721"/>
            <ac:spMk id="3" creationId="{F8243BDC-E628-4986-9347-20F9DDF5A0EB}"/>
          </ac:spMkLst>
        </pc:spChg>
        <pc:spChg chg="mod">
          <ac:chgData name="Axata Dalvi" userId="020de26b-c38d-43b8-ada0-ee1c8a83f3ac" providerId="ADAL" clId="{59D7BF71-52BE-4CCB-99A2-B6DE8F9C114B}" dt="2021-09-27T09:37:55.277" v="29" actId="20577"/>
          <ac:spMkLst>
            <pc:docMk/>
            <pc:sldMk cId="2661587966" sldId="721"/>
            <ac:spMk id="4" creationId="{CBA27408-E464-4D2D-9AB3-5FAC2A5B272A}"/>
          </ac:spMkLst>
        </pc:spChg>
      </pc:sldChg>
      <pc:sldChg chg="new del">
        <pc:chgData name="Axata Dalvi" userId="020de26b-c38d-43b8-ada0-ee1c8a83f3ac" providerId="ADAL" clId="{59D7BF71-52BE-4CCB-99A2-B6DE8F9C114B}" dt="2021-09-27T09:39:39.934" v="35" actId="47"/>
        <pc:sldMkLst>
          <pc:docMk/>
          <pc:sldMk cId="1016976712" sldId="724"/>
        </pc:sldMkLst>
      </pc:sldChg>
      <pc:sldChg chg="new">
        <pc:chgData name="Axata Dalvi" userId="020de26b-c38d-43b8-ada0-ee1c8a83f3ac" providerId="ADAL" clId="{59D7BF71-52BE-4CCB-99A2-B6DE8F9C114B}" dt="2021-09-27T09:39:35.203" v="33" actId="680"/>
        <pc:sldMkLst>
          <pc:docMk/>
          <pc:sldMk cId="4274754911" sldId="725"/>
        </pc:sldMkLst>
      </pc:sldChg>
    </pc:docChg>
  </pc:docChgLst>
  <pc:docChgLst>
    <pc:chgData name="Ritesh Patil" userId="2d999d02-993d-45fd-811d-37e6af85f756" providerId="ADAL" clId="{E78AACCF-0300-4363-B262-CFC351FC7643}"/>
    <pc:docChg chg="undo redo custSel addSld delSld modSld modSection">
      <pc:chgData name="Ritesh Patil" userId="2d999d02-993d-45fd-811d-37e6af85f756" providerId="ADAL" clId="{E78AACCF-0300-4363-B262-CFC351FC7643}" dt="2020-10-28T16:32:58.808" v="4131" actId="20577"/>
      <pc:docMkLst>
        <pc:docMk/>
      </pc:docMkLst>
      <pc:sldChg chg="addSp delSp modSp mod">
        <pc:chgData name="Ritesh Patil" userId="2d999d02-993d-45fd-811d-37e6af85f756" providerId="ADAL" clId="{E78AACCF-0300-4363-B262-CFC351FC7643}" dt="2020-10-28T16:31:14.410" v="4125" actId="20577"/>
        <pc:sldMkLst>
          <pc:docMk/>
          <pc:sldMk cId="992888993" sldId="599"/>
        </pc:sldMkLst>
        <pc:spChg chg="mod">
          <ac:chgData name="Ritesh Patil" userId="2d999d02-993d-45fd-811d-37e6af85f756" providerId="ADAL" clId="{E78AACCF-0300-4363-B262-CFC351FC7643}" dt="2020-10-28T12:21:20.160" v="1713" actId="207"/>
          <ac:spMkLst>
            <pc:docMk/>
            <pc:sldMk cId="992888993" sldId="599"/>
            <ac:spMk id="10" creationId="{EB64263D-6D6A-4B71-9604-1E96A91D1F6C}"/>
          </ac:spMkLst>
        </pc:spChg>
        <pc:spChg chg="del mod">
          <ac:chgData name="Ritesh Patil" userId="2d999d02-993d-45fd-811d-37e6af85f756" providerId="ADAL" clId="{E78AACCF-0300-4363-B262-CFC351FC7643}" dt="2020-10-28T10:39:10.346" v="485" actId="478"/>
          <ac:spMkLst>
            <pc:docMk/>
            <pc:sldMk cId="992888993" sldId="599"/>
            <ac:spMk id="25" creationId="{04F4B3E0-B670-49A7-8FA3-74F760045271}"/>
          </ac:spMkLst>
        </pc:spChg>
        <pc:spChg chg="add del mod">
          <ac:chgData name="Ritesh Patil" userId="2d999d02-993d-45fd-811d-37e6af85f756" providerId="ADAL" clId="{E78AACCF-0300-4363-B262-CFC351FC7643}" dt="2020-10-28T16:31:14.410" v="4125" actId="20577"/>
          <ac:spMkLst>
            <pc:docMk/>
            <pc:sldMk cId="992888993" sldId="599"/>
            <ac:spMk id="26" creationId="{67DC5608-6129-4431-A6C2-7B1C9ACE1E8B}"/>
          </ac:spMkLst>
        </pc:spChg>
        <pc:graphicFrameChg chg="mod modGraphic">
          <ac:chgData name="Ritesh Patil" userId="2d999d02-993d-45fd-811d-37e6af85f756" providerId="ADAL" clId="{E78AACCF-0300-4363-B262-CFC351FC7643}" dt="2020-10-28T16:30:09.575" v="4055" actId="20577"/>
          <ac:graphicFrameMkLst>
            <pc:docMk/>
            <pc:sldMk cId="992888993" sldId="599"/>
            <ac:graphicFrameMk id="4" creationId="{F097333C-0D2E-406E-8933-FEA5DFE25BC6}"/>
          </ac:graphicFrameMkLst>
        </pc:graphicFrameChg>
      </pc:sldChg>
      <pc:sldChg chg="modSp mod">
        <pc:chgData name="Ritesh Patil" userId="2d999d02-993d-45fd-811d-37e6af85f756" providerId="ADAL" clId="{E78AACCF-0300-4363-B262-CFC351FC7643}" dt="2020-10-28T16:13:50.649" v="3511" actId="207"/>
        <pc:sldMkLst>
          <pc:docMk/>
          <pc:sldMk cId="194519236" sldId="689"/>
        </pc:sldMkLst>
        <pc:graphicFrameChg chg="mod modGraphic">
          <ac:chgData name="Ritesh Patil" userId="2d999d02-993d-45fd-811d-37e6af85f756" providerId="ADAL" clId="{E78AACCF-0300-4363-B262-CFC351FC7643}" dt="2020-10-28T16:13:50.649" v="3511" actId="207"/>
          <ac:graphicFrameMkLst>
            <pc:docMk/>
            <pc:sldMk cId="194519236" sldId="689"/>
            <ac:graphicFrameMk id="3" creationId="{902E70B4-30E8-4713-88D0-AA8DDC640A16}"/>
          </ac:graphicFrameMkLst>
        </pc:graphicFrameChg>
      </pc:sldChg>
      <pc:sldChg chg="modSp mod">
        <pc:chgData name="Ritesh Patil" userId="2d999d02-993d-45fd-811d-37e6af85f756" providerId="ADAL" clId="{E78AACCF-0300-4363-B262-CFC351FC7643}" dt="2020-10-28T13:24:45.438" v="2564" actId="20577"/>
        <pc:sldMkLst>
          <pc:docMk/>
          <pc:sldMk cId="4203553087" sldId="718"/>
        </pc:sldMkLst>
        <pc:spChg chg="mod">
          <ac:chgData name="Ritesh Patil" userId="2d999d02-993d-45fd-811d-37e6af85f756" providerId="ADAL" clId="{E78AACCF-0300-4363-B262-CFC351FC7643}" dt="2020-10-28T13:24:45.438" v="2564" actId="20577"/>
          <ac:spMkLst>
            <pc:docMk/>
            <pc:sldMk cId="4203553087" sldId="718"/>
            <ac:spMk id="4" creationId="{1BD43F09-785F-45D0-8FFD-00D7C6797479}"/>
          </ac:spMkLst>
        </pc:spChg>
      </pc:sldChg>
      <pc:sldChg chg="modSp mod">
        <pc:chgData name="Ritesh Patil" userId="2d999d02-993d-45fd-811d-37e6af85f756" providerId="ADAL" clId="{E78AACCF-0300-4363-B262-CFC351FC7643}" dt="2020-10-28T16:32:58.808" v="4131" actId="20577"/>
        <pc:sldMkLst>
          <pc:docMk/>
          <pc:sldMk cId="3769822916" sldId="724"/>
        </pc:sldMkLst>
        <pc:spChg chg="mod">
          <ac:chgData name="Ritesh Patil" userId="2d999d02-993d-45fd-811d-37e6af85f756" providerId="ADAL" clId="{E78AACCF-0300-4363-B262-CFC351FC7643}" dt="2020-10-28T16:32:58.808" v="4131" actId="20577"/>
          <ac:spMkLst>
            <pc:docMk/>
            <pc:sldMk cId="3769822916" sldId="724"/>
            <ac:spMk id="7" creationId="{246722D8-CB93-49E0-A1F5-058F01810C93}"/>
          </ac:spMkLst>
        </pc:spChg>
      </pc:sldChg>
      <pc:sldChg chg="modSp mod">
        <pc:chgData name="Ritesh Patil" userId="2d999d02-993d-45fd-811d-37e6af85f756" providerId="ADAL" clId="{E78AACCF-0300-4363-B262-CFC351FC7643}" dt="2020-10-28T15:48:35.600" v="3396" actId="207"/>
        <pc:sldMkLst>
          <pc:docMk/>
          <pc:sldMk cId="2561160881" sldId="732"/>
        </pc:sldMkLst>
        <pc:spChg chg="mod">
          <ac:chgData name="Ritesh Patil" userId="2d999d02-993d-45fd-811d-37e6af85f756" providerId="ADAL" clId="{E78AACCF-0300-4363-B262-CFC351FC7643}" dt="2020-10-28T15:48:35.600" v="3396" actId="207"/>
          <ac:spMkLst>
            <pc:docMk/>
            <pc:sldMk cId="2561160881" sldId="732"/>
            <ac:spMk id="5" creationId="{3BEEDEC3-2F3A-4E18-BF67-D4FE4905CC84}"/>
          </ac:spMkLst>
        </pc:spChg>
      </pc:sldChg>
      <pc:sldChg chg="modSp mod">
        <pc:chgData name="Ritesh Patil" userId="2d999d02-993d-45fd-811d-37e6af85f756" providerId="ADAL" clId="{E78AACCF-0300-4363-B262-CFC351FC7643}" dt="2020-10-28T16:15:28.545" v="3546" actId="20577"/>
        <pc:sldMkLst>
          <pc:docMk/>
          <pc:sldMk cId="1280645609" sldId="740"/>
        </pc:sldMkLst>
        <pc:graphicFrameChg chg="modGraphic">
          <ac:chgData name="Ritesh Patil" userId="2d999d02-993d-45fd-811d-37e6af85f756" providerId="ADAL" clId="{E78AACCF-0300-4363-B262-CFC351FC7643}" dt="2020-10-28T16:15:28.545" v="3546" actId="20577"/>
          <ac:graphicFrameMkLst>
            <pc:docMk/>
            <pc:sldMk cId="1280645609" sldId="740"/>
            <ac:graphicFrameMk id="3" creationId="{902E70B4-30E8-4713-88D0-AA8DDC640A16}"/>
          </ac:graphicFrameMkLst>
        </pc:graphicFrameChg>
      </pc:sldChg>
      <pc:sldChg chg="addSp modSp del mod">
        <pc:chgData name="Ritesh Patil" userId="2d999d02-993d-45fd-811d-37e6af85f756" providerId="ADAL" clId="{E78AACCF-0300-4363-B262-CFC351FC7643}" dt="2020-10-28T11:27:47.084" v="1212" actId="47"/>
        <pc:sldMkLst>
          <pc:docMk/>
          <pc:sldMk cId="1436472564" sldId="743"/>
        </pc:sldMkLst>
        <pc:spChg chg="mod">
          <ac:chgData name="Ritesh Patil" userId="2d999d02-993d-45fd-811d-37e6af85f756" providerId="ADAL" clId="{E78AACCF-0300-4363-B262-CFC351FC7643}" dt="2020-10-28T08:34:02.617" v="271" actId="13926"/>
          <ac:spMkLst>
            <pc:docMk/>
            <pc:sldMk cId="1436472564" sldId="743"/>
            <ac:spMk id="3" creationId="{BC0B7DEE-2DB1-467E-9E73-B05711A4EE1D}"/>
          </ac:spMkLst>
        </pc:spChg>
        <pc:spChg chg="add mod">
          <ac:chgData name="Ritesh Patil" userId="2d999d02-993d-45fd-811d-37e6af85f756" providerId="ADAL" clId="{E78AACCF-0300-4363-B262-CFC351FC7643}" dt="2020-10-28T08:34:25.248" v="273" actId="207"/>
          <ac:spMkLst>
            <pc:docMk/>
            <pc:sldMk cId="1436472564" sldId="743"/>
            <ac:spMk id="4" creationId="{2DC4435D-E8DB-4F23-9405-60D4769E0D80}"/>
          </ac:spMkLst>
        </pc:spChg>
        <pc:spChg chg="add">
          <ac:chgData name="Ritesh Patil" userId="2d999d02-993d-45fd-811d-37e6af85f756" providerId="ADAL" clId="{E78AACCF-0300-4363-B262-CFC351FC7643}" dt="2020-10-28T07:53:47.501" v="269" actId="22"/>
          <ac:spMkLst>
            <pc:docMk/>
            <pc:sldMk cId="1436472564" sldId="743"/>
            <ac:spMk id="7" creationId="{1B56D733-4087-49FF-A67D-61301029C6A4}"/>
          </ac:spMkLst>
        </pc:spChg>
        <pc:spChg chg="mod">
          <ac:chgData name="Ritesh Patil" userId="2d999d02-993d-45fd-811d-37e6af85f756" providerId="ADAL" clId="{E78AACCF-0300-4363-B262-CFC351FC7643}" dt="2020-10-28T11:11:34.829" v="803" actId="21"/>
          <ac:spMkLst>
            <pc:docMk/>
            <pc:sldMk cId="1436472564" sldId="743"/>
            <ac:spMk id="11" creationId="{5FC4377A-367C-426D-A594-FC4FD03C50A3}"/>
          </ac:spMkLst>
        </pc:spChg>
        <pc:spChg chg="add">
          <ac:chgData name="Ritesh Patil" userId="2d999d02-993d-45fd-811d-37e6af85f756" providerId="ADAL" clId="{E78AACCF-0300-4363-B262-CFC351FC7643}" dt="2020-10-28T07:54:07.997" v="270" actId="22"/>
          <ac:spMkLst>
            <pc:docMk/>
            <pc:sldMk cId="1436472564" sldId="743"/>
            <ac:spMk id="13" creationId="{CE1217A4-7ACF-4D4F-8ECB-03394FF112E7}"/>
          </ac:spMkLst>
        </pc:spChg>
        <pc:spChg chg="mod">
          <ac:chgData name="Ritesh Patil" userId="2d999d02-993d-45fd-811d-37e6af85f756" providerId="ADAL" clId="{E78AACCF-0300-4363-B262-CFC351FC7643}" dt="2020-10-28T07:23:08.659" v="37" actId="1076"/>
          <ac:spMkLst>
            <pc:docMk/>
            <pc:sldMk cId="1436472564" sldId="743"/>
            <ac:spMk id="90" creationId="{7B9E2746-9BC1-48D3-9762-080629559393}"/>
          </ac:spMkLst>
        </pc:spChg>
        <pc:cxnChg chg="add mod">
          <ac:chgData name="Ritesh Patil" userId="2d999d02-993d-45fd-811d-37e6af85f756" providerId="ADAL" clId="{E78AACCF-0300-4363-B262-CFC351FC7643}" dt="2020-10-28T07:49:09.804" v="156" actId="1036"/>
          <ac:cxnSpMkLst>
            <pc:docMk/>
            <pc:sldMk cId="1436472564" sldId="743"/>
            <ac:cxnSpMk id="45" creationId="{F4ADD6B2-B160-4216-9FCB-57C85632A1C2}"/>
          </ac:cxnSpMkLst>
        </pc:cxnChg>
        <pc:cxnChg chg="mod">
          <ac:chgData name="Ritesh Patil" userId="2d999d02-993d-45fd-811d-37e6af85f756" providerId="ADAL" clId="{E78AACCF-0300-4363-B262-CFC351FC7643}" dt="2020-10-28T07:23:08.659" v="37" actId="1076"/>
          <ac:cxnSpMkLst>
            <pc:docMk/>
            <pc:sldMk cId="1436472564" sldId="743"/>
            <ac:cxnSpMk id="98" creationId="{5ED6B869-65F5-46F9-A73C-A496960E0E26}"/>
          </ac:cxnSpMkLst>
        </pc:cxnChg>
      </pc:sldChg>
      <pc:sldChg chg="addSp delSp modSp mod">
        <pc:chgData name="Ritesh Patil" userId="2d999d02-993d-45fd-811d-37e6af85f756" providerId="ADAL" clId="{E78AACCF-0300-4363-B262-CFC351FC7643}" dt="2020-10-28T16:10:06.588" v="3503" actId="207"/>
        <pc:sldMkLst>
          <pc:docMk/>
          <pc:sldMk cId="164569202" sldId="744"/>
        </pc:sldMkLst>
        <pc:spChg chg="mod">
          <ac:chgData name="Ritesh Patil" userId="2d999d02-993d-45fd-811d-37e6af85f756" providerId="ADAL" clId="{E78AACCF-0300-4363-B262-CFC351FC7643}" dt="2020-10-28T12:56:24.378" v="2383" actId="6549"/>
          <ac:spMkLst>
            <pc:docMk/>
            <pc:sldMk cId="164569202" sldId="744"/>
            <ac:spMk id="3" creationId="{BC0B7DEE-2DB1-467E-9E73-B05711A4EE1D}"/>
          </ac:spMkLst>
        </pc:spChg>
        <pc:spChg chg="add del mod">
          <ac:chgData name="Ritesh Patil" userId="2d999d02-993d-45fd-811d-37e6af85f756" providerId="ADAL" clId="{E78AACCF-0300-4363-B262-CFC351FC7643}" dt="2020-10-28T11:21:30.792" v="1015" actId="478"/>
          <ac:spMkLst>
            <pc:docMk/>
            <pc:sldMk cId="164569202" sldId="744"/>
            <ac:spMk id="4" creationId="{FA2A81C9-FD50-4A42-87AD-A97F3719322A}"/>
          </ac:spMkLst>
        </pc:spChg>
        <pc:spChg chg="del mod">
          <ac:chgData name="Ritesh Patil" userId="2d999d02-993d-45fd-811d-37e6af85f756" providerId="ADAL" clId="{E78AACCF-0300-4363-B262-CFC351FC7643}" dt="2020-10-28T11:27:35.699" v="1210" actId="478"/>
          <ac:spMkLst>
            <pc:docMk/>
            <pc:sldMk cId="164569202" sldId="744"/>
            <ac:spMk id="6" creationId="{8C0B9C02-F3D1-42C8-A9C0-1DDC308A9B1F}"/>
          </ac:spMkLst>
        </pc:spChg>
        <pc:spChg chg="add del mod">
          <ac:chgData name="Ritesh Patil" userId="2d999d02-993d-45fd-811d-37e6af85f756" providerId="ADAL" clId="{E78AACCF-0300-4363-B262-CFC351FC7643}" dt="2020-10-28T11:21:29.739" v="1014" actId="478"/>
          <ac:spMkLst>
            <pc:docMk/>
            <pc:sldMk cId="164569202" sldId="744"/>
            <ac:spMk id="7" creationId="{F5BF33FB-3C0F-49E8-84E0-AC08D6DD92CE}"/>
          </ac:spMkLst>
        </pc:spChg>
        <pc:spChg chg="mod">
          <ac:chgData name="Ritesh Patil" userId="2d999d02-993d-45fd-811d-37e6af85f756" providerId="ADAL" clId="{E78AACCF-0300-4363-B262-CFC351FC7643}" dt="2020-10-28T12:46:40.856" v="2179" actId="14100"/>
          <ac:spMkLst>
            <pc:docMk/>
            <pc:sldMk cId="164569202" sldId="744"/>
            <ac:spMk id="9" creationId="{10415FDC-20D3-470E-8BBF-28E62A27C510}"/>
          </ac:spMkLst>
        </pc:spChg>
        <pc:spChg chg="mod">
          <ac:chgData name="Ritesh Patil" userId="2d999d02-993d-45fd-811d-37e6af85f756" providerId="ADAL" clId="{E78AACCF-0300-4363-B262-CFC351FC7643}" dt="2020-10-28T12:29:13.595" v="1807" actId="1076"/>
          <ac:spMkLst>
            <pc:docMk/>
            <pc:sldMk cId="164569202" sldId="744"/>
            <ac:spMk id="12" creationId="{B46CE708-A22E-4FD3-8ECA-A373120BF563}"/>
          </ac:spMkLst>
        </pc:spChg>
        <pc:spChg chg="mod">
          <ac:chgData name="Ritesh Patil" userId="2d999d02-993d-45fd-811d-37e6af85f756" providerId="ADAL" clId="{E78AACCF-0300-4363-B262-CFC351FC7643}" dt="2020-10-28T15:08:39.027" v="3284" actId="6549"/>
          <ac:spMkLst>
            <pc:docMk/>
            <pc:sldMk cId="164569202" sldId="744"/>
            <ac:spMk id="15" creationId="{5CCA1334-12C9-4F9C-9CD9-7D6EAD5D6711}"/>
          </ac:spMkLst>
        </pc:spChg>
        <pc:spChg chg="mod">
          <ac:chgData name="Ritesh Patil" userId="2d999d02-993d-45fd-811d-37e6af85f756" providerId="ADAL" clId="{E78AACCF-0300-4363-B262-CFC351FC7643}" dt="2020-10-28T12:52:48.524" v="2339" actId="1076"/>
          <ac:spMkLst>
            <pc:docMk/>
            <pc:sldMk cId="164569202" sldId="744"/>
            <ac:spMk id="16" creationId="{6FC4F019-0BE0-4BA7-BE0C-42BE5D8D04B7}"/>
          </ac:spMkLst>
        </pc:spChg>
        <pc:spChg chg="mod">
          <ac:chgData name="Ritesh Patil" userId="2d999d02-993d-45fd-811d-37e6af85f756" providerId="ADAL" clId="{E78AACCF-0300-4363-B262-CFC351FC7643}" dt="2020-10-28T12:46:40.856" v="2179" actId="14100"/>
          <ac:spMkLst>
            <pc:docMk/>
            <pc:sldMk cId="164569202" sldId="744"/>
            <ac:spMk id="18" creationId="{3A7DEA24-0583-45F4-9333-46F1993E203B}"/>
          </ac:spMkLst>
        </pc:spChg>
        <pc:spChg chg="mod">
          <ac:chgData name="Ritesh Patil" userId="2d999d02-993d-45fd-811d-37e6af85f756" providerId="ADAL" clId="{E78AACCF-0300-4363-B262-CFC351FC7643}" dt="2020-10-28T15:07:15.918" v="3262" actId="1076"/>
          <ac:spMkLst>
            <pc:docMk/>
            <pc:sldMk cId="164569202" sldId="744"/>
            <ac:spMk id="19" creationId="{3F5174F6-BACA-4BD3-B5F3-6CAD780C93EB}"/>
          </ac:spMkLst>
        </pc:spChg>
        <pc:spChg chg="mod">
          <ac:chgData name="Ritesh Patil" userId="2d999d02-993d-45fd-811d-37e6af85f756" providerId="ADAL" clId="{E78AACCF-0300-4363-B262-CFC351FC7643}" dt="2020-10-28T15:07:15.918" v="3262" actId="1076"/>
          <ac:spMkLst>
            <pc:docMk/>
            <pc:sldMk cId="164569202" sldId="744"/>
            <ac:spMk id="20" creationId="{D2A1364C-F30D-4FB9-8F0B-EB75A4CBB8F5}"/>
          </ac:spMkLst>
        </pc:spChg>
        <pc:spChg chg="add mod">
          <ac:chgData name="Ritesh Patil" userId="2d999d02-993d-45fd-811d-37e6af85f756" providerId="ADAL" clId="{E78AACCF-0300-4363-B262-CFC351FC7643}" dt="2020-10-28T16:10:06.588" v="3503" actId="207"/>
          <ac:spMkLst>
            <pc:docMk/>
            <pc:sldMk cId="164569202" sldId="744"/>
            <ac:spMk id="30" creationId="{31916801-5AD6-4FA2-84C8-A343C4388FF5}"/>
          </ac:spMkLst>
        </pc:spChg>
        <pc:spChg chg="add del mod">
          <ac:chgData name="Ritesh Patil" userId="2d999d02-993d-45fd-811d-37e6af85f756" providerId="ADAL" clId="{E78AACCF-0300-4363-B262-CFC351FC7643}" dt="2020-10-28T12:32:15.837" v="1872" actId="22"/>
          <ac:spMkLst>
            <pc:docMk/>
            <pc:sldMk cId="164569202" sldId="744"/>
            <ac:spMk id="35" creationId="{FBABF30C-F5CB-4848-827F-528BB246A7C7}"/>
          </ac:spMkLst>
        </pc:spChg>
        <pc:spChg chg="add del mod">
          <ac:chgData name="Ritesh Patil" userId="2d999d02-993d-45fd-811d-37e6af85f756" providerId="ADAL" clId="{E78AACCF-0300-4363-B262-CFC351FC7643}" dt="2020-10-28T12:32:15.837" v="1872" actId="22"/>
          <ac:spMkLst>
            <pc:docMk/>
            <pc:sldMk cId="164569202" sldId="744"/>
            <ac:spMk id="36" creationId="{FE02754E-F7CB-4E55-9248-7E488272BC79}"/>
          </ac:spMkLst>
        </pc:spChg>
        <pc:spChg chg="add del mod">
          <ac:chgData name="Ritesh Patil" userId="2d999d02-993d-45fd-811d-37e6af85f756" providerId="ADAL" clId="{E78AACCF-0300-4363-B262-CFC351FC7643}" dt="2020-10-28T15:06:11.930" v="3257" actId="478"/>
          <ac:spMkLst>
            <pc:docMk/>
            <pc:sldMk cId="164569202" sldId="744"/>
            <ac:spMk id="37" creationId="{218489B0-5521-4839-8EAF-91C6411CEB54}"/>
          </ac:spMkLst>
        </pc:spChg>
        <pc:spChg chg="add mod">
          <ac:chgData name="Ritesh Patil" userId="2d999d02-993d-45fd-811d-37e6af85f756" providerId="ADAL" clId="{E78AACCF-0300-4363-B262-CFC351FC7643}" dt="2020-10-28T15:08:51.368" v="3286" actId="20577"/>
          <ac:spMkLst>
            <pc:docMk/>
            <pc:sldMk cId="164569202" sldId="744"/>
            <ac:spMk id="38" creationId="{3E88132D-ED72-42D4-A429-F63980ECDEA7}"/>
          </ac:spMkLst>
        </pc:spChg>
        <pc:spChg chg="add del mod">
          <ac:chgData name="Ritesh Patil" userId="2d999d02-993d-45fd-811d-37e6af85f756" providerId="ADAL" clId="{E78AACCF-0300-4363-B262-CFC351FC7643}" dt="2020-10-28T11:21:27.842" v="1013" actId="478"/>
          <ac:spMkLst>
            <pc:docMk/>
            <pc:sldMk cId="164569202" sldId="744"/>
            <ac:spMk id="42" creationId="{E712303E-176A-4A5E-9336-627A4D4E6F9F}"/>
          </ac:spMkLst>
        </pc:spChg>
        <pc:spChg chg="add mod">
          <ac:chgData name="Ritesh Patil" userId="2d999d02-993d-45fd-811d-37e6af85f756" providerId="ADAL" clId="{E78AACCF-0300-4363-B262-CFC351FC7643}" dt="2020-10-28T12:56:52.841" v="2397" actId="6549"/>
          <ac:spMkLst>
            <pc:docMk/>
            <pc:sldMk cId="164569202" sldId="744"/>
            <ac:spMk id="47" creationId="{9E4126AC-3E56-4D36-BC7A-F3E3EB81B54D}"/>
          </ac:spMkLst>
        </pc:spChg>
        <pc:spChg chg="add mod ord">
          <ac:chgData name="Ritesh Patil" userId="2d999d02-993d-45fd-811d-37e6af85f756" providerId="ADAL" clId="{E78AACCF-0300-4363-B262-CFC351FC7643}" dt="2020-10-28T15:08:12.916" v="3272" actId="21"/>
          <ac:spMkLst>
            <pc:docMk/>
            <pc:sldMk cId="164569202" sldId="744"/>
            <ac:spMk id="66" creationId="{91C599D7-340E-4D36-A7A0-706BFCAB78E6}"/>
          </ac:spMkLst>
        </pc:spChg>
        <pc:spChg chg="add del mod">
          <ac:chgData name="Ritesh Patil" userId="2d999d02-993d-45fd-811d-37e6af85f756" providerId="ADAL" clId="{E78AACCF-0300-4363-B262-CFC351FC7643}" dt="2020-10-28T15:06:09.874" v="3256" actId="478"/>
          <ac:spMkLst>
            <pc:docMk/>
            <pc:sldMk cId="164569202" sldId="744"/>
            <ac:spMk id="73" creationId="{466F735C-6AC3-4110-9932-75A40A9AD689}"/>
          </ac:spMkLst>
        </pc:spChg>
        <pc:spChg chg="add del mod">
          <ac:chgData name="Ritesh Patil" userId="2d999d02-993d-45fd-811d-37e6af85f756" providerId="ADAL" clId="{E78AACCF-0300-4363-B262-CFC351FC7643}" dt="2020-10-28T12:51:31.452" v="2308" actId="478"/>
          <ac:spMkLst>
            <pc:docMk/>
            <pc:sldMk cId="164569202" sldId="744"/>
            <ac:spMk id="78" creationId="{3319E33C-0FB2-4712-B858-94B5BAC47741}"/>
          </ac:spMkLst>
        </pc:spChg>
        <pc:spChg chg="mod">
          <ac:chgData name="Ritesh Patil" userId="2d999d02-993d-45fd-811d-37e6af85f756" providerId="ADAL" clId="{E78AACCF-0300-4363-B262-CFC351FC7643}" dt="2020-10-28T15:08:15.180" v="3273"/>
          <ac:spMkLst>
            <pc:docMk/>
            <pc:sldMk cId="164569202" sldId="744"/>
            <ac:spMk id="86" creationId="{455E5123-32AF-494B-830D-8859E58E9201}"/>
          </ac:spMkLst>
        </pc:spChg>
        <pc:spChg chg="mod">
          <ac:chgData name="Ritesh Patil" userId="2d999d02-993d-45fd-811d-37e6af85f756" providerId="ADAL" clId="{E78AACCF-0300-4363-B262-CFC351FC7643}" dt="2020-10-28T12:46:40.856" v="2179" actId="14100"/>
          <ac:spMkLst>
            <pc:docMk/>
            <pc:sldMk cId="164569202" sldId="744"/>
            <ac:spMk id="88" creationId="{137A4AB8-B76A-4B5A-879B-D5A9BED86A01}"/>
          </ac:spMkLst>
        </pc:spChg>
        <pc:spChg chg="mod">
          <ac:chgData name="Ritesh Patil" userId="2d999d02-993d-45fd-811d-37e6af85f756" providerId="ADAL" clId="{E78AACCF-0300-4363-B262-CFC351FC7643}" dt="2020-10-28T12:56:31.780" v="2394" actId="20577"/>
          <ac:spMkLst>
            <pc:docMk/>
            <pc:sldMk cId="164569202" sldId="744"/>
            <ac:spMk id="90" creationId="{7B9E2746-9BC1-48D3-9762-080629559393}"/>
          </ac:spMkLst>
        </pc:spChg>
        <pc:spChg chg="mod">
          <ac:chgData name="Ritesh Patil" userId="2d999d02-993d-45fd-811d-37e6af85f756" providerId="ADAL" clId="{E78AACCF-0300-4363-B262-CFC351FC7643}" dt="2020-10-28T13:46:21.231" v="2568" actId="14100"/>
          <ac:spMkLst>
            <pc:docMk/>
            <pc:sldMk cId="164569202" sldId="744"/>
            <ac:spMk id="91" creationId="{9FC86693-3ECC-4C9D-9D06-1692B5E5A3E3}"/>
          </ac:spMkLst>
        </pc:spChg>
        <pc:spChg chg="add">
          <ac:chgData name="Ritesh Patil" userId="2d999d02-993d-45fd-811d-37e6af85f756" providerId="ADAL" clId="{E78AACCF-0300-4363-B262-CFC351FC7643}" dt="2020-10-28T12:58:43.374" v="2408" actId="22"/>
          <ac:spMkLst>
            <pc:docMk/>
            <pc:sldMk cId="164569202" sldId="744"/>
            <ac:spMk id="125" creationId="{4B504861-A323-4A28-8DE0-4D10CF8A5937}"/>
          </ac:spMkLst>
        </pc:spChg>
        <pc:spChg chg="add del">
          <ac:chgData name="Ritesh Patil" userId="2d999d02-993d-45fd-811d-37e6af85f756" providerId="ADAL" clId="{E78AACCF-0300-4363-B262-CFC351FC7643}" dt="2020-10-28T15:06:09.874" v="3256" actId="478"/>
          <ac:spMkLst>
            <pc:docMk/>
            <pc:sldMk cId="164569202" sldId="744"/>
            <ac:spMk id="127" creationId="{BF278901-5924-4A77-8F0C-FC81B805F717}"/>
          </ac:spMkLst>
        </pc:spChg>
        <pc:spChg chg="add mod">
          <ac:chgData name="Ritesh Patil" userId="2d999d02-993d-45fd-811d-37e6af85f756" providerId="ADAL" clId="{E78AACCF-0300-4363-B262-CFC351FC7643}" dt="2020-10-28T15:08:48.387" v="3285" actId="1076"/>
          <ac:spMkLst>
            <pc:docMk/>
            <pc:sldMk cId="164569202" sldId="744"/>
            <ac:spMk id="129" creationId="{1E9A9764-A7FF-4BD0-851C-D39959270CDE}"/>
          </ac:spMkLst>
        </pc:spChg>
        <pc:spChg chg="add">
          <ac:chgData name="Ritesh Patil" userId="2d999d02-993d-45fd-811d-37e6af85f756" providerId="ADAL" clId="{E78AACCF-0300-4363-B262-CFC351FC7643}" dt="2020-10-28T13:07:39.883" v="2501" actId="22"/>
          <ac:spMkLst>
            <pc:docMk/>
            <pc:sldMk cId="164569202" sldId="744"/>
            <ac:spMk id="131" creationId="{A9595A17-ABC5-4B99-93DF-E47F5BFF54D1}"/>
          </ac:spMkLst>
        </pc:spChg>
        <pc:picChg chg="add">
          <ac:chgData name="Ritesh Patil" userId="2d999d02-993d-45fd-811d-37e6af85f756" providerId="ADAL" clId="{E78AACCF-0300-4363-B262-CFC351FC7643}" dt="2020-10-28T11:23:56.914" v="1077" actId="22"/>
          <ac:picMkLst>
            <pc:docMk/>
            <pc:sldMk cId="164569202" sldId="744"/>
            <ac:picMk id="17" creationId="{47AB8D11-17C5-40C1-A97E-D99455ED052A}"/>
          </ac:picMkLst>
        </pc:picChg>
        <pc:picChg chg="add mod">
          <ac:chgData name="Ritesh Patil" userId="2d999d02-993d-45fd-811d-37e6af85f756" providerId="ADAL" clId="{E78AACCF-0300-4363-B262-CFC351FC7643}" dt="2020-10-28T11:24:42.446" v="1086" actId="1076"/>
          <ac:picMkLst>
            <pc:docMk/>
            <pc:sldMk cId="164569202" sldId="744"/>
            <ac:picMk id="22" creationId="{D8218E71-5F4D-45FC-A9FD-5EB5EA6CCA51}"/>
          </ac:picMkLst>
        </pc:picChg>
        <pc:picChg chg="add mod">
          <ac:chgData name="Ritesh Patil" userId="2d999d02-993d-45fd-811d-37e6af85f756" providerId="ADAL" clId="{E78AACCF-0300-4363-B262-CFC351FC7643}" dt="2020-10-28T15:07:46.774" v="3267" actId="1076"/>
          <ac:picMkLst>
            <pc:docMk/>
            <pc:sldMk cId="164569202" sldId="744"/>
            <ac:picMk id="23" creationId="{E4A3F424-7016-4B38-AD99-31E6A2DF7417}"/>
          </ac:picMkLst>
        </pc:picChg>
        <pc:picChg chg="add del mod">
          <ac:chgData name="Ritesh Patil" userId="2d999d02-993d-45fd-811d-37e6af85f756" providerId="ADAL" clId="{E78AACCF-0300-4363-B262-CFC351FC7643}" dt="2020-10-28T15:06:24.408" v="3259" actId="478"/>
          <ac:picMkLst>
            <pc:docMk/>
            <pc:sldMk cId="164569202" sldId="744"/>
            <ac:picMk id="25" creationId="{0010A867-0E87-4C22-853A-9598E531172C}"/>
          </ac:picMkLst>
        </pc:picChg>
        <pc:picChg chg="add mod">
          <ac:chgData name="Ritesh Patil" userId="2d999d02-993d-45fd-811d-37e6af85f756" providerId="ADAL" clId="{E78AACCF-0300-4363-B262-CFC351FC7643}" dt="2020-10-28T15:07:15.918" v="3262" actId="1076"/>
          <ac:picMkLst>
            <pc:docMk/>
            <pc:sldMk cId="164569202" sldId="744"/>
            <ac:picMk id="26" creationId="{B6389B27-5E9A-41A5-AC98-7EDFB68CF8B8}"/>
          </ac:picMkLst>
        </pc:picChg>
        <pc:picChg chg="add mod">
          <ac:chgData name="Ritesh Patil" userId="2d999d02-993d-45fd-811d-37e6af85f756" providerId="ADAL" clId="{E78AACCF-0300-4363-B262-CFC351FC7643}" dt="2020-10-28T12:54:22.013" v="2357" actId="1076"/>
          <ac:picMkLst>
            <pc:docMk/>
            <pc:sldMk cId="164569202" sldId="744"/>
            <ac:picMk id="27" creationId="{485F3D64-38BF-424E-8672-8B6D436992B8}"/>
          </ac:picMkLst>
        </pc:picChg>
        <pc:picChg chg="add">
          <ac:chgData name="Ritesh Patil" userId="2d999d02-993d-45fd-811d-37e6af85f756" providerId="ADAL" clId="{E78AACCF-0300-4363-B262-CFC351FC7643}" dt="2020-10-28T11:27:12.324" v="1208" actId="22"/>
          <ac:picMkLst>
            <pc:docMk/>
            <pc:sldMk cId="164569202" sldId="744"/>
            <ac:picMk id="28" creationId="{898D00EF-0F10-4678-BC79-46418BCD0D52}"/>
          </ac:picMkLst>
        </pc:picChg>
        <pc:picChg chg="del">
          <ac:chgData name="Ritesh Patil" userId="2d999d02-993d-45fd-811d-37e6af85f756" providerId="ADAL" clId="{E78AACCF-0300-4363-B262-CFC351FC7643}" dt="2020-10-28T11:24:11.518" v="1078" actId="478"/>
          <ac:picMkLst>
            <pc:docMk/>
            <pc:sldMk cId="164569202" sldId="744"/>
            <ac:picMk id="89" creationId="{76A8C5EC-D0A6-4C4A-B379-B5DFC12B4FD9}"/>
          </ac:picMkLst>
        </pc:picChg>
        <pc:picChg chg="mod">
          <ac:chgData name="Ritesh Patil" userId="2d999d02-993d-45fd-811d-37e6af85f756" providerId="ADAL" clId="{E78AACCF-0300-4363-B262-CFC351FC7643}" dt="2020-10-28T12:52:42.718" v="2338" actId="1076"/>
          <ac:picMkLst>
            <pc:docMk/>
            <pc:sldMk cId="164569202" sldId="744"/>
            <ac:picMk id="92" creationId="{91C88777-E03A-43FE-9CC0-EB059F6FFB92}"/>
          </ac:picMkLst>
        </pc:picChg>
        <pc:picChg chg="add mod">
          <ac:chgData name="Ritesh Patil" userId="2d999d02-993d-45fd-811d-37e6af85f756" providerId="ADAL" clId="{E78AACCF-0300-4363-B262-CFC351FC7643}" dt="2020-10-28T12:56:04.020" v="2370" actId="1076"/>
          <ac:picMkLst>
            <pc:docMk/>
            <pc:sldMk cId="164569202" sldId="744"/>
            <ac:picMk id="123" creationId="{2E1D1D25-3C8F-4CED-95BE-352902CFEEC2}"/>
          </ac:picMkLst>
        </pc:picChg>
        <pc:picChg chg="add">
          <ac:chgData name="Ritesh Patil" userId="2d999d02-993d-45fd-811d-37e6af85f756" providerId="ADAL" clId="{E78AACCF-0300-4363-B262-CFC351FC7643}" dt="2020-10-28T13:59:44.636" v="2668" actId="22"/>
          <ac:picMkLst>
            <pc:docMk/>
            <pc:sldMk cId="164569202" sldId="744"/>
            <ac:picMk id="134" creationId="{CC3327FF-C0D1-400B-AB75-32AA26A9A0A8}"/>
          </ac:picMkLst>
        </pc:picChg>
        <pc:picChg chg="add mod">
          <ac:chgData name="Ritesh Patil" userId="2d999d02-993d-45fd-811d-37e6af85f756" providerId="ADAL" clId="{E78AACCF-0300-4363-B262-CFC351FC7643}" dt="2020-10-28T15:07:57.833" v="3269" actId="1076"/>
          <ac:picMkLst>
            <pc:docMk/>
            <pc:sldMk cId="164569202" sldId="744"/>
            <ac:picMk id="136" creationId="{6A0171DD-0F38-41DC-9C6D-4CF53B3A569A}"/>
          </ac:picMkLst>
        </pc:picChg>
        <pc:picChg chg="add del">
          <ac:chgData name="Ritesh Patil" userId="2d999d02-993d-45fd-811d-37e6af85f756" providerId="ADAL" clId="{E78AACCF-0300-4363-B262-CFC351FC7643}" dt="2020-10-28T15:06:09.874" v="3256" actId="478"/>
          <ac:picMkLst>
            <pc:docMk/>
            <pc:sldMk cId="164569202" sldId="744"/>
            <ac:picMk id="138" creationId="{D445B80C-50E3-4160-8012-E4606073159E}"/>
          </ac:picMkLst>
        </pc:picChg>
        <pc:cxnChg chg="del mod">
          <ac:chgData name="Ritesh Patil" userId="2d999d02-993d-45fd-811d-37e6af85f756" providerId="ADAL" clId="{E78AACCF-0300-4363-B262-CFC351FC7643}" dt="2020-10-28T12:39:45.489" v="2079" actId="478"/>
          <ac:cxnSpMkLst>
            <pc:docMk/>
            <pc:sldMk cId="164569202" sldId="744"/>
            <ac:cxnSpMk id="29" creationId="{D7353193-EB67-4C98-8642-DE034FFC98AA}"/>
          </ac:cxnSpMkLst>
        </pc:cxnChg>
        <pc:cxnChg chg="add del mod">
          <ac:chgData name="Ritesh Patil" userId="2d999d02-993d-45fd-811d-37e6af85f756" providerId="ADAL" clId="{E78AACCF-0300-4363-B262-CFC351FC7643}" dt="2020-10-28T11:21:32.063" v="1016" actId="478"/>
          <ac:cxnSpMkLst>
            <pc:docMk/>
            <pc:sldMk cId="164569202" sldId="744"/>
            <ac:cxnSpMk id="43" creationId="{F23264D1-26D0-4487-9B1F-A93B7902033A}"/>
          </ac:cxnSpMkLst>
        </pc:cxnChg>
        <pc:cxnChg chg="add del mod">
          <ac:chgData name="Ritesh Patil" userId="2d999d02-993d-45fd-811d-37e6af85f756" providerId="ADAL" clId="{E78AACCF-0300-4363-B262-CFC351FC7643}" dt="2020-10-28T12:47:34.689" v="2186" actId="478"/>
          <ac:cxnSpMkLst>
            <pc:docMk/>
            <pc:sldMk cId="164569202" sldId="744"/>
            <ac:cxnSpMk id="53" creationId="{D4E6372C-4010-4D19-9246-EE1D8DC77B4E}"/>
          </ac:cxnSpMkLst>
        </pc:cxnChg>
        <pc:cxnChg chg="add del mod">
          <ac:chgData name="Ritesh Patil" userId="2d999d02-993d-45fd-811d-37e6af85f756" providerId="ADAL" clId="{E78AACCF-0300-4363-B262-CFC351FC7643}" dt="2020-10-28T12:26:54.663" v="1787" actId="478"/>
          <ac:cxnSpMkLst>
            <pc:docMk/>
            <pc:sldMk cId="164569202" sldId="744"/>
            <ac:cxnSpMk id="67" creationId="{342185D4-3092-4BAE-A866-0D4F148C6601}"/>
          </ac:cxnSpMkLst>
        </pc:cxnChg>
        <pc:cxnChg chg="add mod">
          <ac:chgData name="Ritesh Patil" userId="2d999d02-993d-45fd-811d-37e6af85f756" providerId="ADAL" clId="{E78AACCF-0300-4363-B262-CFC351FC7643}" dt="2020-10-28T12:49:16.308" v="2208" actId="14100"/>
          <ac:cxnSpMkLst>
            <pc:docMk/>
            <pc:sldMk cId="164569202" sldId="744"/>
            <ac:cxnSpMk id="68" creationId="{75B8F161-92A6-44A6-8EB5-9D8E3B0C36FC}"/>
          </ac:cxnSpMkLst>
        </pc:cxnChg>
        <pc:cxnChg chg="mod">
          <ac:chgData name="Ritesh Patil" userId="2d999d02-993d-45fd-811d-37e6af85f756" providerId="ADAL" clId="{E78AACCF-0300-4363-B262-CFC351FC7643}" dt="2020-10-28T12:47:01.622" v="2180" actId="14100"/>
          <ac:cxnSpMkLst>
            <pc:docMk/>
            <pc:sldMk cId="164569202" sldId="744"/>
            <ac:cxnSpMk id="69" creationId="{3D6753D8-D950-4471-94DE-A5295AF24127}"/>
          </ac:cxnSpMkLst>
        </pc:cxnChg>
        <pc:cxnChg chg="del mod">
          <ac:chgData name="Ritesh Patil" userId="2d999d02-993d-45fd-811d-37e6af85f756" providerId="ADAL" clId="{E78AACCF-0300-4363-B262-CFC351FC7643}" dt="2020-10-28T15:11:50.677" v="3287" actId="478"/>
          <ac:cxnSpMkLst>
            <pc:docMk/>
            <pc:sldMk cId="164569202" sldId="744"/>
            <ac:cxnSpMk id="71" creationId="{601D3EBC-B590-4FD6-ABC4-053DF20FD3D6}"/>
          </ac:cxnSpMkLst>
        </pc:cxnChg>
        <pc:cxnChg chg="add mod">
          <ac:chgData name="Ritesh Patil" userId="2d999d02-993d-45fd-811d-37e6af85f756" providerId="ADAL" clId="{E78AACCF-0300-4363-B262-CFC351FC7643}" dt="2020-10-28T12:29:33.998" v="1827" actId="1076"/>
          <ac:cxnSpMkLst>
            <pc:docMk/>
            <pc:sldMk cId="164569202" sldId="744"/>
            <ac:cxnSpMk id="74" creationId="{5160EE95-1DC1-49A4-AF2D-CD5EBC0C8179}"/>
          </ac:cxnSpMkLst>
        </pc:cxnChg>
        <pc:cxnChg chg="add del mod">
          <ac:chgData name="Ritesh Patil" userId="2d999d02-993d-45fd-811d-37e6af85f756" providerId="ADAL" clId="{E78AACCF-0300-4363-B262-CFC351FC7643}" dt="2020-10-28T12:43:47.589" v="2140" actId="11529"/>
          <ac:cxnSpMkLst>
            <pc:docMk/>
            <pc:sldMk cId="164569202" sldId="744"/>
            <ac:cxnSpMk id="82" creationId="{48470DC1-193C-48E6-9E81-804BBAE5B316}"/>
          </ac:cxnSpMkLst>
        </pc:cxnChg>
        <pc:cxnChg chg="add mod">
          <ac:chgData name="Ritesh Patil" userId="2d999d02-993d-45fd-811d-37e6af85f756" providerId="ADAL" clId="{E78AACCF-0300-4363-B262-CFC351FC7643}" dt="2020-10-28T12:51:44.331" v="2310" actId="1076"/>
          <ac:cxnSpMkLst>
            <pc:docMk/>
            <pc:sldMk cId="164569202" sldId="744"/>
            <ac:cxnSpMk id="84" creationId="{58C42001-D9FD-409C-A26A-CE4928E5129D}"/>
          </ac:cxnSpMkLst>
        </pc:cxnChg>
        <pc:cxnChg chg="mod">
          <ac:chgData name="Ritesh Patil" userId="2d999d02-993d-45fd-811d-37e6af85f756" providerId="ADAL" clId="{E78AACCF-0300-4363-B262-CFC351FC7643}" dt="2020-10-28T15:07:39.507" v="3266" actId="1076"/>
          <ac:cxnSpMkLst>
            <pc:docMk/>
            <pc:sldMk cId="164569202" sldId="744"/>
            <ac:cxnSpMk id="95" creationId="{D1BF7943-9E7B-4484-BBBC-AD5E0F785690}"/>
          </ac:cxnSpMkLst>
        </pc:cxnChg>
        <pc:cxnChg chg="del mod">
          <ac:chgData name="Ritesh Patil" userId="2d999d02-993d-45fd-811d-37e6af85f756" providerId="ADAL" clId="{E78AACCF-0300-4363-B262-CFC351FC7643}" dt="2020-10-28T12:53:03.037" v="2343" actId="478"/>
          <ac:cxnSpMkLst>
            <pc:docMk/>
            <pc:sldMk cId="164569202" sldId="744"/>
            <ac:cxnSpMk id="96" creationId="{86687AA6-D568-4B62-8002-96B698733C86}"/>
          </ac:cxnSpMkLst>
        </pc:cxnChg>
        <pc:cxnChg chg="mod">
          <ac:chgData name="Ritesh Patil" userId="2d999d02-993d-45fd-811d-37e6af85f756" providerId="ADAL" clId="{E78AACCF-0300-4363-B262-CFC351FC7643}" dt="2020-10-28T12:49:31.356" v="2217" actId="1038"/>
          <ac:cxnSpMkLst>
            <pc:docMk/>
            <pc:sldMk cId="164569202" sldId="744"/>
            <ac:cxnSpMk id="97" creationId="{24069EF3-0899-4769-96C1-8105A6F03F12}"/>
          </ac:cxnSpMkLst>
        </pc:cxnChg>
        <pc:cxnChg chg="mod">
          <ac:chgData name="Ritesh Patil" userId="2d999d02-993d-45fd-811d-37e6af85f756" providerId="ADAL" clId="{E78AACCF-0300-4363-B262-CFC351FC7643}" dt="2020-10-28T12:49:35.275" v="2218" actId="14100"/>
          <ac:cxnSpMkLst>
            <pc:docMk/>
            <pc:sldMk cId="164569202" sldId="744"/>
            <ac:cxnSpMk id="98" creationId="{5ED6B869-65F5-46F9-A73C-A496960E0E26}"/>
          </ac:cxnSpMkLst>
        </pc:cxnChg>
        <pc:cxnChg chg="add del mod">
          <ac:chgData name="Ritesh Patil" userId="2d999d02-993d-45fd-811d-37e6af85f756" providerId="ADAL" clId="{E78AACCF-0300-4363-B262-CFC351FC7643}" dt="2020-10-28T12:51:32.495" v="2309" actId="478"/>
          <ac:cxnSpMkLst>
            <pc:docMk/>
            <pc:sldMk cId="164569202" sldId="744"/>
            <ac:cxnSpMk id="107" creationId="{67874259-FFA3-4BC2-9010-DED3B168F9C8}"/>
          </ac:cxnSpMkLst>
        </pc:cxnChg>
        <pc:cxnChg chg="add mod">
          <ac:chgData name="Ritesh Patil" userId="2d999d02-993d-45fd-811d-37e6af85f756" providerId="ADAL" clId="{E78AACCF-0300-4363-B262-CFC351FC7643}" dt="2020-10-28T15:12:17.582" v="3290" actId="14100"/>
          <ac:cxnSpMkLst>
            <pc:docMk/>
            <pc:sldMk cId="164569202" sldId="744"/>
            <ac:cxnSpMk id="113" creationId="{C4EAA6CB-15C0-4D31-BD7A-23320D337A45}"/>
          </ac:cxnSpMkLst>
        </pc:cxnChg>
        <pc:cxnChg chg="add mod">
          <ac:chgData name="Ritesh Patil" userId="2d999d02-993d-45fd-811d-37e6af85f756" providerId="ADAL" clId="{E78AACCF-0300-4363-B262-CFC351FC7643}" dt="2020-10-28T13:46:21.231" v="2568" actId="14100"/>
          <ac:cxnSpMkLst>
            <pc:docMk/>
            <pc:sldMk cId="164569202" sldId="744"/>
            <ac:cxnSpMk id="121" creationId="{9CBCF3B0-DF13-46AF-B018-6539AE284B22}"/>
          </ac:cxnSpMkLst>
        </pc:cxnChg>
      </pc:sldChg>
      <pc:sldChg chg="modSp mod">
        <pc:chgData name="Ritesh Patil" userId="2d999d02-993d-45fd-811d-37e6af85f756" providerId="ADAL" clId="{E78AACCF-0300-4363-B262-CFC351FC7643}" dt="2020-10-28T13:43:33.879" v="2567" actId="1035"/>
        <pc:sldMkLst>
          <pc:docMk/>
          <pc:sldMk cId="1907856718" sldId="745"/>
        </pc:sldMkLst>
        <pc:spChg chg="mod">
          <ac:chgData name="Ritesh Patil" userId="2d999d02-993d-45fd-811d-37e6af85f756" providerId="ADAL" clId="{E78AACCF-0300-4363-B262-CFC351FC7643}" dt="2020-10-28T13:43:33.879" v="2567" actId="1035"/>
          <ac:spMkLst>
            <pc:docMk/>
            <pc:sldMk cId="1907856718" sldId="745"/>
            <ac:spMk id="47" creationId="{7989965C-9E5F-4FD2-81E5-CD96930B6E26}"/>
          </ac:spMkLst>
        </pc:spChg>
      </pc:sldChg>
      <pc:sldChg chg="modSp add del mod">
        <pc:chgData name="Ritesh Patil" userId="2d999d02-993d-45fd-811d-37e6af85f756" providerId="ADAL" clId="{E78AACCF-0300-4363-B262-CFC351FC7643}" dt="2020-10-28T12:57:36.945" v="2404" actId="47"/>
        <pc:sldMkLst>
          <pc:docMk/>
          <pc:sldMk cId="4144066136" sldId="746"/>
        </pc:sldMkLst>
        <pc:spChg chg="mod">
          <ac:chgData name="Ritesh Patil" userId="2d999d02-993d-45fd-811d-37e6af85f756" providerId="ADAL" clId="{E78AACCF-0300-4363-B262-CFC351FC7643}" dt="2020-10-28T11:27:57.320" v="1214" actId="20577"/>
          <ac:spMkLst>
            <pc:docMk/>
            <pc:sldMk cId="4144066136" sldId="746"/>
            <ac:spMk id="6" creationId="{8C0B9C02-F3D1-42C8-A9C0-1DDC308A9B1F}"/>
          </ac:spMkLst>
        </pc:spChg>
      </pc:sldChg>
      <pc:sldChg chg="addSp delSp modSp add mod">
        <pc:chgData name="Ritesh Patil" userId="2d999d02-993d-45fd-811d-37e6af85f756" providerId="ADAL" clId="{E78AACCF-0300-4363-B262-CFC351FC7643}" dt="2020-10-28T16:14:30.238" v="3529" actId="478"/>
        <pc:sldMkLst>
          <pc:docMk/>
          <pc:sldMk cId="1036818432" sldId="747"/>
        </pc:sldMkLst>
        <pc:spChg chg="add del mod">
          <ac:chgData name="Ritesh Patil" userId="2d999d02-993d-45fd-811d-37e6af85f756" providerId="ADAL" clId="{E78AACCF-0300-4363-B262-CFC351FC7643}" dt="2020-10-28T16:14:30.238" v="3529" actId="478"/>
          <ac:spMkLst>
            <pc:docMk/>
            <pc:sldMk cId="1036818432" sldId="747"/>
            <ac:spMk id="5" creationId="{A257A229-91E4-42AF-B3C0-FD2B780B271C}"/>
          </ac:spMkLst>
        </pc:spChg>
        <pc:graphicFrameChg chg="mod modGraphic">
          <ac:chgData name="Ritesh Patil" userId="2d999d02-993d-45fd-811d-37e6af85f756" providerId="ADAL" clId="{E78AACCF-0300-4363-B262-CFC351FC7643}" dt="2020-10-28T16:14:26.200" v="3528" actId="20577"/>
          <ac:graphicFrameMkLst>
            <pc:docMk/>
            <pc:sldMk cId="1036818432" sldId="747"/>
            <ac:graphicFrameMk id="3" creationId="{902E70B4-30E8-4713-88D0-AA8DDC640A16}"/>
          </ac:graphicFrameMkLst>
        </pc:graphicFrameChg>
        <pc:graphicFrameChg chg="add del">
          <ac:chgData name="Ritesh Patil" userId="2d999d02-993d-45fd-811d-37e6af85f756" providerId="ADAL" clId="{E78AACCF-0300-4363-B262-CFC351FC7643}" dt="2020-10-28T15:17:22.289" v="3342"/>
          <ac:graphicFrameMkLst>
            <pc:docMk/>
            <pc:sldMk cId="1036818432" sldId="747"/>
            <ac:graphicFrameMk id="6" creationId="{F1379E02-5B79-42EB-99D9-B86B6290C30B}"/>
          </ac:graphicFrameMkLst>
        </pc:graphicFrameChg>
      </pc:sldChg>
      <pc:sldChg chg="modSp add mod">
        <pc:chgData name="Ritesh Patil" userId="2d999d02-993d-45fd-811d-37e6af85f756" providerId="ADAL" clId="{E78AACCF-0300-4363-B262-CFC351FC7643}" dt="2020-10-28T16:23:10.765" v="3889" actId="20577"/>
        <pc:sldMkLst>
          <pc:docMk/>
          <pc:sldMk cId="1449600971" sldId="748"/>
        </pc:sldMkLst>
        <pc:spChg chg="mod">
          <ac:chgData name="Ritesh Patil" userId="2d999d02-993d-45fd-811d-37e6af85f756" providerId="ADAL" clId="{E78AACCF-0300-4363-B262-CFC351FC7643}" dt="2020-10-28T14:38:38.426" v="2744" actId="13926"/>
          <ac:spMkLst>
            <pc:docMk/>
            <pc:sldMk cId="1449600971" sldId="748"/>
            <ac:spMk id="2" creationId="{7D8F1A13-64E3-492A-B2AF-01453ED0605E}"/>
          </ac:spMkLst>
        </pc:spChg>
        <pc:spChg chg="mod">
          <ac:chgData name="Ritesh Patil" userId="2d999d02-993d-45fd-811d-37e6af85f756" providerId="ADAL" clId="{E78AACCF-0300-4363-B262-CFC351FC7643}" dt="2020-10-28T16:23:10.765" v="3889" actId="20577"/>
          <ac:spMkLst>
            <pc:docMk/>
            <pc:sldMk cId="1449600971" sldId="748"/>
            <ac:spMk id="7" creationId="{246722D8-CB93-49E0-A1F5-058F01810C93}"/>
          </ac:spMkLst>
        </pc:spChg>
      </pc:sldChg>
      <pc:sldChg chg="add del">
        <pc:chgData name="Ritesh Patil" userId="2d999d02-993d-45fd-811d-37e6af85f756" providerId="ADAL" clId="{E78AACCF-0300-4363-B262-CFC351FC7643}" dt="2020-10-28T12:17:02.484" v="1606"/>
        <pc:sldMkLst>
          <pc:docMk/>
          <pc:sldMk cId="644070657" sldId="749"/>
        </pc:sldMkLst>
      </pc:sldChg>
      <pc:sldChg chg="addSp delSp modSp add del mod">
        <pc:chgData name="Ritesh Patil" userId="2d999d02-993d-45fd-811d-37e6af85f756" providerId="ADAL" clId="{E78AACCF-0300-4363-B262-CFC351FC7643}" dt="2020-10-28T15:12:49.531" v="3294" actId="47"/>
        <pc:sldMkLst>
          <pc:docMk/>
          <pc:sldMk cId="1595261374" sldId="749"/>
        </pc:sldMkLst>
        <pc:spChg chg="add mod">
          <ac:chgData name="Ritesh Patil" userId="2d999d02-993d-45fd-811d-37e6af85f756" providerId="ADAL" clId="{E78AACCF-0300-4363-B262-CFC351FC7643}" dt="2020-10-28T14:56:14.762" v="2934" actId="400"/>
          <ac:spMkLst>
            <pc:docMk/>
            <pc:sldMk cId="1595261374" sldId="749"/>
            <ac:spMk id="4" creationId="{E4697BE6-CDE4-4153-BD70-7C58F73021DD}"/>
          </ac:spMkLst>
        </pc:spChg>
        <pc:spChg chg="add mod">
          <ac:chgData name="Ritesh Patil" userId="2d999d02-993d-45fd-811d-37e6af85f756" providerId="ADAL" clId="{E78AACCF-0300-4363-B262-CFC351FC7643}" dt="2020-10-28T12:58:19.144" v="2407" actId="20577"/>
          <ac:spMkLst>
            <pc:docMk/>
            <pc:sldMk cId="1595261374" sldId="749"/>
            <ac:spMk id="6" creationId="{C3A13D90-B7C9-4618-B711-31A9E69A8A71}"/>
          </ac:spMkLst>
        </pc:spChg>
        <pc:spChg chg="add mod">
          <ac:chgData name="Ritesh Patil" userId="2d999d02-993d-45fd-811d-37e6af85f756" providerId="ADAL" clId="{E78AACCF-0300-4363-B262-CFC351FC7643}" dt="2020-10-28T12:59:35.109" v="2419" actId="20577"/>
          <ac:spMkLst>
            <pc:docMk/>
            <pc:sldMk cId="1595261374" sldId="749"/>
            <ac:spMk id="7" creationId="{A2DC12A0-9CA1-4798-9ACA-7470369F9176}"/>
          </ac:spMkLst>
        </pc:spChg>
        <pc:spChg chg="add mod">
          <ac:chgData name="Ritesh Patil" userId="2d999d02-993d-45fd-811d-37e6af85f756" providerId="ADAL" clId="{E78AACCF-0300-4363-B262-CFC351FC7643}" dt="2020-10-28T13:02:54.045" v="2452" actId="20577"/>
          <ac:spMkLst>
            <pc:docMk/>
            <pc:sldMk cId="1595261374" sldId="749"/>
            <ac:spMk id="11" creationId="{F906C006-2EC5-43FF-8F38-EB20580AE910}"/>
          </ac:spMkLst>
        </pc:spChg>
        <pc:spChg chg="add del mod">
          <ac:chgData name="Ritesh Patil" userId="2d999d02-993d-45fd-811d-37e6af85f756" providerId="ADAL" clId="{E78AACCF-0300-4363-B262-CFC351FC7643}" dt="2020-10-28T14:55:56.987" v="2929" actId="478"/>
          <ac:spMkLst>
            <pc:docMk/>
            <pc:sldMk cId="1595261374" sldId="749"/>
            <ac:spMk id="13" creationId="{FEFA6128-E91A-4DC4-A1E2-360CCD1F3F18}"/>
          </ac:spMkLst>
        </pc:spChg>
        <pc:spChg chg="mod">
          <ac:chgData name="Ritesh Patil" userId="2d999d02-993d-45fd-811d-37e6af85f756" providerId="ADAL" clId="{E78AACCF-0300-4363-B262-CFC351FC7643}" dt="2020-10-28T14:56:08.467" v="2932" actId="1076"/>
          <ac:spMkLst>
            <pc:docMk/>
            <pc:sldMk cId="1595261374" sldId="749"/>
            <ac:spMk id="19" creationId="{3F5174F6-BACA-4BD3-B5F3-6CAD780C93EB}"/>
          </ac:spMkLst>
        </pc:spChg>
        <pc:spChg chg="mod">
          <ac:chgData name="Ritesh Patil" userId="2d999d02-993d-45fd-811d-37e6af85f756" providerId="ADAL" clId="{E78AACCF-0300-4363-B262-CFC351FC7643}" dt="2020-10-28T14:56:08.467" v="2932" actId="1076"/>
          <ac:spMkLst>
            <pc:docMk/>
            <pc:sldMk cId="1595261374" sldId="749"/>
            <ac:spMk id="20" creationId="{D2A1364C-F30D-4FB9-8F0B-EB75A4CBB8F5}"/>
          </ac:spMkLst>
        </pc:spChg>
        <pc:spChg chg="del">
          <ac:chgData name="Ritesh Patil" userId="2d999d02-993d-45fd-811d-37e6af85f756" providerId="ADAL" clId="{E78AACCF-0300-4363-B262-CFC351FC7643}" dt="2020-10-28T12:57:32.675" v="2402" actId="478"/>
          <ac:spMkLst>
            <pc:docMk/>
            <pc:sldMk cId="1595261374" sldId="749"/>
            <ac:spMk id="30" creationId="{31916801-5AD6-4FA2-84C8-A343C4388FF5}"/>
          </ac:spMkLst>
        </pc:spChg>
        <pc:spChg chg="del">
          <ac:chgData name="Ritesh Patil" userId="2d999d02-993d-45fd-811d-37e6af85f756" providerId="ADAL" clId="{E78AACCF-0300-4363-B262-CFC351FC7643}" dt="2020-10-28T14:55:58.554" v="2930" actId="478"/>
          <ac:spMkLst>
            <pc:docMk/>
            <pc:sldMk cId="1595261374" sldId="749"/>
            <ac:spMk id="37" creationId="{218489B0-5521-4839-8EAF-91C6411CEB54}"/>
          </ac:spMkLst>
        </pc:spChg>
        <pc:spChg chg="del">
          <ac:chgData name="Ritesh Patil" userId="2d999d02-993d-45fd-811d-37e6af85f756" providerId="ADAL" clId="{E78AACCF-0300-4363-B262-CFC351FC7643}" dt="2020-10-28T14:55:56.060" v="2928" actId="478"/>
          <ac:spMkLst>
            <pc:docMk/>
            <pc:sldMk cId="1595261374" sldId="749"/>
            <ac:spMk id="73" creationId="{466F735C-6AC3-4110-9932-75A40A9AD689}"/>
          </ac:spMkLst>
        </pc:spChg>
        <pc:picChg chg="mod">
          <ac:chgData name="Ritesh Patil" userId="2d999d02-993d-45fd-811d-37e6af85f756" providerId="ADAL" clId="{E78AACCF-0300-4363-B262-CFC351FC7643}" dt="2020-10-28T14:56:08.467" v="2932" actId="1076"/>
          <ac:picMkLst>
            <pc:docMk/>
            <pc:sldMk cId="1595261374" sldId="749"/>
            <ac:picMk id="26" creationId="{B6389B27-5E9A-41A5-AC98-7EDFB68CF8B8}"/>
          </ac:picMkLst>
        </pc:picChg>
        <pc:picChg chg="add">
          <ac:chgData name="Ritesh Patil" userId="2d999d02-993d-45fd-811d-37e6af85f756" providerId="ADAL" clId="{E78AACCF-0300-4363-B262-CFC351FC7643}" dt="2020-10-28T13:59:47.141" v="2669" actId="22"/>
          <ac:picMkLst>
            <pc:docMk/>
            <pc:sldMk cId="1595261374" sldId="749"/>
            <ac:picMk id="29" creationId="{D40C8414-0948-42D6-AEA0-10B909C6EAEA}"/>
          </ac:picMkLst>
        </pc:picChg>
        <pc:picChg chg="add">
          <ac:chgData name="Ritesh Patil" userId="2d999d02-993d-45fd-811d-37e6af85f756" providerId="ADAL" clId="{E78AACCF-0300-4363-B262-CFC351FC7643}" dt="2020-10-28T13:59:54.797" v="2670" actId="22"/>
          <ac:picMkLst>
            <pc:docMk/>
            <pc:sldMk cId="1595261374" sldId="749"/>
            <ac:picMk id="31" creationId="{17136583-EB89-4785-8A73-C1CE1F921164}"/>
          </ac:picMkLst>
        </pc:picChg>
        <pc:picChg chg="add del">
          <ac:chgData name="Ritesh Patil" userId="2d999d02-993d-45fd-811d-37e6af85f756" providerId="ADAL" clId="{E78AACCF-0300-4363-B262-CFC351FC7643}" dt="2020-10-28T14:56:09.869" v="2933" actId="478"/>
          <ac:picMkLst>
            <pc:docMk/>
            <pc:sldMk cId="1595261374" sldId="749"/>
            <ac:picMk id="32" creationId="{62782100-5E1E-4A20-98D9-0A082A249DED}"/>
          </ac:picMkLst>
        </pc:picChg>
        <pc:picChg chg="mod">
          <ac:chgData name="Ritesh Patil" userId="2d999d02-993d-45fd-811d-37e6af85f756" providerId="ADAL" clId="{E78AACCF-0300-4363-B262-CFC351FC7643}" dt="2020-10-28T13:01:29.819" v="2430" actId="1038"/>
          <ac:picMkLst>
            <pc:docMk/>
            <pc:sldMk cId="1595261374" sldId="749"/>
            <ac:picMk id="123" creationId="{2E1D1D25-3C8F-4CED-95BE-352902CFEEC2}"/>
          </ac:picMkLst>
        </pc:picChg>
      </pc:sldChg>
      <pc:sldChg chg="modSp add del mod">
        <pc:chgData name="Ritesh Patil" userId="2d999d02-993d-45fd-811d-37e6af85f756" providerId="ADAL" clId="{E78AACCF-0300-4363-B262-CFC351FC7643}" dt="2020-10-28T15:04:15.833" v="3255" actId="47"/>
        <pc:sldMkLst>
          <pc:docMk/>
          <pc:sldMk cId="850849566" sldId="750"/>
        </pc:sldMkLst>
        <pc:spChg chg="mod">
          <ac:chgData name="Ritesh Patil" userId="2d999d02-993d-45fd-811d-37e6af85f756" providerId="ADAL" clId="{E78AACCF-0300-4363-B262-CFC351FC7643}" dt="2020-10-28T14:48:41.370" v="2788" actId="14100"/>
          <ac:spMkLst>
            <pc:docMk/>
            <pc:sldMk cId="850849566" sldId="750"/>
            <ac:spMk id="6" creationId="{0857C6A5-0AD0-4C29-9194-53E8C48C7D69}"/>
          </ac:spMkLst>
        </pc:spChg>
        <pc:spChg chg="mod">
          <ac:chgData name="Ritesh Patil" userId="2d999d02-993d-45fd-811d-37e6af85f756" providerId="ADAL" clId="{E78AACCF-0300-4363-B262-CFC351FC7643}" dt="2020-10-28T14:49:20.387" v="2792" actId="14100"/>
          <ac:spMkLst>
            <pc:docMk/>
            <pc:sldMk cId="850849566" sldId="750"/>
            <ac:spMk id="10" creationId="{EB64263D-6D6A-4B71-9604-1E96A91D1F6C}"/>
          </ac:spMkLst>
        </pc:spChg>
        <pc:spChg chg="mod">
          <ac:chgData name="Ritesh Patil" userId="2d999d02-993d-45fd-811d-37e6af85f756" providerId="ADAL" clId="{E78AACCF-0300-4363-B262-CFC351FC7643}" dt="2020-10-28T14:48:44.264" v="2789" actId="14100"/>
          <ac:spMkLst>
            <pc:docMk/>
            <pc:sldMk cId="850849566" sldId="750"/>
            <ac:spMk id="19" creationId="{CF75AA3E-863B-4B28-A419-51E09B4F7638}"/>
          </ac:spMkLst>
        </pc:spChg>
        <pc:spChg chg="mod">
          <ac:chgData name="Ritesh Patil" userId="2d999d02-993d-45fd-811d-37e6af85f756" providerId="ADAL" clId="{E78AACCF-0300-4363-B262-CFC351FC7643}" dt="2020-10-28T14:49:36.860" v="2827" actId="1037"/>
          <ac:spMkLst>
            <pc:docMk/>
            <pc:sldMk cId="850849566" sldId="750"/>
            <ac:spMk id="24" creationId="{2C6E4FA2-64AC-4ED2-A730-C4B8DEB330A2}"/>
          </ac:spMkLst>
        </pc:spChg>
        <pc:spChg chg="mod">
          <ac:chgData name="Ritesh Patil" userId="2d999d02-993d-45fd-811d-37e6af85f756" providerId="ADAL" clId="{E78AACCF-0300-4363-B262-CFC351FC7643}" dt="2020-10-28T14:49:36.860" v="2827" actId="1037"/>
          <ac:spMkLst>
            <pc:docMk/>
            <pc:sldMk cId="850849566" sldId="750"/>
            <ac:spMk id="33" creationId="{E293BA46-A681-478B-88C0-3B848D1E0D2A}"/>
          </ac:spMkLst>
        </pc:spChg>
        <pc:spChg chg="mod">
          <ac:chgData name="Ritesh Patil" userId="2d999d02-993d-45fd-811d-37e6af85f756" providerId="ADAL" clId="{E78AACCF-0300-4363-B262-CFC351FC7643}" dt="2020-10-28T14:49:36.860" v="2827" actId="1037"/>
          <ac:spMkLst>
            <pc:docMk/>
            <pc:sldMk cId="850849566" sldId="750"/>
            <ac:spMk id="34" creationId="{782A1719-9433-4995-8573-AA36E96E3114}"/>
          </ac:spMkLst>
        </pc:spChg>
        <pc:spChg chg="mod">
          <ac:chgData name="Ritesh Patil" userId="2d999d02-993d-45fd-811d-37e6af85f756" providerId="ADAL" clId="{E78AACCF-0300-4363-B262-CFC351FC7643}" dt="2020-10-28T14:49:06.076" v="2790" actId="14100"/>
          <ac:spMkLst>
            <pc:docMk/>
            <pc:sldMk cId="850849566" sldId="750"/>
            <ac:spMk id="36" creationId="{AD9DBD8D-1CAA-4F25-91CF-D7A14891AA0F}"/>
          </ac:spMkLst>
        </pc:spChg>
      </pc:sldChg>
      <pc:sldChg chg="addSp delSp modSp add mod">
        <pc:chgData name="Ritesh Patil" userId="2d999d02-993d-45fd-811d-37e6af85f756" providerId="ADAL" clId="{E78AACCF-0300-4363-B262-CFC351FC7643}" dt="2020-10-28T15:13:03.956" v="3297" actId="20577"/>
        <pc:sldMkLst>
          <pc:docMk/>
          <pc:sldMk cId="2451485198" sldId="750"/>
        </pc:sldMkLst>
        <pc:spChg chg="add mod">
          <ac:chgData name="Ritesh Patil" userId="2d999d02-993d-45fd-811d-37e6af85f756" providerId="ADAL" clId="{E78AACCF-0300-4363-B262-CFC351FC7643}" dt="2020-10-28T15:13:03.956" v="3297" actId="20577"/>
          <ac:spMkLst>
            <pc:docMk/>
            <pc:sldMk cId="2451485198" sldId="750"/>
            <ac:spMk id="4" creationId="{AE4F1338-42CC-48A9-8EC0-E96A81A8A584}"/>
          </ac:spMkLst>
        </pc:spChg>
        <pc:spChg chg="del">
          <ac:chgData name="Ritesh Patil" userId="2d999d02-993d-45fd-811d-37e6af85f756" providerId="ADAL" clId="{E78AACCF-0300-4363-B262-CFC351FC7643}" dt="2020-10-28T15:12:39.613" v="3292" actId="478"/>
          <ac:spMkLst>
            <pc:docMk/>
            <pc:sldMk cId="2451485198" sldId="750"/>
            <ac:spMk id="30" creationId="{31916801-5AD6-4FA2-84C8-A343C4388FF5}"/>
          </ac:spMkLst>
        </pc:spChg>
      </pc:sldChg>
      <pc:sldChg chg="modSp add del mod">
        <pc:chgData name="Ritesh Patil" userId="2d999d02-993d-45fd-811d-37e6af85f756" providerId="ADAL" clId="{E78AACCF-0300-4363-B262-CFC351FC7643}" dt="2020-10-28T16:03:11.839" v="3436" actId="47"/>
        <pc:sldMkLst>
          <pc:docMk/>
          <pc:sldMk cId="144010893" sldId="751"/>
        </pc:sldMkLst>
        <pc:spChg chg="mod">
          <ac:chgData name="Ritesh Patil" userId="2d999d02-993d-45fd-811d-37e6af85f756" providerId="ADAL" clId="{E78AACCF-0300-4363-B262-CFC351FC7643}" dt="2020-10-28T15:52:57.778" v="3433" actId="1038"/>
          <ac:spMkLst>
            <pc:docMk/>
            <pc:sldMk cId="144010893" sldId="751"/>
            <ac:spMk id="6" creationId="{0857C6A5-0AD0-4C29-9194-53E8C48C7D69}"/>
          </ac:spMkLst>
        </pc:spChg>
        <pc:spChg chg="mod">
          <ac:chgData name="Ritesh Patil" userId="2d999d02-993d-45fd-811d-37e6af85f756" providerId="ADAL" clId="{E78AACCF-0300-4363-B262-CFC351FC7643}" dt="2020-10-28T15:53:10.012" v="3435" actId="14100"/>
          <ac:spMkLst>
            <pc:docMk/>
            <pc:sldMk cId="144010893" sldId="751"/>
            <ac:spMk id="10" creationId="{EB64263D-6D6A-4B71-9604-1E96A91D1F6C}"/>
          </ac:spMkLst>
        </pc:spChg>
        <pc:spChg chg="mod">
          <ac:chgData name="Ritesh Patil" userId="2d999d02-993d-45fd-811d-37e6af85f756" providerId="ADAL" clId="{E78AACCF-0300-4363-B262-CFC351FC7643}" dt="2020-10-28T15:52:57.778" v="3433" actId="1038"/>
          <ac:spMkLst>
            <pc:docMk/>
            <pc:sldMk cId="144010893" sldId="751"/>
            <ac:spMk id="19" creationId="{CF75AA3E-863B-4B28-A419-51E09B4F7638}"/>
          </ac:spMkLst>
        </pc:spChg>
        <pc:spChg chg="mod">
          <ac:chgData name="Ritesh Patil" userId="2d999d02-993d-45fd-811d-37e6af85f756" providerId="ADAL" clId="{E78AACCF-0300-4363-B262-CFC351FC7643}" dt="2020-10-28T15:52:57.778" v="3433" actId="1038"/>
          <ac:spMkLst>
            <pc:docMk/>
            <pc:sldMk cId="144010893" sldId="751"/>
            <ac:spMk id="20" creationId="{30EE679C-397B-4A13-8D9C-C1F6840B1836}"/>
          </ac:spMkLst>
        </pc:spChg>
        <pc:spChg chg="mod">
          <ac:chgData name="Ritesh Patil" userId="2d999d02-993d-45fd-811d-37e6af85f756" providerId="ADAL" clId="{E78AACCF-0300-4363-B262-CFC351FC7643}" dt="2020-10-28T15:52:57.778" v="3433" actId="1038"/>
          <ac:spMkLst>
            <pc:docMk/>
            <pc:sldMk cId="144010893" sldId="751"/>
            <ac:spMk id="24" creationId="{2C6E4FA2-64AC-4ED2-A730-C4B8DEB330A2}"/>
          </ac:spMkLst>
        </pc:spChg>
        <pc:spChg chg="mod">
          <ac:chgData name="Ritesh Patil" userId="2d999d02-993d-45fd-811d-37e6af85f756" providerId="ADAL" clId="{E78AACCF-0300-4363-B262-CFC351FC7643}" dt="2020-10-28T15:52:57.778" v="3433" actId="1038"/>
          <ac:spMkLst>
            <pc:docMk/>
            <pc:sldMk cId="144010893" sldId="751"/>
            <ac:spMk id="33" creationId="{E293BA46-A681-478B-88C0-3B848D1E0D2A}"/>
          </ac:spMkLst>
        </pc:spChg>
        <pc:spChg chg="mod">
          <ac:chgData name="Ritesh Patil" userId="2d999d02-993d-45fd-811d-37e6af85f756" providerId="ADAL" clId="{E78AACCF-0300-4363-B262-CFC351FC7643}" dt="2020-10-28T15:52:57.778" v="3433" actId="1038"/>
          <ac:spMkLst>
            <pc:docMk/>
            <pc:sldMk cId="144010893" sldId="751"/>
            <ac:spMk id="34" creationId="{782A1719-9433-4995-8573-AA36E96E3114}"/>
          </ac:spMkLst>
        </pc:spChg>
      </pc:sldChg>
    </pc:docChg>
  </pc:docChgLst>
  <pc:docChgLst>
    <pc:chgData name="Ritesh Patil" userId="S::ritesh.patil@1rivet.com::2d999d02-993d-45fd-811d-37e6af85f756" providerId="AD" clId="Web-{52442B97-01DE-4A17-5539-B6E35DFC3F07}"/>
    <pc:docChg chg="modSld">
      <pc:chgData name="Ritesh Patil" userId="S::ritesh.patil@1rivet.com::2d999d02-993d-45fd-811d-37e6af85f756" providerId="AD" clId="Web-{52442B97-01DE-4A17-5539-B6E35DFC3F07}" dt="2020-11-04T10:36:45.625" v="1"/>
      <pc:docMkLst>
        <pc:docMk/>
      </pc:docMkLst>
      <pc:sldChg chg="modSp">
        <pc:chgData name="Ritesh Patil" userId="S::ritesh.patil@1rivet.com::2d999d02-993d-45fd-811d-37e6af85f756" providerId="AD" clId="Web-{52442B97-01DE-4A17-5539-B6E35DFC3F07}" dt="2020-11-04T10:36:45.625" v="1"/>
        <pc:sldMkLst>
          <pc:docMk/>
          <pc:sldMk cId="353402113" sldId="751"/>
        </pc:sldMkLst>
        <pc:graphicFrameChg chg="mod modGraphic">
          <ac:chgData name="Ritesh Patil" userId="S::ritesh.patil@1rivet.com::2d999d02-993d-45fd-811d-37e6af85f756" providerId="AD" clId="Web-{52442B97-01DE-4A17-5539-B6E35DFC3F07}" dt="2020-11-04T10:36:45.625" v="1"/>
          <ac:graphicFrameMkLst>
            <pc:docMk/>
            <pc:sldMk cId="353402113" sldId="751"/>
            <ac:graphicFrameMk id="9" creationId="{5C1BE8C1-8EDD-40D8-B29E-950258D70893}"/>
          </ac:graphicFrameMkLst>
        </pc:graphicFrameChg>
      </pc:sldChg>
    </pc:docChg>
  </pc:docChgLst>
  <pc:docChgLst>
    <pc:chgData name="Derek" userId="4e026a2b-e7b8-4a96-84ef-4c90103f56d8" providerId="ADAL" clId="{68A49D41-B9C3-41FC-9DF3-0C94EB5FF586}"/>
    <pc:docChg chg="undo custSel addSld delSld modSld modSection">
      <pc:chgData name="Derek" userId="4e026a2b-e7b8-4a96-84ef-4c90103f56d8" providerId="ADAL" clId="{68A49D41-B9C3-41FC-9DF3-0C94EB5FF586}" dt="2020-10-31T13:47:59.795" v="2138" actId="20577"/>
      <pc:docMkLst>
        <pc:docMk/>
      </pc:docMkLst>
      <pc:sldChg chg="modSp mod">
        <pc:chgData name="Derek" userId="4e026a2b-e7b8-4a96-84ef-4c90103f56d8" providerId="ADAL" clId="{68A49D41-B9C3-41FC-9DF3-0C94EB5FF586}" dt="2020-10-31T12:39:06.230" v="131" actId="13926"/>
        <pc:sldMkLst>
          <pc:docMk/>
          <pc:sldMk cId="194519236" sldId="689"/>
        </pc:sldMkLst>
        <pc:graphicFrameChg chg="modGraphic">
          <ac:chgData name="Derek" userId="4e026a2b-e7b8-4a96-84ef-4c90103f56d8" providerId="ADAL" clId="{68A49D41-B9C3-41FC-9DF3-0C94EB5FF586}" dt="2020-10-31T12:39:06.230" v="131" actId="13926"/>
          <ac:graphicFrameMkLst>
            <pc:docMk/>
            <pc:sldMk cId="194519236" sldId="689"/>
            <ac:graphicFrameMk id="3" creationId="{902E70B4-30E8-4713-88D0-AA8DDC640A16}"/>
          </ac:graphicFrameMkLst>
        </pc:graphicFrameChg>
      </pc:sldChg>
      <pc:sldChg chg="modSp mod">
        <pc:chgData name="Derek" userId="4e026a2b-e7b8-4a96-84ef-4c90103f56d8" providerId="ADAL" clId="{68A49D41-B9C3-41FC-9DF3-0C94EB5FF586}" dt="2020-10-31T13:47:59.795" v="2138" actId="20577"/>
        <pc:sldMkLst>
          <pc:docMk/>
          <pc:sldMk cId="4203553087" sldId="718"/>
        </pc:sldMkLst>
        <pc:spChg chg="mod">
          <ac:chgData name="Derek" userId="4e026a2b-e7b8-4a96-84ef-4c90103f56d8" providerId="ADAL" clId="{68A49D41-B9C3-41FC-9DF3-0C94EB5FF586}" dt="2020-10-31T13:47:59.795" v="2138" actId="20577"/>
          <ac:spMkLst>
            <pc:docMk/>
            <pc:sldMk cId="4203553087" sldId="718"/>
            <ac:spMk id="4" creationId="{1BD43F09-785F-45D0-8FFD-00D7C6797479}"/>
          </ac:spMkLst>
        </pc:spChg>
      </pc:sldChg>
      <pc:sldChg chg="modSp mod">
        <pc:chgData name="Derek" userId="4e026a2b-e7b8-4a96-84ef-4c90103f56d8" providerId="ADAL" clId="{68A49D41-B9C3-41FC-9DF3-0C94EB5FF586}" dt="2020-10-31T12:39:11.928" v="132" actId="13926"/>
        <pc:sldMkLst>
          <pc:docMk/>
          <pc:sldMk cId="3769822916" sldId="724"/>
        </pc:sldMkLst>
        <pc:spChg chg="mod">
          <ac:chgData name="Derek" userId="4e026a2b-e7b8-4a96-84ef-4c90103f56d8" providerId="ADAL" clId="{68A49D41-B9C3-41FC-9DF3-0C94EB5FF586}" dt="2020-10-31T12:39:11.928" v="132" actId="13926"/>
          <ac:spMkLst>
            <pc:docMk/>
            <pc:sldMk cId="3769822916" sldId="724"/>
            <ac:spMk id="7" creationId="{246722D8-CB93-49E0-A1F5-058F01810C93}"/>
          </ac:spMkLst>
        </pc:spChg>
      </pc:sldChg>
      <pc:sldChg chg="modSp mod">
        <pc:chgData name="Derek" userId="4e026a2b-e7b8-4a96-84ef-4c90103f56d8" providerId="ADAL" clId="{68A49D41-B9C3-41FC-9DF3-0C94EB5FF586}" dt="2020-10-31T13:30:06.020" v="1967" actId="20577"/>
        <pc:sldMkLst>
          <pc:docMk/>
          <pc:sldMk cId="2561160881" sldId="732"/>
        </pc:sldMkLst>
        <pc:spChg chg="mod">
          <ac:chgData name="Derek" userId="4e026a2b-e7b8-4a96-84ef-4c90103f56d8" providerId="ADAL" clId="{68A49D41-B9C3-41FC-9DF3-0C94EB5FF586}" dt="2020-10-31T13:30:06.020" v="1967" actId="20577"/>
          <ac:spMkLst>
            <pc:docMk/>
            <pc:sldMk cId="2561160881" sldId="732"/>
            <ac:spMk id="5" creationId="{3BEEDEC3-2F3A-4E18-BF67-D4FE4905CC84}"/>
          </ac:spMkLst>
        </pc:spChg>
      </pc:sldChg>
      <pc:sldChg chg="modSp mod">
        <pc:chgData name="Derek" userId="4e026a2b-e7b8-4a96-84ef-4c90103f56d8" providerId="ADAL" clId="{68A49D41-B9C3-41FC-9DF3-0C94EB5FF586}" dt="2020-10-31T12:44:32.620" v="380" actId="13926"/>
        <pc:sldMkLst>
          <pc:docMk/>
          <pc:sldMk cId="1280645609" sldId="740"/>
        </pc:sldMkLst>
        <pc:graphicFrameChg chg="modGraphic">
          <ac:chgData name="Derek" userId="4e026a2b-e7b8-4a96-84ef-4c90103f56d8" providerId="ADAL" clId="{68A49D41-B9C3-41FC-9DF3-0C94EB5FF586}" dt="2020-10-31T12:44:32.620" v="380" actId="13926"/>
          <ac:graphicFrameMkLst>
            <pc:docMk/>
            <pc:sldMk cId="1280645609" sldId="740"/>
            <ac:graphicFrameMk id="3" creationId="{902E70B4-30E8-4713-88D0-AA8DDC640A16}"/>
          </ac:graphicFrameMkLst>
        </pc:graphicFrameChg>
      </pc:sldChg>
      <pc:sldChg chg="modSp mod">
        <pc:chgData name="Derek" userId="4e026a2b-e7b8-4a96-84ef-4c90103f56d8" providerId="ADAL" clId="{68A49D41-B9C3-41FC-9DF3-0C94EB5FF586}" dt="2020-10-31T12:37:55.130" v="0" actId="13926"/>
        <pc:sldMkLst>
          <pc:docMk/>
          <pc:sldMk cId="164569202" sldId="744"/>
        </pc:sldMkLst>
        <pc:spChg chg="mod">
          <ac:chgData name="Derek" userId="4e026a2b-e7b8-4a96-84ef-4c90103f56d8" providerId="ADAL" clId="{68A49D41-B9C3-41FC-9DF3-0C94EB5FF586}" dt="2020-10-31T12:37:55.130" v="0" actId="13926"/>
          <ac:spMkLst>
            <pc:docMk/>
            <pc:sldMk cId="164569202" sldId="744"/>
            <ac:spMk id="30" creationId="{31916801-5AD6-4FA2-84C8-A343C4388FF5}"/>
          </ac:spMkLst>
        </pc:spChg>
      </pc:sldChg>
      <pc:sldChg chg="addSp modSp mod">
        <pc:chgData name="Derek" userId="4e026a2b-e7b8-4a96-84ef-4c90103f56d8" providerId="ADAL" clId="{68A49D41-B9C3-41FC-9DF3-0C94EB5FF586}" dt="2020-10-31T13:37:27.490" v="2134" actId="14100"/>
        <pc:sldMkLst>
          <pc:docMk/>
          <pc:sldMk cId="1036818432" sldId="747"/>
        </pc:sldMkLst>
        <pc:spChg chg="add mod">
          <ac:chgData name="Derek" userId="4e026a2b-e7b8-4a96-84ef-4c90103f56d8" providerId="ADAL" clId="{68A49D41-B9C3-41FC-9DF3-0C94EB5FF586}" dt="2020-10-31T13:37:27.490" v="2134" actId="14100"/>
          <ac:spMkLst>
            <pc:docMk/>
            <pc:sldMk cId="1036818432" sldId="747"/>
            <ac:spMk id="5" creationId="{FDA1A9DD-E395-4CCF-96FC-4DB372F26F97}"/>
          </ac:spMkLst>
        </pc:spChg>
        <pc:graphicFrameChg chg="mod modGraphic">
          <ac:chgData name="Derek" userId="4e026a2b-e7b8-4a96-84ef-4c90103f56d8" providerId="ADAL" clId="{68A49D41-B9C3-41FC-9DF3-0C94EB5FF586}" dt="2020-10-31T13:14:44.414" v="1585" actId="20577"/>
          <ac:graphicFrameMkLst>
            <pc:docMk/>
            <pc:sldMk cId="1036818432" sldId="747"/>
            <ac:graphicFrameMk id="3" creationId="{902E70B4-30E8-4713-88D0-AA8DDC640A16}"/>
          </ac:graphicFrameMkLst>
        </pc:graphicFrameChg>
      </pc:sldChg>
      <pc:sldChg chg="modSp mod">
        <pc:chgData name="Derek" userId="4e026a2b-e7b8-4a96-84ef-4c90103f56d8" providerId="ADAL" clId="{68A49D41-B9C3-41FC-9DF3-0C94EB5FF586}" dt="2020-10-31T12:39:17.443" v="133" actId="13926"/>
        <pc:sldMkLst>
          <pc:docMk/>
          <pc:sldMk cId="1449600971" sldId="748"/>
        </pc:sldMkLst>
        <pc:spChg chg="mod">
          <ac:chgData name="Derek" userId="4e026a2b-e7b8-4a96-84ef-4c90103f56d8" providerId="ADAL" clId="{68A49D41-B9C3-41FC-9DF3-0C94EB5FF586}" dt="2020-10-31T12:39:17.443" v="133" actId="13926"/>
          <ac:spMkLst>
            <pc:docMk/>
            <pc:sldMk cId="1449600971" sldId="748"/>
            <ac:spMk id="2" creationId="{7D8F1A13-64E3-492A-B2AF-01453ED0605E}"/>
          </ac:spMkLst>
        </pc:spChg>
      </pc:sldChg>
      <pc:sldChg chg="modSp mod">
        <pc:chgData name="Derek" userId="4e026a2b-e7b8-4a96-84ef-4c90103f56d8" providerId="ADAL" clId="{68A49D41-B9C3-41FC-9DF3-0C94EB5FF586}" dt="2020-10-31T12:38:02.619" v="1" actId="13926"/>
        <pc:sldMkLst>
          <pc:docMk/>
          <pc:sldMk cId="2451485198" sldId="750"/>
        </pc:sldMkLst>
        <pc:spChg chg="mod">
          <ac:chgData name="Derek" userId="4e026a2b-e7b8-4a96-84ef-4c90103f56d8" providerId="ADAL" clId="{68A49D41-B9C3-41FC-9DF3-0C94EB5FF586}" dt="2020-10-31T12:38:02.619" v="1" actId="13926"/>
          <ac:spMkLst>
            <pc:docMk/>
            <pc:sldMk cId="2451485198" sldId="750"/>
            <ac:spMk id="4" creationId="{AE4F1338-42CC-48A9-8EC0-E96A81A8A584}"/>
          </ac:spMkLst>
        </pc:spChg>
      </pc:sldChg>
      <pc:sldChg chg="addSp delSp modSp mod">
        <pc:chgData name="Derek" userId="4e026a2b-e7b8-4a96-84ef-4c90103f56d8" providerId="ADAL" clId="{68A49D41-B9C3-41FC-9DF3-0C94EB5FF586}" dt="2020-10-31T13:28:04.039" v="1906" actId="207"/>
        <pc:sldMkLst>
          <pc:docMk/>
          <pc:sldMk cId="353402113" sldId="751"/>
        </pc:sldMkLst>
        <pc:spChg chg="mod">
          <ac:chgData name="Derek" userId="4e026a2b-e7b8-4a96-84ef-4c90103f56d8" providerId="ADAL" clId="{68A49D41-B9C3-41FC-9DF3-0C94EB5FF586}" dt="2020-10-31T13:25:33.945" v="1825" actId="20577"/>
          <ac:spMkLst>
            <pc:docMk/>
            <pc:sldMk cId="353402113" sldId="751"/>
            <ac:spMk id="3" creationId="{09901220-A8FC-4AAD-96B1-D98430A518FC}"/>
          </ac:spMkLst>
        </pc:spChg>
        <pc:spChg chg="del mod">
          <ac:chgData name="Derek" userId="4e026a2b-e7b8-4a96-84ef-4c90103f56d8" providerId="ADAL" clId="{68A49D41-B9C3-41FC-9DF3-0C94EB5FF586}" dt="2020-10-31T13:22:19.443" v="1729" actId="478"/>
          <ac:spMkLst>
            <pc:docMk/>
            <pc:sldMk cId="353402113" sldId="751"/>
            <ac:spMk id="6" creationId="{0857C6A5-0AD0-4C29-9194-53E8C48C7D69}"/>
          </ac:spMkLst>
        </pc:spChg>
        <pc:spChg chg="add mod">
          <ac:chgData name="Derek" userId="4e026a2b-e7b8-4a96-84ef-4c90103f56d8" providerId="ADAL" clId="{68A49D41-B9C3-41FC-9DF3-0C94EB5FF586}" dt="2020-10-31T13:04:52.551" v="1026" actId="207"/>
          <ac:spMkLst>
            <pc:docMk/>
            <pc:sldMk cId="353402113" sldId="751"/>
            <ac:spMk id="15" creationId="{93AE0FD4-601B-4303-94F1-BFCDC218DA03}"/>
          </ac:spMkLst>
        </pc:spChg>
        <pc:spChg chg="add del">
          <ac:chgData name="Derek" userId="4e026a2b-e7b8-4a96-84ef-4c90103f56d8" providerId="ADAL" clId="{68A49D41-B9C3-41FC-9DF3-0C94EB5FF586}" dt="2020-10-31T13:03:57.549" v="1020" actId="478"/>
          <ac:spMkLst>
            <pc:docMk/>
            <pc:sldMk cId="353402113" sldId="751"/>
            <ac:spMk id="16" creationId="{D2D7A400-06A3-4255-A468-4479710CE87D}"/>
          </ac:spMkLst>
        </pc:spChg>
        <pc:spChg chg="add mod">
          <ac:chgData name="Derek" userId="4e026a2b-e7b8-4a96-84ef-4c90103f56d8" providerId="ADAL" clId="{68A49D41-B9C3-41FC-9DF3-0C94EB5FF586}" dt="2020-10-31T13:09:52.013" v="1093" actId="1038"/>
          <ac:spMkLst>
            <pc:docMk/>
            <pc:sldMk cId="353402113" sldId="751"/>
            <ac:spMk id="17" creationId="{601BD18D-87C9-42D0-9A44-EC6607BDCA12}"/>
          </ac:spMkLst>
        </pc:spChg>
        <pc:spChg chg="add mod">
          <ac:chgData name="Derek" userId="4e026a2b-e7b8-4a96-84ef-4c90103f56d8" providerId="ADAL" clId="{68A49D41-B9C3-41FC-9DF3-0C94EB5FF586}" dt="2020-10-31T13:10:25.238" v="1112" actId="207"/>
          <ac:spMkLst>
            <pc:docMk/>
            <pc:sldMk cId="353402113" sldId="751"/>
            <ac:spMk id="18" creationId="{FE9AD0A2-1B5D-47C7-8EDB-9251D154D35E}"/>
          </ac:spMkLst>
        </pc:spChg>
        <pc:spChg chg="mod">
          <ac:chgData name="Derek" userId="4e026a2b-e7b8-4a96-84ef-4c90103f56d8" providerId="ADAL" clId="{68A49D41-B9C3-41FC-9DF3-0C94EB5FF586}" dt="2020-10-31T13:21:57.055" v="1716" actId="404"/>
          <ac:spMkLst>
            <pc:docMk/>
            <pc:sldMk cId="353402113" sldId="751"/>
            <ac:spMk id="19" creationId="{CF75AA3E-863B-4B28-A419-51E09B4F7638}"/>
          </ac:spMkLst>
        </pc:spChg>
        <pc:spChg chg="mod">
          <ac:chgData name="Derek" userId="4e026a2b-e7b8-4a96-84ef-4c90103f56d8" providerId="ADAL" clId="{68A49D41-B9C3-41FC-9DF3-0C94EB5FF586}" dt="2020-10-31T13:05:59.926" v="1054" actId="20577"/>
          <ac:spMkLst>
            <pc:docMk/>
            <pc:sldMk cId="353402113" sldId="751"/>
            <ac:spMk id="20" creationId="{30EE679C-397B-4A13-8D9C-C1F6840B1836}"/>
          </ac:spMkLst>
        </pc:spChg>
        <pc:spChg chg="add">
          <ac:chgData name="Derek" userId="4e026a2b-e7b8-4a96-84ef-4c90103f56d8" providerId="ADAL" clId="{68A49D41-B9C3-41FC-9DF3-0C94EB5FF586}" dt="2020-10-31T13:22:19.911" v="1730" actId="22"/>
          <ac:spMkLst>
            <pc:docMk/>
            <pc:sldMk cId="353402113" sldId="751"/>
            <ac:spMk id="21" creationId="{37A43E5B-C8EB-411F-AEE6-95065A8309C3}"/>
          </ac:spMkLst>
        </pc:spChg>
        <pc:spChg chg="add del">
          <ac:chgData name="Derek" userId="4e026a2b-e7b8-4a96-84ef-4c90103f56d8" providerId="ADAL" clId="{68A49D41-B9C3-41FC-9DF3-0C94EB5FF586}" dt="2020-10-31T13:25:51.913" v="1827" actId="22"/>
          <ac:spMkLst>
            <pc:docMk/>
            <pc:sldMk cId="353402113" sldId="751"/>
            <ac:spMk id="22" creationId="{B9BE57D9-C4FD-45CF-BABC-620FC986117D}"/>
          </ac:spMkLst>
        </pc:spChg>
        <pc:spChg chg="mod">
          <ac:chgData name="Derek" userId="4e026a2b-e7b8-4a96-84ef-4c90103f56d8" providerId="ADAL" clId="{68A49D41-B9C3-41FC-9DF3-0C94EB5FF586}" dt="2020-10-31T12:51:07.284" v="608" actId="404"/>
          <ac:spMkLst>
            <pc:docMk/>
            <pc:sldMk cId="353402113" sldId="751"/>
            <ac:spMk id="24" creationId="{2C6E4FA2-64AC-4ED2-A730-C4B8DEB330A2}"/>
          </ac:spMkLst>
        </pc:spChg>
        <pc:spChg chg="mod">
          <ac:chgData name="Derek" userId="4e026a2b-e7b8-4a96-84ef-4c90103f56d8" providerId="ADAL" clId="{68A49D41-B9C3-41FC-9DF3-0C94EB5FF586}" dt="2020-10-31T13:17:10.522" v="1620" actId="1076"/>
          <ac:spMkLst>
            <pc:docMk/>
            <pc:sldMk cId="353402113" sldId="751"/>
            <ac:spMk id="26" creationId="{67DC5608-6129-4431-A6C2-7B1C9ACE1E8B}"/>
          </ac:spMkLst>
        </pc:spChg>
        <pc:spChg chg="add mod">
          <ac:chgData name="Derek" userId="4e026a2b-e7b8-4a96-84ef-4c90103f56d8" providerId="ADAL" clId="{68A49D41-B9C3-41FC-9DF3-0C94EB5FF586}" dt="2020-10-31T13:27:17.101" v="1900" actId="20577"/>
          <ac:spMkLst>
            <pc:docMk/>
            <pc:sldMk cId="353402113" sldId="751"/>
            <ac:spMk id="27" creationId="{9FB393DF-5DFA-4D7E-B9A1-2C3289B5CE31}"/>
          </ac:spMkLst>
        </pc:spChg>
        <pc:spChg chg="add mod">
          <ac:chgData name="Derek" userId="4e026a2b-e7b8-4a96-84ef-4c90103f56d8" providerId="ADAL" clId="{68A49D41-B9C3-41FC-9DF3-0C94EB5FF586}" dt="2020-10-31T13:28:04.039" v="1906" actId="207"/>
          <ac:spMkLst>
            <pc:docMk/>
            <pc:sldMk cId="353402113" sldId="751"/>
            <ac:spMk id="28" creationId="{E21F2ADC-54E1-4DF0-B304-356C6D3ED570}"/>
          </ac:spMkLst>
        </pc:spChg>
        <pc:spChg chg="mod">
          <ac:chgData name="Derek" userId="4e026a2b-e7b8-4a96-84ef-4c90103f56d8" providerId="ADAL" clId="{68A49D41-B9C3-41FC-9DF3-0C94EB5FF586}" dt="2020-10-31T12:57:05.092" v="869" actId="14100"/>
          <ac:spMkLst>
            <pc:docMk/>
            <pc:sldMk cId="353402113" sldId="751"/>
            <ac:spMk id="30" creationId="{7C9CC454-9D4A-4E19-BE11-69E517AE55D5}"/>
          </ac:spMkLst>
        </pc:spChg>
        <pc:spChg chg="add del mod">
          <ac:chgData name="Derek" userId="4e026a2b-e7b8-4a96-84ef-4c90103f56d8" providerId="ADAL" clId="{68A49D41-B9C3-41FC-9DF3-0C94EB5FF586}" dt="2020-10-31T13:25:27.133" v="1823" actId="478"/>
          <ac:spMkLst>
            <pc:docMk/>
            <pc:sldMk cId="353402113" sldId="751"/>
            <ac:spMk id="31" creationId="{27F9C82B-2046-418A-81A2-5648D9B33A66}"/>
          </ac:spMkLst>
        </pc:spChg>
        <pc:spChg chg="del mod">
          <ac:chgData name="Derek" userId="4e026a2b-e7b8-4a96-84ef-4c90103f56d8" providerId="ADAL" clId="{68A49D41-B9C3-41FC-9DF3-0C94EB5FF586}" dt="2020-10-31T13:23:34.081" v="1732" actId="478"/>
          <ac:spMkLst>
            <pc:docMk/>
            <pc:sldMk cId="353402113" sldId="751"/>
            <ac:spMk id="33" creationId="{E293BA46-A681-478B-88C0-3B848D1E0D2A}"/>
          </ac:spMkLst>
        </pc:spChg>
        <pc:spChg chg="mod">
          <ac:chgData name="Derek" userId="4e026a2b-e7b8-4a96-84ef-4c90103f56d8" providerId="ADAL" clId="{68A49D41-B9C3-41FC-9DF3-0C94EB5FF586}" dt="2020-10-31T13:17:37.226" v="1660" actId="1037"/>
          <ac:spMkLst>
            <pc:docMk/>
            <pc:sldMk cId="353402113" sldId="751"/>
            <ac:spMk id="34" creationId="{782A1719-9433-4995-8573-AA36E96E3114}"/>
          </ac:spMkLst>
        </pc:spChg>
        <pc:spChg chg="mod">
          <ac:chgData name="Derek" userId="4e026a2b-e7b8-4a96-84ef-4c90103f56d8" providerId="ADAL" clId="{68A49D41-B9C3-41FC-9DF3-0C94EB5FF586}" dt="2020-10-31T12:57:54.902" v="870" actId="14100"/>
          <ac:spMkLst>
            <pc:docMk/>
            <pc:sldMk cId="353402113" sldId="751"/>
            <ac:spMk id="35" creationId="{8410DEBF-7BDC-4A78-8C20-26193EA47388}"/>
          </ac:spMkLst>
        </pc:spChg>
        <pc:spChg chg="mod">
          <ac:chgData name="Derek" userId="4e026a2b-e7b8-4a96-84ef-4c90103f56d8" providerId="ADAL" clId="{68A49D41-B9C3-41FC-9DF3-0C94EB5FF586}" dt="2020-10-31T13:09:40.845" v="1090" actId="1035"/>
          <ac:spMkLst>
            <pc:docMk/>
            <pc:sldMk cId="353402113" sldId="751"/>
            <ac:spMk id="40" creationId="{4FC40D55-F36B-4E4F-A657-1C96AD463681}"/>
          </ac:spMkLst>
        </pc:spChg>
        <pc:graphicFrameChg chg="mod modGraphic">
          <ac:chgData name="Derek" userId="4e026a2b-e7b8-4a96-84ef-4c90103f56d8" providerId="ADAL" clId="{68A49D41-B9C3-41FC-9DF3-0C94EB5FF586}" dt="2020-10-31T13:09:58.532" v="1095" actId="6549"/>
          <ac:graphicFrameMkLst>
            <pc:docMk/>
            <pc:sldMk cId="353402113" sldId="751"/>
            <ac:graphicFrameMk id="5" creationId="{5B5DC643-A2A1-4C5A-8E30-7B31A33F5EE2}"/>
          </ac:graphicFrameMkLst>
        </pc:graphicFrameChg>
        <pc:cxnChg chg="add mod">
          <ac:chgData name="Derek" userId="4e026a2b-e7b8-4a96-84ef-4c90103f56d8" providerId="ADAL" clId="{68A49D41-B9C3-41FC-9DF3-0C94EB5FF586}" dt="2020-10-31T13:26:26.717" v="1832" actId="692"/>
          <ac:cxnSpMkLst>
            <pc:docMk/>
            <pc:sldMk cId="353402113" sldId="751"/>
            <ac:cxnSpMk id="25" creationId="{38C7EF65-F630-4268-8245-2B4C26498730}"/>
          </ac:cxnSpMkLst>
        </pc:cxnChg>
      </pc:sldChg>
      <pc:sldChg chg="addSp delSp modSp del mod">
        <pc:chgData name="Derek" userId="4e026a2b-e7b8-4a96-84ef-4c90103f56d8" providerId="ADAL" clId="{68A49D41-B9C3-41FC-9DF3-0C94EB5FF586}" dt="2020-10-31T13:24:59.776" v="1809" actId="47"/>
        <pc:sldMkLst>
          <pc:docMk/>
          <pc:sldMk cId="2812317835" sldId="752"/>
        </pc:sldMkLst>
        <pc:spChg chg="del">
          <ac:chgData name="Derek" userId="4e026a2b-e7b8-4a96-84ef-4c90103f56d8" providerId="ADAL" clId="{68A49D41-B9C3-41FC-9DF3-0C94EB5FF586}" dt="2020-10-31T13:05:05.004" v="1027" actId="478"/>
          <ac:spMkLst>
            <pc:docMk/>
            <pc:sldMk cId="2812317835" sldId="752"/>
            <ac:spMk id="2" creationId="{543081EB-ED05-4365-8B1A-96FAFBDE0284}"/>
          </ac:spMkLst>
        </pc:spChg>
        <pc:spChg chg="mod">
          <ac:chgData name="Derek" userId="4e026a2b-e7b8-4a96-84ef-4c90103f56d8" providerId="ADAL" clId="{68A49D41-B9C3-41FC-9DF3-0C94EB5FF586}" dt="2020-10-31T13:24:50.059" v="1808" actId="20577"/>
          <ac:spMkLst>
            <pc:docMk/>
            <pc:sldMk cId="2812317835" sldId="752"/>
            <ac:spMk id="3" creationId="{09901220-A8FC-4AAD-96B1-D98430A518FC}"/>
          </ac:spMkLst>
        </pc:spChg>
        <pc:spChg chg="del mod">
          <ac:chgData name="Derek" userId="4e026a2b-e7b8-4a96-84ef-4c90103f56d8" providerId="ADAL" clId="{68A49D41-B9C3-41FC-9DF3-0C94EB5FF586}" dt="2020-10-31T13:07:25.646" v="1061" actId="478"/>
          <ac:spMkLst>
            <pc:docMk/>
            <pc:sldMk cId="2812317835" sldId="752"/>
            <ac:spMk id="6" creationId="{0857C6A5-0AD0-4C29-9194-53E8C48C7D69}"/>
          </ac:spMkLst>
        </pc:spChg>
        <pc:spChg chg="mod">
          <ac:chgData name="Derek" userId="4e026a2b-e7b8-4a96-84ef-4c90103f56d8" providerId="ADAL" clId="{68A49D41-B9C3-41FC-9DF3-0C94EB5FF586}" dt="2020-10-31T13:13:40.606" v="1574" actId="13926"/>
          <ac:spMkLst>
            <pc:docMk/>
            <pc:sldMk cId="2812317835" sldId="752"/>
            <ac:spMk id="11" creationId="{3CD50E72-9F1C-4367-A812-D32C8AF11936}"/>
          </ac:spMkLst>
        </pc:spChg>
        <pc:spChg chg="add">
          <ac:chgData name="Derek" userId="4e026a2b-e7b8-4a96-84ef-4c90103f56d8" providerId="ADAL" clId="{68A49D41-B9C3-41FC-9DF3-0C94EB5FF586}" dt="2020-10-31T13:05:05.483" v="1028" actId="22"/>
          <ac:spMkLst>
            <pc:docMk/>
            <pc:sldMk cId="2812317835" sldId="752"/>
            <ac:spMk id="12" creationId="{49D129B3-39CD-4635-92E9-6FE77D3BE20E}"/>
          </ac:spMkLst>
        </pc:spChg>
        <pc:spChg chg="add">
          <ac:chgData name="Derek" userId="4e026a2b-e7b8-4a96-84ef-4c90103f56d8" providerId="ADAL" clId="{68A49D41-B9C3-41FC-9DF3-0C94EB5FF586}" dt="2020-10-31T13:06:10.639" v="1056" actId="22"/>
          <ac:spMkLst>
            <pc:docMk/>
            <pc:sldMk cId="2812317835" sldId="752"/>
            <ac:spMk id="13" creationId="{6D5F2AC9-0954-45E7-A905-7D689CEBB889}"/>
          </ac:spMkLst>
        </pc:spChg>
        <pc:spChg chg="add mod">
          <ac:chgData name="Derek" userId="4e026a2b-e7b8-4a96-84ef-4c90103f56d8" providerId="ADAL" clId="{68A49D41-B9C3-41FC-9DF3-0C94EB5FF586}" dt="2020-10-31T13:22:11.876" v="1728" actId="20577"/>
          <ac:spMkLst>
            <pc:docMk/>
            <pc:sldMk cId="2812317835" sldId="752"/>
            <ac:spMk id="14" creationId="{1B2BEE35-9106-4045-9E03-B43817F16802}"/>
          </ac:spMkLst>
        </pc:spChg>
        <pc:spChg chg="add del">
          <ac:chgData name="Derek" userId="4e026a2b-e7b8-4a96-84ef-4c90103f56d8" providerId="ADAL" clId="{68A49D41-B9C3-41FC-9DF3-0C94EB5FF586}" dt="2020-10-31T13:22:02.410" v="1717" actId="478"/>
          <ac:spMkLst>
            <pc:docMk/>
            <pc:sldMk cId="2812317835" sldId="752"/>
            <ac:spMk id="15" creationId="{87A333FC-E369-431E-B790-31C9E20F21D7}"/>
          </ac:spMkLst>
        </pc:spChg>
        <pc:spChg chg="add">
          <ac:chgData name="Derek" userId="4e026a2b-e7b8-4a96-84ef-4c90103f56d8" providerId="ADAL" clId="{68A49D41-B9C3-41FC-9DF3-0C94EB5FF586}" dt="2020-10-31T13:10:31.043" v="1113" actId="22"/>
          <ac:spMkLst>
            <pc:docMk/>
            <pc:sldMk cId="2812317835" sldId="752"/>
            <ac:spMk id="16" creationId="{15391052-E4B7-489B-9BDF-247714D8482C}"/>
          </ac:spMkLst>
        </pc:spChg>
        <pc:spChg chg="add">
          <ac:chgData name="Derek" userId="4e026a2b-e7b8-4a96-84ef-4c90103f56d8" providerId="ADAL" clId="{68A49D41-B9C3-41FC-9DF3-0C94EB5FF586}" dt="2020-10-31T13:10:31.043" v="1113" actId="22"/>
          <ac:spMkLst>
            <pc:docMk/>
            <pc:sldMk cId="2812317835" sldId="752"/>
            <ac:spMk id="17" creationId="{FE20D289-0B83-4D64-A357-4F002CB52202}"/>
          </ac:spMkLst>
        </pc:spChg>
        <pc:spChg chg="add">
          <ac:chgData name="Derek" userId="4e026a2b-e7b8-4a96-84ef-4c90103f56d8" providerId="ADAL" clId="{68A49D41-B9C3-41FC-9DF3-0C94EB5FF586}" dt="2020-10-31T13:22:02.826" v="1718" actId="22"/>
          <ac:spMkLst>
            <pc:docMk/>
            <pc:sldMk cId="2812317835" sldId="752"/>
            <ac:spMk id="18" creationId="{C6E84A91-97E4-47D7-8D91-1DA2B57AF2D8}"/>
          </ac:spMkLst>
        </pc:spChg>
        <pc:spChg chg="del mod">
          <ac:chgData name="Derek" userId="4e026a2b-e7b8-4a96-84ef-4c90103f56d8" providerId="ADAL" clId="{68A49D41-B9C3-41FC-9DF3-0C94EB5FF586}" dt="2020-10-31T13:07:25.646" v="1061" actId="478"/>
          <ac:spMkLst>
            <pc:docMk/>
            <pc:sldMk cId="2812317835" sldId="752"/>
            <ac:spMk id="19" creationId="{CF75AA3E-863B-4B28-A419-51E09B4F7638}"/>
          </ac:spMkLst>
        </pc:spChg>
        <pc:spChg chg="del mod">
          <ac:chgData name="Derek" userId="4e026a2b-e7b8-4a96-84ef-4c90103f56d8" providerId="ADAL" clId="{68A49D41-B9C3-41FC-9DF3-0C94EB5FF586}" dt="2020-10-31T13:06:10.277" v="1055" actId="478"/>
          <ac:spMkLst>
            <pc:docMk/>
            <pc:sldMk cId="2812317835" sldId="752"/>
            <ac:spMk id="20" creationId="{30EE679C-397B-4A13-8D9C-C1F6840B1836}"/>
          </ac:spMkLst>
        </pc:spChg>
        <pc:spChg chg="mod">
          <ac:chgData name="Derek" userId="4e026a2b-e7b8-4a96-84ef-4c90103f56d8" providerId="ADAL" clId="{68A49D41-B9C3-41FC-9DF3-0C94EB5FF586}" dt="2020-10-31T13:08:21.795" v="1082" actId="404"/>
          <ac:spMkLst>
            <pc:docMk/>
            <pc:sldMk cId="2812317835" sldId="752"/>
            <ac:spMk id="24" creationId="{2C6E4FA2-64AC-4ED2-A730-C4B8DEB330A2}"/>
          </ac:spMkLst>
        </pc:spChg>
        <pc:spChg chg="mod">
          <ac:chgData name="Derek" userId="4e026a2b-e7b8-4a96-84ef-4c90103f56d8" providerId="ADAL" clId="{68A49D41-B9C3-41FC-9DF3-0C94EB5FF586}" dt="2020-10-31T12:49:33.860" v="562" actId="14100"/>
          <ac:spMkLst>
            <pc:docMk/>
            <pc:sldMk cId="2812317835" sldId="752"/>
            <ac:spMk id="30" creationId="{7C9CC454-9D4A-4E19-BE11-69E517AE55D5}"/>
          </ac:spMkLst>
        </pc:spChg>
        <pc:spChg chg="del">
          <ac:chgData name="Derek" userId="4e026a2b-e7b8-4a96-84ef-4c90103f56d8" providerId="ADAL" clId="{68A49D41-B9C3-41FC-9DF3-0C94EB5FF586}" dt="2020-10-31T13:23:23.712" v="1731" actId="478"/>
          <ac:spMkLst>
            <pc:docMk/>
            <pc:sldMk cId="2812317835" sldId="752"/>
            <ac:spMk id="33" creationId="{E293BA46-A681-478B-88C0-3B848D1E0D2A}"/>
          </ac:spMkLst>
        </pc:spChg>
        <pc:spChg chg="mod">
          <ac:chgData name="Derek" userId="4e026a2b-e7b8-4a96-84ef-4c90103f56d8" providerId="ADAL" clId="{68A49D41-B9C3-41FC-9DF3-0C94EB5FF586}" dt="2020-10-31T13:06:33.264" v="1057" actId="14100"/>
          <ac:spMkLst>
            <pc:docMk/>
            <pc:sldMk cId="2812317835" sldId="752"/>
            <ac:spMk id="35" creationId="{8410DEBF-7BDC-4A78-8C20-26193EA47388}"/>
          </ac:spMkLst>
        </pc:spChg>
        <pc:spChg chg="mod">
          <ac:chgData name="Derek" userId="4e026a2b-e7b8-4a96-84ef-4c90103f56d8" providerId="ADAL" clId="{68A49D41-B9C3-41FC-9DF3-0C94EB5FF586}" dt="2020-10-31T13:08:41.556" v="1084" actId="14100"/>
          <ac:spMkLst>
            <pc:docMk/>
            <pc:sldMk cId="2812317835" sldId="752"/>
            <ac:spMk id="39" creationId="{683D8196-8F5B-425A-8F8E-DCED9868E536}"/>
          </ac:spMkLst>
        </pc:spChg>
      </pc:sldChg>
      <pc:sldChg chg="add del">
        <pc:chgData name="Derek" userId="4e026a2b-e7b8-4a96-84ef-4c90103f56d8" providerId="ADAL" clId="{68A49D41-B9C3-41FC-9DF3-0C94EB5FF586}" dt="2020-10-31T13:26:07.773" v="1829" actId="47"/>
        <pc:sldMkLst>
          <pc:docMk/>
          <pc:sldMk cId="3030868542" sldId="752"/>
        </pc:sldMkLst>
      </pc:sldChg>
    </pc:docChg>
  </pc:docChgLst>
  <pc:docChgLst>
    <pc:chgData name="Axata Dalvi" userId="020de26b-c38d-43b8-ada0-ee1c8a83f3ac" providerId="ADAL" clId="{7B8563A6-67D0-41F9-99C4-2D08ACBB67FA}"/>
    <pc:docChg chg="custSel addSld delSld modSld modSection">
      <pc:chgData name="Axata Dalvi" userId="020de26b-c38d-43b8-ada0-ee1c8a83f3ac" providerId="ADAL" clId="{7B8563A6-67D0-41F9-99C4-2D08ACBB67FA}" dt="2021-09-28T06:41:25.707" v="122" actId="700"/>
      <pc:docMkLst>
        <pc:docMk/>
      </pc:docMkLst>
      <pc:sldChg chg="modSp mod">
        <pc:chgData name="Axata Dalvi" userId="020de26b-c38d-43b8-ada0-ee1c8a83f3ac" providerId="ADAL" clId="{7B8563A6-67D0-41F9-99C4-2D08ACBB67FA}" dt="2021-09-28T06:38:16.484" v="48"/>
        <pc:sldMkLst>
          <pc:docMk/>
          <pc:sldMk cId="4203553087" sldId="718"/>
        </pc:sldMkLst>
        <pc:spChg chg="mod">
          <ac:chgData name="Axata Dalvi" userId="020de26b-c38d-43b8-ada0-ee1c8a83f3ac" providerId="ADAL" clId="{7B8563A6-67D0-41F9-99C4-2D08ACBB67FA}" dt="2021-09-28T06:37:51.417" v="46" actId="20577"/>
          <ac:spMkLst>
            <pc:docMk/>
            <pc:sldMk cId="4203553087" sldId="718"/>
            <ac:spMk id="3" creationId="{98AFB9E1-A94C-4750-B176-FC38F8828373}"/>
          </ac:spMkLst>
        </pc:spChg>
        <pc:spChg chg="mod">
          <ac:chgData name="Axata Dalvi" userId="020de26b-c38d-43b8-ada0-ee1c8a83f3ac" providerId="ADAL" clId="{7B8563A6-67D0-41F9-99C4-2D08ACBB67FA}" dt="2021-09-28T06:38:16.484" v="48"/>
          <ac:spMkLst>
            <pc:docMk/>
            <pc:sldMk cId="4203553087" sldId="718"/>
            <ac:spMk id="6" creationId="{9A78BE87-69FF-44A3-82CD-2FAA13457F43}"/>
          </ac:spMkLst>
        </pc:spChg>
        <pc:graphicFrameChg chg="mod">
          <ac:chgData name="Axata Dalvi" userId="020de26b-c38d-43b8-ada0-ee1c8a83f3ac" providerId="ADAL" clId="{7B8563A6-67D0-41F9-99C4-2D08ACBB67FA}" dt="2021-09-28T06:38:08.928" v="47"/>
          <ac:graphicFrameMkLst>
            <pc:docMk/>
            <pc:sldMk cId="4203553087" sldId="718"/>
            <ac:graphicFrameMk id="2" creationId="{6BAB47AF-4D99-4926-8A2C-F07343678782}"/>
          </ac:graphicFrameMkLst>
        </pc:graphicFrameChg>
      </pc:sldChg>
      <pc:sldChg chg="modSp mod">
        <pc:chgData name="Axata Dalvi" userId="020de26b-c38d-43b8-ada0-ee1c8a83f3ac" providerId="ADAL" clId="{7B8563A6-67D0-41F9-99C4-2D08ACBB67FA}" dt="2021-09-28T06:38:46.424" v="49"/>
        <pc:sldMkLst>
          <pc:docMk/>
          <pc:sldMk cId="3844163676" sldId="719"/>
        </pc:sldMkLst>
        <pc:spChg chg="mod">
          <ac:chgData name="Axata Dalvi" userId="020de26b-c38d-43b8-ada0-ee1c8a83f3ac" providerId="ADAL" clId="{7B8563A6-67D0-41F9-99C4-2D08ACBB67FA}" dt="2021-09-28T06:38:46.424" v="49"/>
          <ac:spMkLst>
            <pc:docMk/>
            <pc:sldMk cId="3844163676" sldId="719"/>
            <ac:spMk id="3" creationId="{35802B1F-8C26-41D8-AB58-E298A5A7909D}"/>
          </ac:spMkLst>
        </pc:spChg>
      </pc:sldChg>
      <pc:sldChg chg="del">
        <pc:chgData name="Axata Dalvi" userId="020de26b-c38d-43b8-ada0-ee1c8a83f3ac" providerId="ADAL" clId="{7B8563A6-67D0-41F9-99C4-2D08ACBB67FA}" dt="2021-09-28T06:39:34.053" v="50" actId="47"/>
        <pc:sldMkLst>
          <pc:docMk/>
          <pc:sldMk cId="2917294924" sldId="723"/>
        </pc:sldMkLst>
      </pc:sldChg>
      <pc:sldChg chg="modSp mod">
        <pc:chgData name="Axata Dalvi" userId="020de26b-c38d-43b8-ada0-ee1c8a83f3ac" providerId="ADAL" clId="{7B8563A6-67D0-41F9-99C4-2D08ACBB67FA}" dt="2021-09-28T06:40:32.801" v="93" actId="20577"/>
        <pc:sldMkLst>
          <pc:docMk/>
          <pc:sldMk cId="4274754911" sldId="725"/>
        </pc:sldMkLst>
        <pc:spChg chg="mod">
          <ac:chgData name="Axata Dalvi" userId="020de26b-c38d-43b8-ada0-ee1c8a83f3ac" providerId="ADAL" clId="{7B8563A6-67D0-41F9-99C4-2D08ACBB67FA}" dt="2021-09-28T06:39:46.357" v="69" actId="20577"/>
          <ac:spMkLst>
            <pc:docMk/>
            <pc:sldMk cId="4274754911" sldId="725"/>
            <ac:spMk id="2" creationId="{80E1EEA8-3836-4B46-B3A5-DF8AA3C4C66F}"/>
          </ac:spMkLst>
        </pc:spChg>
        <pc:spChg chg="mod">
          <ac:chgData name="Axata Dalvi" userId="020de26b-c38d-43b8-ada0-ee1c8a83f3ac" providerId="ADAL" clId="{7B8563A6-67D0-41F9-99C4-2D08ACBB67FA}" dt="2021-09-28T06:40:32.801" v="93" actId="20577"/>
          <ac:spMkLst>
            <pc:docMk/>
            <pc:sldMk cId="4274754911" sldId="725"/>
            <ac:spMk id="3" creationId="{435E7D97-3F1D-48FF-BDEB-C86FA19FB732}"/>
          </ac:spMkLst>
        </pc:spChg>
      </pc:sldChg>
      <pc:sldChg chg="addSp delSp modSp new mod modClrScheme chgLayout">
        <pc:chgData name="Axata Dalvi" userId="020de26b-c38d-43b8-ada0-ee1c8a83f3ac" providerId="ADAL" clId="{7B8563A6-67D0-41F9-99C4-2D08ACBB67FA}" dt="2021-09-28T06:40:42.339" v="114" actId="20577"/>
        <pc:sldMkLst>
          <pc:docMk/>
          <pc:sldMk cId="3660664816" sldId="726"/>
        </pc:sldMkLst>
        <pc:spChg chg="del mod ord">
          <ac:chgData name="Axata Dalvi" userId="020de26b-c38d-43b8-ada0-ee1c8a83f3ac" providerId="ADAL" clId="{7B8563A6-67D0-41F9-99C4-2D08ACBB67FA}" dt="2021-09-28T06:40:16.017" v="87" actId="700"/>
          <ac:spMkLst>
            <pc:docMk/>
            <pc:sldMk cId="3660664816" sldId="726"/>
            <ac:spMk id="2" creationId="{2492E25F-6307-40F2-B12D-5CB7ABA1C955}"/>
          </ac:spMkLst>
        </pc:spChg>
        <pc:spChg chg="add mod ord">
          <ac:chgData name="Axata Dalvi" userId="020de26b-c38d-43b8-ada0-ee1c8a83f3ac" providerId="ADAL" clId="{7B8563A6-67D0-41F9-99C4-2D08ACBB67FA}" dt="2021-09-28T06:40:18.756" v="88" actId="20577"/>
          <ac:spMkLst>
            <pc:docMk/>
            <pc:sldMk cId="3660664816" sldId="726"/>
            <ac:spMk id="3" creationId="{6AE511EB-B223-46BC-AF55-453134621046}"/>
          </ac:spMkLst>
        </pc:spChg>
        <pc:spChg chg="add mod ord">
          <ac:chgData name="Axata Dalvi" userId="020de26b-c38d-43b8-ada0-ee1c8a83f3ac" providerId="ADAL" clId="{7B8563A6-67D0-41F9-99C4-2D08ACBB67FA}" dt="2021-09-28T06:40:42.339" v="114" actId="20577"/>
          <ac:spMkLst>
            <pc:docMk/>
            <pc:sldMk cId="3660664816" sldId="726"/>
            <ac:spMk id="4" creationId="{7FE71F11-5E99-4A07-B493-2C70FA55289C}"/>
          </ac:spMkLst>
        </pc:spChg>
      </pc:sldChg>
      <pc:sldChg chg="modSp new mod">
        <pc:chgData name="Axata Dalvi" userId="020de26b-c38d-43b8-ada0-ee1c8a83f3ac" providerId="ADAL" clId="{7B8563A6-67D0-41F9-99C4-2D08ACBB67FA}" dt="2021-09-28T06:41:09.416" v="118" actId="108"/>
        <pc:sldMkLst>
          <pc:docMk/>
          <pc:sldMk cId="3519850323" sldId="727"/>
        </pc:sldMkLst>
        <pc:spChg chg="mod">
          <ac:chgData name="Axata Dalvi" userId="020de26b-c38d-43b8-ada0-ee1c8a83f3ac" providerId="ADAL" clId="{7B8563A6-67D0-41F9-99C4-2D08ACBB67FA}" dt="2021-09-28T06:41:02.550" v="117" actId="20577"/>
          <ac:spMkLst>
            <pc:docMk/>
            <pc:sldMk cId="3519850323" sldId="727"/>
            <ac:spMk id="2" creationId="{99E2ADF9-7C03-451F-82DD-B0BF8B3F29F1}"/>
          </ac:spMkLst>
        </pc:spChg>
        <pc:spChg chg="mod">
          <ac:chgData name="Axata Dalvi" userId="020de26b-c38d-43b8-ada0-ee1c8a83f3ac" providerId="ADAL" clId="{7B8563A6-67D0-41F9-99C4-2D08ACBB67FA}" dt="2021-09-28T06:41:09.416" v="118" actId="108"/>
          <ac:spMkLst>
            <pc:docMk/>
            <pc:sldMk cId="3519850323" sldId="727"/>
            <ac:spMk id="3" creationId="{89E7D656-9BBB-408C-8124-593482F4702A}"/>
          </ac:spMkLst>
        </pc:spChg>
      </pc:sldChg>
      <pc:sldChg chg="addSp delSp modSp new mod modClrScheme chgLayout">
        <pc:chgData name="Axata Dalvi" userId="020de26b-c38d-43b8-ada0-ee1c8a83f3ac" providerId="ADAL" clId="{7B8563A6-67D0-41F9-99C4-2D08ACBB67FA}" dt="2021-09-28T06:41:17.801" v="120" actId="700"/>
        <pc:sldMkLst>
          <pc:docMk/>
          <pc:sldMk cId="2595606804" sldId="728"/>
        </pc:sldMkLst>
        <pc:spChg chg="del mod ord">
          <ac:chgData name="Axata Dalvi" userId="020de26b-c38d-43b8-ada0-ee1c8a83f3ac" providerId="ADAL" clId="{7B8563A6-67D0-41F9-99C4-2D08ACBB67FA}" dt="2021-09-28T06:41:17.801" v="120" actId="700"/>
          <ac:spMkLst>
            <pc:docMk/>
            <pc:sldMk cId="2595606804" sldId="728"/>
            <ac:spMk id="2" creationId="{F33CD0BD-33D0-44DF-8CDC-A952DED7376F}"/>
          </ac:spMkLst>
        </pc:spChg>
        <pc:spChg chg="del">
          <ac:chgData name="Axata Dalvi" userId="020de26b-c38d-43b8-ada0-ee1c8a83f3ac" providerId="ADAL" clId="{7B8563A6-67D0-41F9-99C4-2D08ACBB67FA}" dt="2021-09-28T06:41:17.801" v="120" actId="700"/>
          <ac:spMkLst>
            <pc:docMk/>
            <pc:sldMk cId="2595606804" sldId="728"/>
            <ac:spMk id="3" creationId="{7359B2E6-5C71-4C05-8EC5-1E168D93591D}"/>
          </ac:spMkLst>
        </pc:spChg>
        <pc:spChg chg="add mod ord">
          <ac:chgData name="Axata Dalvi" userId="020de26b-c38d-43b8-ada0-ee1c8a83f3ac" providerId="ADAL" clId="{7B8563A6-67D0-41F9-99C4-2D08ACBB67FA}" dt="2021-09-28T06:41:17.801" v="120" actId="700"/>
          <ac:spMkLst>
            <pc:docMk/>
            <pc:sldMk cId="2595606804" sldId="728"/>
            <ac:spMk id="4" creationId="{7C4A4B70-CD9C-4905-9275-AAE94FF25370}"/>
          </ac:spMkLst>
        </pc:spChg>
      </pc:sldChg>
      <pc:sldChg chg="addSp delSp modSp new mod modClrScheme chgLayout">
        <pc:chgData name="Axata Dalvi" userId="020de26b-c38d-43b8-ada0-ee1c8a83f3ac" providerId="ADAL" clId="{7B8563A6-67D0-41F9-99C4-2D08ACBB67FA}" dt="2021-09-28T06:41:25.707" v="122" actId="700"/>
        <pc:sldMkLst>
          <pc:docMk/>
          <pc:sldMk cId="408833186" sldId="729"/>
        </pc:sldMkLst>
        <pc:spChg chg="del mod ord">
          <ac:chgData name="Axata Dalvi" userId="020de26b-c38d-43b8-ada0-ee1c8a83f3ac" providerId="ADAL" clId="{7B8563A6-67D0-41F9-99C4-2D08ACBB67FA}" dt="2021-09-28T06:41:25.707" v="122" actId="700"/>
          <ac:spMkLst>
            <pc:docMk/>
            <pc:sldMk cId="408833186" sldId="729"/>
            <ac:spMk id="2" creationId="{E9F50140-2730-4813-9262-16DAF94FB135}"/>
          </ac:spMkLst>
        </pc:spChg>
        <pc:spChg chg="del">
          <ac:chgData name="Axata Dalvi" userId="020de26b-c38d-43b8-ada0-ee1c8a83f3ac" providerId="ADAL" clId="{7B8563A6-67D0-41F9-99C4-2D08ACBB67FA}" dt="2021-09-28T06:41:25.707" v="122" actId="700"/>
          <ac:spMkLst>
            <pc:docMk/>
            <pc:sldMk cId="408833186" sldId="729"/>
            <ac:spMk id="3" creationId="{6B3D2856-7B62-4DDB-BA94-359EDAD145B9}"/>
          </ac:spMkLst>
        </pc:spChg>
        <pc:spChg chg="add mod ord">
          <ac:chgData name="Axata Dalvi" userId="020de26b-c38d-43b8-ada0-ee1c8a83f3ac" providerId="ADAL" clId="{7B8563A6-67D0-41F9-99C4-2D08ACBB67FA}" dt="2021-09-28T06:41:25.707" v="122" actId="700"/>
          <ac:spMkLst>
            <pc:docMk/>
            <pc:sldMk cId="408833186" sldId="729"/>
            <ac:spMk id="4" creationId="{3A5454CF-87FE-4D90-9E0C-2FDF0CCDD106}"/>
          </ac:spMkLst>
        </pc:spChg>
      </pc:sldChg>
    </pc:docChg>
  </pc:docChgLst>
  <pc:docChgLst>
    <pc:chgData name="Ritesh Patil" userId="2d999d02-993d-45fd-811d-37e6af85f756" providerId="ADAL" clId="{467E4EF2-89D8-4E6F-8C64-639A58DD4A81}"/>
    <pc:docChg chg="undo custSel addSld delSld modSld sldOrd modSection">
      <pc:chgData name="Ritesh Patil" userId="2d999d02-993d-45fd-811d-37e6af85f756" providerId="ADAL" clId="{467E4EF2-89D8-4E6F-8C64-639A58DD4A81}" dt="2021-02-15T09:55:20.888" v="218" actId="478"/>
      <pc:docMkLst>
        <pc:docMk/>
      </pc:docMkLst>
      <pc:sldChg chg="addSp delSp modSp add del mod modClrScheme chgLayout">
        <pc:chgData name="Ritesh Patil" userId="2d999d02-993d-45fd-811d-37e6af85f756" providerId="ADAL" clId="{467E4EF2-89D8-4E6F-8C64-639A58DD4A81}" dt="2021-02-15T09:49:50.924" v="199" actId="113"/>
        <pc:sldMkLst>
          <pc:docMk/>
          <pc:sldMk cId="1126477306" sldId="337"/>
        </pc:sldMkLst>
        <pc:spChg chg="add mod ord">
          <ac:chgData name="Ritesh Patil" userId="2d999d02-993d-45fd-811d-37e6af85f756" providerId="ADAL" clId="{467E4EF2-89D8-4E6F-8C64-639A58DD4A81}" dt="2021-02-15T09:49:50.924" v="199" actId="113"/>
          <ac:spMkLst>
            <pc:docMk/>
            <pc:sldMk cId="1126477306" sldId="337"/>
            <ac:spMk id="2" creationId="{00C2339E-25C9-4A7B-A281-2943887ABCA9}"/>
          </ac:spMkLst>
        </pc:spChg>
        <pc:spChg chg="del mod">
          <ac:chgData name="Ritesh Patil" userId="2d999d02-993d-45fd-811d-37e6af85f756" providerId="ADAL" clId="{467E4EF2-89D8-4E6F-8C64-639A58DD4A81}" dt="2021-02-15T09:49:45.889" v="196" actId="478"/>
          <ac:spMkLst>
            <pc:docMk/>
            <pc:sldMk cId="1126477306" sldId="337"/>
            <ac:spMk id="5" creationId="{00000000-0000-0000-0000-000000000000}"/>
          </ac:spMkLst>
        </pc:spChg>
      </pc:sldChg>
      <pc:sldChg chg="addSp delSp modSp add del mod modClrScheme chgLayout">
        <pc:chgData name="Ritesh Patil" userId="2d999d02-993d-45fd-811d-37e6af85f756" providerId="ADAL" clId="{467E4EF2-89D8-4E6F-8C64-639A58DD4A81}" dt="2021-02-15T09:48:48.200" v="169" actId="108"/>
        <pc:sldMkLst>
          <pc:docMk/>
          <pc:sldMk cId="635335395" sldId="344"/>
        </pc:sldMkLst>
        <pc:spChg chg="add mod ord">
          <ac:chgData name="Ritesh Patil" userId="2d999d02-993d-45fd-811d-37e6af85f756" providerId="ADAL" clId="{467E4EF2-89D8-4E6F-8C64-639A58DD4A81}" dt="2021-02-15T09:48:48.200" v="169" actId="108"/>
          <ac:spMkLst>
            <pc:docMk/>
            <pc:sldMk cId="635335395" sldId="344"/>
            <ac:spMk id="2" creationId="{14E5B573-8BEC-4AB7-BC72-BD3EC71399D3}"/>
          </ac:spMkLst>
        </pc:spChg>
        <pc:spChg chg="del mod">
          <ac:chgData name="Ritesh Patil" userId="2d999d02-993d-45fd-811d-37e6af85f756" providerId="ADAL" clId="{467E4EF2-89D8-4E6F-8C64-639A58DD4A81}" dt="2021-02-15T09:48:23.200" v="160" actId="478"/>
          <ac:spMkLst>
            <pc:docMk/>
            <pc:sldMk cId="635335395" sldId="344"/>
            <ac:spMk id="3" creationId="{00000000-0000-0000-0000-000000000000}"/>
          </ac:spMkLst>
        </pc:spChg>
      </pc:sldChg>
      <pc:sldChg chg="addSp delSp modSp add del mod modClrScheme chgLayout">
        <pc:chgData name="Ritesh Patil" userId="2d999d02-993d-45fd-811d-37e6af85f756" providerId="ADAL" clId="{467E4EF2-89D8-4E6F-8C64-639A58DD4A81}" dt="2021-02-15T09:49:01.308" v="175" actId="113"/>
        <pc:sldMkLst>
          <pc:docMk/>
          <pc:sldMk cId="256509602" sldId="429"/>
        </pc:sldMkLst>
        <pc:spChg chg="add mod ord">
          <ac:chgData name="Ritesh Patil" userId="2d999d02-993d-45fd-811d-37e6af85f756" providerId="ADAL" clId="{467E4EF2-89D8-4E6F-8C64-639A58DD4A81}" dt="2021-02-15T09:49:01.308" v="175" actId="113"/>
          <ac:spMkLst>
            <pc:docMk/>
            <pc:sldMk cId="256509602" sldId="429"/>
            <ac:spMk id="2" creationId="{69149037-97E2-4C44-891A-26654CA0138C}"/>
          </ac:spMkLst>
        </pc:spChg>
        <pc:spChg chg="del mod">
          <ac:chgData name="Ritesh Patil" userId="2d999d02-993d-45fd-811d-37e6af85f756" providerId="ADAL" clId="{467E4EF2-89D8-4E6F-8C64-639A58DD4A81}" dt="2021-02-15T09:48:56.589" v="172" actId="478"/>
          <ac:spMkLst>
            <pc:docMk/>
            <pc:sldMk cId="256509602" sldId="429"/>
            <ac:spMk id="5" creationId="{00000000-0000-0000-0000-000000000000}"/>
          </ac:spMkLst>
        </pc:spChg>
      </pc:sldChg>
      <pc:sldChg chg="addSp delSp modSp add del mod modClrScheme chgLayout">
        <pc:chgData name="Ritesh Patil" userId="2d999d02-993d-45fd-811d-37e6af85f756" providerId="ADAL" clId="{467E4EF2-89D8-4E6F-8C64-639A58DD4A81}" dt="2021-02-15T09:49:14.759" v="181" actId="113"/>
        <pc:sldMkLst>
          <pc:docMk/>
          <pc:sldMk cId="1085879447" sldId="430"/>
        </pc:sldMkLst>
        <pc:spChg chg="add mod ord">
          <ac:chgData name="Ritesh Patil" userId="2d999d02-993d-45fd-811d-37e6af85f756" providerId="ADAL" clId="{467E4EF2-89D8-4E6F-8C64-639A58DD4A81}" dt="2021-02-15T09:49:14.759" v="181" actId="113"/>
          <ac:spMkLst>
            <pc:docMk/>
            <pc:sldMk cId="1085879447" sldId="430"/>
            <ac:spMk id="2" creationId="{917FC849-B22A-4643-BCC7-F006BD3D500E}"/>
          </ac:spMkLst>
        </pc:spChg>
        <pc:spChg chg="del mod">
          <ac:chgData name="Ritesh Patil" userId="2d999d02-993d-45fd-811d-37e6af85f756" providerId="ADAL" clId="{467E4EF2-89D8-4E6F-8C64-639A58DD4A81}" dt="2021-02-15T09:49:10.398" v="178" actId="478"/>
          <ac:spMkLst>
            <pc:docMk/>
            <pc:sldMk cId="1085879447" sldId="430"/>
            <ac:spMk id="5" creationId="{00000000-0000-0000-0000-000000000000}"/>
          </ac:spMkLst>
        </pc:spChg>
      </pc:sldChg>
      <pc:sldChg chg="addSp delSp modSp add del mod modClrScheme chgLayout">
        <pc:chgData name="Ritesh Patil" userId="2d999d02-993d-45fd-811d-37e6af85f756" providerId="ADAL" clId="{467E4EF2-89D8-4E6F-8C64-639A58DD4A81}" dt="2021-02-15T09:49:39.589" v="193" actId="113"/>
        <pc:sldMkLst>
          <pc:docMk/>
          <pc:sldMk cId="1116906828" sldId="432"/>
        </pc:sldMkLst>
        <pc:spChg chg="add mod ord">
          <ac:chgData name="Ritesh Patil" userId="2d999d02-993d-45fd-811d-37e6af85f756" providerId="ADAL" clId="{467E4EF2-89D8-4E6F-8C64-639A58DD4A81}" dt="2021-02-15T09:49:39.589" v="193" actId="113"/>
          <ac:spMkLst>
            <pc:docMk/>
            <pc:sldMk cId="1116906828" sldId="432"/>
            <ac:spMk id="2" creationId="{89E53319-C95F-4E22-BF42-C2357C9FCFB0}"/>
          </ac:spMkLst>
        </pc:spChg>
        <pc:spChg chg="del mod">
          <ac:chgData name="Ritesh Patil" userId="2d999d02-993d-45fd-811d-37e6af85f756" providerId="ADAL" clId="{467E4EF2-89D8-4E6F-8C64-639A58DD4A81}" dt="2021-02-15T09:49:34.977" v="190" actId="478"/>
          <ac:spMkLst>
            <pc:docMk/>
            <pc:sldMk cId="1116906828" sldId="432"/>
            <ac:spMk id="5" creationId="{00000000-0000-0000-0000-000000000000}"/>
          </ac:spMkLst>
        </pc:spChg>
      </pc:sldChg>
      <pc:sldChg chg="addSp delSp modSp add del mod modClrScheme chgLayout">
        <pc:chgData name="Ritesh Patil" userId="2d999d02-993d-45fd-811d-37e6af85f756" providerId="ADAL" clId="{467E4EF2-89D8-4E6F-8C64-639A58DD4A81}" dt="2021-02-15T09:49:28.124" v="187" actId="113"/>
        <pc:sldMkLst>
          <pc:docMk/>
          <pc:sldMk cId="438895208" sldId="433"/>
        </pc:sldMkLst>
        <pc:spChg chg="add mod ord">
          <ac:chgData name="Ritesh Patil" userId="2d999d02-993d-45fd-811d-37e6af85f756" providerId="ADAL" clId="{467E4EF2-89D8-4E6F-8C64-639A58DD4A81}" dt="2021-02-15T09:49:28.124" v="187" actId="113"/>
          <ac:spMkLst>
            <pc:docMk/>
            <pc:sldMk cId="438895208" sldId="433"/>
            <ac:spMk id="2" creationId="{87023780-A7E8-4E31-B5F3-3F3A1EBEBFED}"/>
          </ac:spMkLst>
        </pc:spChg>
        <pc:spChg chg="del mod">
          <ac:chgData name="Ritesh Patil" userId="2d999d02-993d-45fd-811d-37e6af85f756" providerId="ADAL" clId="{467E4EF2-89D8-4E6F-8C64-639A58DD4A81}" dt="2021-02-15T09:49:24.024" v="184" actId="478"/>
          <ac:spMkLst>
            <pc:docMk/>
            <pc:sldMk cId="438895208" sldId="433"/>
            <ac:spMk id="5" creationId="{00000000-0000-0000-0000-000000000000}"/>
          </ac:spMkLst>
        </pc:spChg>
      </pc:sldChg>
      <pc:sldChg chg="addSp delSp modSp add del mod modClrScheme chgLayout">
        <pc:chgData name="Ritesh Patil" userId="2d999d02-993d-45fd-811d-37e6af85f756" providerId="ADAL" clId="{467E4EF2-89D8-4E6F-8C64-639A58DD4A81}" dt="2021-02-15T09:55:20.888" v="218" actId="478"/>
        <pc:sldMkLst>
          <pc:docMk/>
          <pc:sldMk cId="1244656542" sldId="458"/>
        </pc:sldMkLst>
        <pc:spChg chg="add mod ord">
          <ac:chgData name="Ritesh Patil" userId="2d999d02-993d-45fd-811d-37e6af85f756" providerId="ADAL" clId="{467E4EF2-89D8-4E6F-8C64-639A58DD4A81}" dt="2021-02-15T09:48:04.492" v="156" actId="113"/>
          <ac:spMkLst>
            <pc:docMk/>
            <pc:sldMk cId="1244656542" sldId="458"/>
            <ac:spMk id="2" creationId="{C263D676-3A41-4049-AB13-574E6AFBCE35}"/>
          </ac:spMkLst>
        </pc:spChg>
        <pc:spChg chg="del mod">
          <ac:chgData name="Ritesh Patil" userId="2d999d02-993d-45fd-811d-37e6af85f756" providerId="ADAL" clId="{467E4EF2-89D8-4E6F-8C64-639A58DD4A81}" dt="2021-02-15T09:47:59.796" v="153" actId="478"/>
          <ac:spMkLst>
            <pc:docMk/>
            <pc:sldMk cId="1244656542" sldId="458"/>
            <ac:spMk id="5" creationId="{00000000-0000-0000-0000-000000000000}"/>
          </ac:spMkLst>
        </pc:spChg>
        <pc:spChg chg="mod">
          <ac:chgData name="Ritesh Patil" userId="2d999d02-993d-45fd-811d-37e6af85f756" providerId="ADAL" clId="{467E4EF2-89D8-4E6F-8C64-639A58DD4A81}" dt="2021-02-15T09:50:42.423" v="202" actId="1076"/>
          <ac:spMkLst>
            <pc:docMk/>
            <pc:sldMk cId="1244656542" sldId="458"/>
            <ac:spMk id="8" creationId="{00000000-0000-0000-0000-000000000000}"/>
          </ac:spMkLst>
        </pc:spChg>
        <pc:spChg chg="add del mod">
          <ac:chgData name="Ritesh Patil" userId="2d999d02-993d-45fd-811d-37e6af85f756" providerId="ADAL" clId="{467E4EF2-89D8-4E6F-8C64-639A58DD4A81}" dt="2021-02-15T09:51:53.803" v="216" actId="478"/>
          <ac:spMkLst>
            <pc:docMk/>
            <pc:sldMk cId="1244656542" sldId="458"/>
            <ac:spMk id="10" creationId="{EB101D33-57BE-4D2D-9F72-FD0B168E2FAE}"/>
          </ac:spMkLst>
        </pc:spChg>
        <pc:spChg chg="add del mod">
          <ac:chgData name="Ritesh Patil" userId="2d999d02-993d-45fd-811d-37e6af85f756" providerId="ADAL" clId="{467E4EF2-89D8-4E6F-8C64-639A58DD4A81}" dt="2021-02-15T09:55:20.888" v="218" actId="478"/>
          <ac:spMkLst>
            <pc:docMk/>
            <pc:sldMk cId="1244656542" sldId="458"/>
            <ac:spMk id="11" creationId="{D54D8D44-C7FD-4F79-BB2B-2426695C3D7C}"/>
          </ac:spMkLst>
        </pc:spChg>
      </pc:sldChg>
      <pc:sldChg chg="del">
        <pc:chgData name="Ritesh Patil" userId="2d999d02-993d-45fd-811d-37e6af85f756" providerId="ADAL" clId="{467E4EF2-89D8-4E6F-8C64-639A58DD4A81}" dt="2021-02-15T09:47:05.048" v="136" actId="47"/>
        <pc:sldMkLst>
          <pc:docMk/>
          <pc:sldMk cId="194519236" sldId="689"/>
        </pc:sldMkLst>
      </pc:sldChg>
      <pc:sldChg chg="addSp delSp modSp mod">
        <pc:chgData name="Ritesh Patil" userId="2d999d02-993d-45fd-811d-37e6af85f756" providerId="ADAL" clId="{467E4EF2-89D8-4E6F-8C64-639A58DD4A81}" dt="2021-02-15T09:51:49.338" v="214" actId="1076"/>
        <pc:sldMkLst>
          <pc:docMk/>
          <pc:sldMk cId="4203553087" sldId="718"/>
        </pc:sldMkLst>
        <pc:spChg chg="mod">
          <ac:chgData name="Ritesh Patil" userId="2d999d02-993d-45fd-811d-37e6af85f756" providerId="ADAL" clId="{467E4EF2-89D8-4E6F-8C64-639A58DD4A81}" dt="2021-02-15T07:45:04.859" v="15" actId="20577"/>
          <ac:spMkLst>
            <pc:docMk/>
            <pc:sldMk cId="4203553087" sldId="718"/>
            <ac:spMk id="3" creationId="{98AFB9E1-A94C-4750-B176-FC38F8828373}"/>
          </ac:spMkLst>
        </pc:spChg>
        <pc:spChg chg="mod">
          <ac:chgData name="Ritesh Patil" userId="2d999d02-993d-45fd-811d-37e6af85f756" providerId="ADAL" clId="{467E4EF2-89D8-4E6F-8C64-639A58DD4A81}" dt="2021-02-15T07:45:14.551" v="31" actId="20577"/>
          <ac:spMkLst>
            <pc:docMk/>
            <pc:sldMk cId="4203553087" sldId="718"/>
            <ac:spMk id="4" creationId="{1BD43F09-785F-45D0-8FFD-00D7C6797479}"/>
          </ac:spMkLst>
        </pc:spChg>
        <pc:spChg chg="add del mod">
          <ac:chgData name="Ritesh Patil" userId="2d999d02-993d-45fd-811d-37e6af85f756" providerId="ADAL" clId="{467E4EF2-89D8-4E6F-8C64-639A58DD4A81}" dt="2021-02-15T09:51:28.623" v="210"/>
          <ac:spMkLst>
            <pc:docMk/>
            <pc:sldMk cId="4203553087" sldId="718"/>
            <ac:spMk id="5" creationId="{E5FCC743-D954-44E3-96E9-F110F4793A12}"/>
          </ac:spMkLst>
        </pc:spChg>
        <pc:spChg chg="add mod">
          <ac:chgData name="Ritesh Patil" userId="2d999d02-993d-45fd-811d-37e6af85f756" providerId="ADAL" clId="{467E4EF2-89D8-4E6F-8C64-639A58DD4A81}" dt="2021-02-15T09:51:49.338" v="214" actId="1076"/>
          <ac:spMkLst>
            <pc:docMk/>
            <pc:sldMk cId="4203553087" sldId="718"/>
            <ac:spMk id="6" creationId="{9A78BE87-69FF-44A3-82CD-2FAA13457F43}"/>
          </ac:spMkLst>
        </pc:spChg>
      </pc:sldChg>
      <pc:sldChg chg="del">
        <pc:chgData name="Ritesh Patil" userId="2d999d02-993d-45fd-811d-37e6af85f756" providerId="ADAL" clId="{467E4EF2-89D8-4E6F-8C64-639A58DD4A81}" dt="2021-02-15T09:47:07.149" v="138" actId="47"/>
        <pc:sldMkLst>
          <pc:docMk/>
          <pc:sldMk cId="3769822916" sldId="724"/>
        </pc:sldMkLst>
      </pc:sldChg>
      <pc:sldChg chg="del">
        <pc:chgData name="Ritesh Patil" userId="2d999d02-993d-45fd-811d-37e6af85f756" providerId="ADAL" clId="{467E4EF2-89D8-4E6F-8C64-639A58DD4A81}" dt="2021-02-15T09:47:10.394" v="141" actId="47"/>
        <pc:sldMkLst>
          <pc:docMk/>
          <pc:sldMk cId="2561160881" sldId="732"/>
        </pc:sldMkLst>
      </pc:sldChg>
      <pc:sldChg chg="del">
        <pc:chgData name="Ritesh Patil" userId="2d999d02-993d-45fd-811d-37e6af85f756" providerId="ADAL" clId="{467E4EF2-89D8-4E6F-8C64-639A58DD4A81}" dt="2021-02-15T09:47:04.127" v="135" actId="47"/>
        <pc:sldMkLst>
          <pc:docMk/>
          <pc:sldMk cId="1280645609" sldId="740"/>
        </pc:sldMkLst>
      </pc:sldChg>
      <pc:sldChg chg="addSp delSp modSp del mod ord">
        <pc:chgData name="Ritesh Patil" userId="2d999d02-993d-45fd-811d-37e6af85f756" providerId="ADAL" clId="{467E4EF2-89D8-4E6F-8C64-639A58DD4A81}" dt="2021-02-15T09:47:44.059" v="146" actId="47"/>
        <pc:sldMkLst>
          <pc:docMk/>
          <pc:sldMk cId="164569202" sldId="744"/>
        </pc:sldMkLst>
        <pc:spChg chg="mod">
          <ac:chgData name="Ritesh Patil" userId="2d999d02-993d-45fd-811d-37e6af85f756" providerId="ADAL" clId="{467E4EF2-89D8-4E6F-8C64-639A58DD4A81}" dt="2021-02-15T07:45:36.725" v="32"/>
          <ac:spMkLst>
            <pc:docMk/>
            <pc:sldMk cId="164569202" sldId="744"/>
            <ac:spMk id="2" creationId="{8A62D2E4-810B-4F41-81F4-38ABAC8FD9FF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3" creationId="{BC0B7DEE-2DB1-467E-9E73-B05711A4EE1D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5" creationId="{9673B11C-7B3E-456D-8233-2D4984D6A0EB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8" creationId="{E8BA5EE4-8DFC-4328-B749-51D98C57B928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9" creationId="{10415FDC-20D3-470E-8BBF-28E62A27C510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0" creationId="{7C51DCC6-323D-420E-82D0-4BB96E69B08B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2" creationId="{B46CE708-A22E-4FD3-8ECA-A373120BF563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4" creationId="{B08A7450-D66D-468C-9E01-D7B2626CDDAA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5" creationId="{5CCA1334-12C9-4F9C-9CD9-7D6EAD5D6711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6" creationId="{6FC4F019-0BE0-4BA7-BE0C-42BE5D8D04B7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8" creationId="{3A7DEA24-0583-45F4-9333-46F1993E203B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9" creationId="{3F5174F6-BACA-4BD3-B5F3-6CAD780C93EB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20" creationId="{D2A1364C-F30D-4FB9-8F0B-EB75A4CBB8F5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21" creationId="{A7AEB9FA-5473-4B09-9B06-1DDB971BF456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24" creationId="{6C800339-04D1-4A4A-80BF-2F6CBECB4879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30" creationId="{31916801-5AD6-4FA2-84C8-A343C4388FF5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38" creationId="{3E88132D-ED72-42D4-A429-F63980ECDEA7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47" creationId="{9E4126AC-3E56-4D36-BC7A-F3E3EB81B54D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60" creationId="{887AA68E-3F26-4542-9933-25AF039589B9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61" creationId="{C3E4BF92-7D64-4A9A-8C82-E518D61F6641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62" creationId="{584BB995-E10D-4481-B036-6B5C91E30E2B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63" creationId="{08951A69-9208-4C16-A6D8-7C3BD43A85F5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64" creationId="{35D15CBB-B933-4901-95CE-8AFE9FDC8372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66" creationId="{91C599D7-340E-4D36-A7A0-706BFCAB78E6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67" creationId="{095F2141-29C2-4C6D-8DC6-6746F8DF4373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0" creationId="{9B0870E0-E1CB-4517-8C5C-D35609EFD515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1" creationId="{678202B4-2730-4DD3-8707-2074AC7EB5E6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2" creationId="{596344CF-BC81-427E-98B2-E25163A74EC8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3" creationId="{A2E787A2-9725-45CC-A33C-8F2114F8F5D1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5" creationId="{9BA1AB4A-CF3E-4B0C-971D-65494FEFC3D0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6" creationId="{3D623D04-AD86-4067-A6C4-097134978995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7" creationId="{F783B98B-F5F2-4D2E-8DF0-FE7DCDC09DBD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8" creationId="{BAC4A4D7-BA44-45CC-A119-F526CE516869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79" creationId="{4141FE67-6042-4283-8E0E-A6E5ED786B44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80" creationId="{9B78DE06-1E4E-40B7-9B57-3979ACB53FC7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81" creationId="{DDDB8838-1BCC-4603-81F0-5B63FAAAA300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82" creationId="{4BD51368-1B1B-4540-95E5-306AD4035A6C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83" creationId="{3A03B498-4AC1-4710-B9D2-1C5E1E9240AD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85" creationId="{0FE99A86-0477-4118-8174-7B69A5761D66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86" creationId="{455E5123-32AF-494B-830D-8859E58E9201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87" creationId="{8C75B5AA-9F30-4F86-AD08-C654FB4FD9ED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88" creationId="{137A4AB8-B76A-4B5A-879B-D5A9BED86A01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89" creationId="{EB39D3B8-A7A9-4DC4-805E-B57965740A41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90" creationId="{7B9E2746-9BC1-48D3-9762-080629559393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91" creationId="{9FC86693-3ECC-4C9D-9D06-1692B5E5A3E3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93" creationId="{B668DEAD-99A1-4A40-9A83-CF228D310670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96" creationId="{2AA3EF87-3DCB-47F8-BDF3-061B7E6161CE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99" creationId="{2A900B20-3A48-4C6B-AAF0-E9A508CDC287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03" creationId="{F8ECAF6D-24D9-43D8-8A28-FE2364CB7B67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04" creationId="{F88F0B4D-A359-41C9-8C4F-5002598F04A9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05" creationId="{040A79A7-DEF1-4FE6-8889-B98E28326E0D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06" creationId="{224994A4-BA6B-4998-AC0E-B1E8EB9A4DEE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07" creationId="{5E6C2164-E3BE-44A9-A677-51736A9DEE81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08" creationId="{C4FE0639-9508-4ADA-A424-06DBBDDCEE18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09" creationId="{1CB642C6-BD36-4FE3-AD1A-77C1504FB3D6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10" creationId="{019D06DA-2EA3-48F3-93F8-56CE6B53D576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14" creationId="{408CBC92-55B7-4A70-B475-60019D3FB046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15" creationId="{A375772D-321C-442E-88BD-1134C182B4B6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16" creationId="{EF1B443A-0980-424F-A89D-45A688DA1B46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17" creationId="{AB4AF68B-5690-4003-928C-F7E336E5D778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18" creationId="{CD597B85-8DD6-4627-A8B3-B7721D9A6DD8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19" creationId="{DE17992D-DA1E-4B72-90F3-B84EAC8B0DB3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20" creationId="{A7E7FA8A-2847-4EF9-92CE-F4A0D3E6EB1E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22" creationId="{DBF95BED-E387-47C2-AC2F-CC4488BB4953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24" creationId="{B4C98EF8-18BD-4E60-9631-C8654A3BD714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25" creationId="{4B504861-A323-4A28-8DE0-4D10CF8A5937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26" creationId="{D2196D43-9C43-4E99-96BD-05B4337202DE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27" creationId="{5880E84C-6DCC-4AC7-AB91-916040339A77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28" creationId="{96BE6488-2EA9-4E38-9284-48F7FC2B37C0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29" creationId="{1E9A9764-A7FF-4BD0-851C-D39959270CDE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30" creationId="{2437FB23-051F-4052-A10F-812B676FCC55}"/>
          </ac:spMkLst>
        </pc:spChg>
        <pc:spChg chg="del">
          <ac:chgData name="Ritesh Patil" userId="2d999d02-993d-45fd-811d-37e6af85f756" providerId="ADAL" clId="{467E4EF2-89D8-4E6F-8C64-639A58DD4A81}" dt="2021-02-15T09:42:36.734" v="107" actId="478"/>
          <ac:spMkLst>
            <pc:docMk/>
            <pc:sldMk cId="164569202" sldId="744"/>
            <ac:spMk id="131" creationId="{A9595A17-ABC5-4B99-93DF-E47F5BFF54D1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32" creationId="{72793D93-FF84-421E-883A-8AAEE95F89D3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33" creationId="{CA5EEE88-281A-4CAA-9E52-289E189CBC16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35" creationId="{0CFF1751-63C8-4E7F-B7BE-00C86E3E37DD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37" creationId="{850479C3-B509-409C-9FAF-F3A86AF34170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38" creationId="{97056CD6-CBA6-4988-BE71-9C5176482524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39" creationId="{2B7ABF24-3657-47DF-823E-42C4E4E9C710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0" creationId="{1EDA5CCA-9E4C-4BAF-8E39-1C098D435C72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1" creationId="{80AC4AAC-8070-41A6-8952-C817D91370B9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2" creationId="{5D61BB89-719E-48D6-9BBB-D6A63531D131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3" creationId="{5373E58C-F765-4DF9-8AD9-9A8872FA0E2C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4" creationId="{AF1519FC-90F9-4EC7-97B6-73672007AE05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5" creationId="{8D1142AB-D1FC-464A-BD5B-1AB102883828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6" creationId="{27E527F2-6D20-4F8D-A092-D7998A6BEE32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7" creationId="{DC80F710-BD76-4551-8627-2DB34952AD0B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8" creationId="{2D156F8D-BD01-4C60-8A07-A04B80644ED9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49" creationId="{867A9829-EC07-4DA5-AA26-70C8A0704E1B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50" creationId="{B0D08290-6058-4737-933F-6982BD025A63}"/>
          </ac:spMkLst>
        </pc:spChg>
        <pc:spChg chg="add mod">
          <ac:chgData name="Ritesh Patil" userId="2d999d02-993d-45fd-811d-37e6af85f756" providerId="ADAL" clId="{467E4EF2-89D8-4E6F-8C64-639A58DD4A81}" dt="2021-02-15T09:43:18.769" v="113" actId="14100"/>
          <ac:spMkLst>
            <pc:docMk/>
            <pc:sldMk cId="164569202" sldId="744"/>
            <ac:spMk id="151" creationId="{6BF0236C-FD33-4F05-9584-E7CEDA0A4EF0}"/>
          </ac:spMkLst>
        </pc:spChg>
        <pc:grpChg chg="del">
          <ac:chgData name="Ritesh Patil" userId="2d999d02-993d-45fd-811d-37e6af85f756" providerId="ADAL" clId="{467E4EF2-89D8-4E6F-8C64-639A58DD4A81}" dt="2021-02-15T09:42:36.734" v="107" actId="478"/>
          <ac:grpSpMkLst>
            <pc:docMk/>
            <pc:sldMk cId="164569202" sldId="744"/>
            <ac:grpSpMk id="102" creationId="{935380CB-6BF9-4A32-8DE0-51E00A21E064}"/>
          </ac:grpSpMkLst>
        </pc:grpChg>
        <pc:graphicFrameChg chg="add mod modGraphic">
          <ac:chgData name="Ritesh Patil" userId="2d999d02-993d-45fd-811d-37e6af85f756" providerId="ADAL" clId="{467E4EF2-89D8-4E6F-8C64-639A58DD4A81}" dt="2021-02-15T09:43:18.769" v="113" actId="14100"/>
          <ac:graphicFrameMkLst>
            <pc:docMk/>
            <pc:sldMk cId="164569202" sldId="744"/>
            <ac:graphicFrameMk id="58" creationId="{2AD4F765-288E-4DCB-B258-42681D436E31}"/>
          </ac:graphicFrameMkLst>
        </pc:graphicFrameChg>
        <pc:graphicFrameChg chg="add mod modGraphic">
          <ac:chgData name="Ritesh Patil" userId="2d999d02-993d-45fd-811d-37e6af85f756" providerId="ADAL" clId="{467E4EF2-89D8-4E6F-8C64-639A58DD4A81}" dt="2021-02-15T09:43:18.769" v="113" actId="14100"/>
          <ac:graphicFrameMkLst>
            <pc:docMk/>
            <pc:sldMk cId="164569202" sldId="744"/>
            <ac:graphicFrameMk id="59" creationId="{294F6552-4AC0-480E-93B8-F8CBB64FDF99}"/>
          </ac:graphicFrameMkLst>
        </pc:graphicFrameChg>
        <pc:graphicFrameChg chg="add mod modGraphic">
          <ac:chgData name="Ritesh Patil" userId="2d999d02-993d-45fd-811d-37e6af85f756" providerId="ADAL" clId="{467E4EF2-89D8-4E6F-8C64-639A58DD4A81}" dt="2021-02-15T09:43:18.769" v="113" actId="14100"/>
          <ac:graphicFrameMkLst>
            <pc:docMk/>
            <pc:sldMk cId="164569202" sldId="744"/>
            <ac:graphicFrameMk id="65" creationId="{DE361F03-FB57-4520-B2AE-40BFAFD1FC11}"/>
          </ac:graphicFrameMkLst>
        </pc:graphicFrame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17" creationId="{47AB8D11-17C5-40C1-A97E-D99455ED052A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22" creationId="{D8218E71-5F4D-45FC-A9FD-5EB5EA6CCA51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23" creationId="{E4A3F424-7016-4B38-AD99-31E6A2DF7417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26" creationId="{B6389B27-5E9A-41A5-AC98-7EDFB68CF8B8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27" creationId="{485F3D64-38BF-424E-8672-8B6D436992B8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28" creationId="{898D00EF-0F10-4678-BC79-46418BCD0D52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92" creationId="{91C88777-E03A-43FE-9CC0-EB059F6FFB92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100" creationId="{584F5122-FD68-441D-B890-97FC82FE7CEF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123" creationId="{2E1D1D25-3C8F-4CED-95BE-352902CFEEC2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134" creationId="{CC3327FF-C0D1-400B-AB75-32AA26A9A0A8}"/>
          </ac:picMkLst>
        </pc:picChg>
        <pc:picChg chg="del">
          <ac:chgData name="Ritesh Patil" userId="2d999d02-993d-45fd-811d-37e6af85f756" providerId="ADAL" clId="{467E4EF2-89D8-4E6F-8C64-639A58DD4A81}" dt="2021-02-15T09:42:36.734" v="107" actId="478"/>
          <ac:picMkLst>
            <pc:docMk/>
            <pc:sldMk cId="164569202" sldId="744"/>
            <ac:picMk id="136" creationId="{6A0171DD-0F38-41DC-9C6D-4CF53B3A569A}"/>
          </ac:picMkLst>
        </pc:picChg>
        <pc:cxnChg chg="del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44" creationId="{67A7A3D6-2000-4FF7-8B39-570741CD7262}"/>
          </ac:cxnSpMkLst>
        </pc:cxnChg>
        <pc:cxnChg chg="del mod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68" creationId="{75B8F161-92A6-44A6-8EB5-9D8E3B0C36FC}"/>
          </ac:cxnSpMkLst>
        </pc:cxnChg>
        <pc:cxnChg chg="del mod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69" creationId="{3D6753D8-D950-4471-94DE-A5295AF24127}"/>
          </ac:cxnSpMkLst>
        </pc:cxnChg>
        <pc:cxnChg chg="del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74" creationId="{5160EE95-1DC1-49A4-AF2D-CD5EBC0C8179}"/>
          </ac:cxnSpMkLst>
        </pc:cxnChg>
        <pc:cxnChg chg="del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84" creationId="{58C42001-D9FD-409C-A26A-CE4928E5129D}"/>
          </ac:cxnSpMkLst>
        </pc:cxnChg>
        <pc:cxnChg chg="del mod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94" creationId="{F9AD8DEE-6294-4244-A48F-D6E519EB8BD5}"/>
          </ac:cxnSpMkLst>
        </pc:cxnChg>
        <pc:cxnChg chg="del mod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95" creationId="{D1BF7943-9E7B-4484-BBBC-AD5E0F785690}"/>
          </ac:cxnSpMkLst>
        </pc:cxnChg>
        <pc:cxnChg chg="del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97" creationId="{24069EF3-0899-4769-96C1-8105A6F03F12}"/>
          </ac:cxnSpMkLst>
        </pc:cxnChg>
        <pc:cxnChg chg="del mod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98" creationId="{5ED6B869-65F5-46F9-A73C-A496960E0E26}"/>
          </ac:cxnSpMkLst>
        </pc:cxnChg>
        <pc:cxnChg chg="del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101" creationId="{D8940E65-603E-486C-A2E3-53DD65168B22}"/>
          </ac:cxnSpMkLst>
        </pc:cxnChg>
        <pc:cxnChg chg="del mod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113" creationId="{C4EAA6CB-15C0-4D31-BD7A-23320D337A45}"/>
          </ac:cxnSpMkLst>
        </pc:cxnChg>
        <pc:cxnChg chg="del mod">
          <ac:chgData name="Ritesh Patil" userId="2d999d02-993d-45fd-811d-37e6af85f756" providerId="ADAL" clId="{467E4EF2-89D8-4E6F-8C64-639A58DD4A81}" dt="2021-02-15T09:42:36.734" v="107" actId="478"/>
          <ac:cxnSpMkLst>
            <pc:docMk/>
            <pc:sldMk cId="164569202" sldId="744"/>
            <ac:cxnSpMk id="121" creationId="{9CBCF3B0-DF13-46AF-B018-6539AE284B22}"/>
          </ac:cxnSpMkLst>
        </pc:cxnChg>
      </pc:sldChg>
      <pc:sldChg chg="add del">
        <pc:chgData name="Ritesh Patil" userId="2d999d02-993d-45fd-811d-37e6af85f756" providerId="ADAL" clId="{467E4EF2-89D8-4E6F-8C64-639A58DD4A81}" dt="2021-02-15T09:47:00.577" v="133" actId="47"/>
        <pc:sldMkLst>
          <pc:docMk/>
          <pc:sldMk cId="1907856718" sldId="745"/>
        </pc:sldMkLst>
      </pc:sldChg>
      <pc:sldChg chg="del">
        <pc:chgData name="Ritesh Patil" userId="2d999d02-993d-45fd-811d-37e6af85f756" providerId="ADAL" clId="{467E4EF2-89D8-4E6F-8C64-639A58DD4A81}" dt="2021-02-15T09:47:06.054" v="137" actId="47"/>
        <pc:sldMkLst>
          <pc:docMk/>
          <pc:sldMk cId="1036818432" sldId="747"/>
        </pc:sldMkLst>
      </pc:sldChg>
      <pc:sldChg chg="del">
        <pc:chgData name="Ritesh Patil" userId="2d999d02-993d-45fd-811d-37e6af85f756" providerId="ADAL" clId="{467E4EF2-89D8-4E6F-8C64-639A58DD4A81}" dt="2021-02-15T09:47:08.456" v="139" actId="47"/>
        <pc:sldMkLst>
          <pc:docMk/>
          <pc:sldMk cId="1449600971" sldId="748"/>
        </pc:sldMkLst>
      </pc:sldChg>
      <pc:sldChg chg="add del">
        <pc:chgData name="Ritesh Patil" userId="2d999d02-993d-45fd-811d-37e6af85f756" providerId="ADAL" clId="{467E4EF2-89D8-4E6F-8C64-639A58DD4A81}" dt="2021-02-15T09:46:59.237" v="132" actId="47"/>
        <pc:sldMkLst>
          <pc:docMk/>
          <pc:sldMk cId="2451485198" sldId="750"/>
        </pc:sldMkLst>
      </pc:sldChg>
      <pc:sldChg chg="del">
        <pc:chgData name="Ritesh Patil" userId="2d999d02-993d-45fd-811d-37e6af85f756" providerId="ADAL" clId="{467E4EF2-89D8-4E6F-8C64-639A58DD4A81}" dt="2021-02-15T09:47:09.572" v="140" actId="47"/>
        <pc:sldMkLst>
          <pc:docMk/>
          <pc:sldMk cId="353402113" sldId="751"/>
        </pc:sldMkLst>
      </pc:sldChg>
      <pc:sldChg chg="add del">
        <pc:chgData name="Ritesh Patil" userId="2d999d02-993d-45fd-811d-37e6af85f756" providerId="ADAL" clId="{467E4EF2-89D8-4E6F-8C64-639A58DD4A81}" dt="2021-02-15T09:47:02.376" v="134" actId="47"/>
        <pc:sldMkLst>
          <pc:docMk/>
          <pc:sldMk cId="2239825618" sldId="752"/>
        </pc:sldMkLst>
      </pc:sldChg>
      <pc:sldChg chg="addSp modSp new del mod">
        <pc:chgData name="Ritesh Patil" userId="2d999d02-993d-45fd-811d-37e6af85f756" providerId="ADAL" clId="{467E4EF2-89D8-4E6F-8C64-639A58DD4A81}" dt="2021-02-15T09:47:45.172" v="147" actId="47"/>
        <pc:sldMkLst>
          <pc:docMk/>
          <pc:sldMk cId="607274831" sldId="753"/>
        </pc:sldMkLst>
        <pc:spChg chg="mod">
          <ac:chgData name="Ritesh Patil" userId="2d999d02-993d-45fd-811d-37e6af85f756" providerId="ADAL" clId="{467E4EF2-89D8-4E6F-8C64-639A58DD4A81}" dt="2021-02-15T09:39:00.068" v="44" actId="113"/>
          <ac:spMkLst>
            <pc:docMk/>
            <pc:sldMk cId="607274831" sldId="753"/>
            <ac:spMk id="2" creationId="{B237C828-E400-4629-A7A9-804E470CBDE4}"/>
          </ac:spMkLst>
        </pc:spChg>
        <pc:spChg chg="add mod">
          <ac:chgData name="Ritesh Patil" userId="2d999d02-993d-45fd-811d-37e6af85f756" providerId="ADAL" clId="{467E4EF2-89D8-4E6F-8C64-639A58DD4A81}" dt="2021-02-15T09:39:50.622" v="94" actId="1037"/>
          <ac:spMkLst>
            <pc:docMk/>
            <pc:sldMk cId="607274831" sldId="753"/>
            <ac:spMk id="3" creationId="{CAFDE6D6-9DAB-4A28-8F48-B6128E7220F8}"/>
          </ac:spMkLst>
        </pc:spChg>
        <pc:spChg chg="add mod">
          <ac:chgData name="Ritesh Patil" userId="2d999d02-993d-45fd-811d-37e6af85f756" providerId="ADAL" clId="{467E4EF2-89D8-4E6F-8C64-639A58DD4A81}" dt="2021-02-15T09:39:35.266" v="73" actId="1036"/>
          <ac:spMkLst>
            <pc:docMk/>
            <pc:sldMk cId="607274831" sldId="753"/>
            <ac:spMk id="4" creationId="{44D04981-06BD-4EDF-82D9-0A9386761FA6}"/>
          </ac:spMkLst>
        </pc:spChg>
        <pc:spChg chg="add mod">
          <ac:chgData name="Ritesh Patil" userId="2d999d02-993d-45fd-811d-37e6af85f756" providerId="ADAL" clId="{467E4EF2-89D8-4E6F-8C64-639A58DD4A81}" dt="2021-02-15T09:39:56.796" v="106" actId="1038"/>
          <ac:spMkLst>
            <pc:docMk/>
            <pc:sldMk cId="607274831" sldId="753"/>
            <ac:spMk id="5" creationId="{0FFD2053-CAC1-415C-9DE2-2FA6592C8C5F}"/>
          </ac:spMkLst>
        </pc:spChg>
        <pc:graphicFrameChg chg="add mod">
          <ac:chgData name="Ritesh Patil" userId="2d999d02-993d-45fd-811d-37e6af85f756" providerId="ADAL" clId="{467E4EF2-89D8-4E6F-8C64-639A58DD4A81}" dt="2021-02-15T09:39:26.940" v="65" actId="1038"/>
          <ac:graphicFrameMkLst>
            <pc:docMk/>
            <pc:sldMk cId="607274831" sldId="753"/>
            <ac:graphicFrameMk id="6" creationId="{5A00563D-10E4-44BE-A6C2-9C339C8AB77A}"/>
          </ac:graphicFrameMkLst>
        </pc:graphicFrameChg>
      </pc:sldChg>
      <pc:sldChg chg="new del">
        <pc:chgData name="Ritesh Patil" userId="2d999d02-993d-45fd-811d-37e6af85f756" providerId="ADAL" clId="{467E4EF2-89D8-4E6F-8C64-639A58DD4A81}" dt="2021-02-15T09:47:46.249" v="148" actId="47"/>
        <pc:sldMkLst>
          <pc:docMk/>
          <pc:sldMk cId="3281658983" sldId="754"/>
        </pc:sldMkLst>
      </pc:sldChg>
      <pc:sldChg chg="addSp delSp modSp new del mod">
        <pc:chgData name="Ritesh Patil" userId="2d999d02-993d-45fd-811d-37e6af85f756" providerId="ADAL" clId="{467E4EF2-89D8-4E6F-8C64-639A58DD4A81}" dt="2021-02-15T09:47:42.990" v="145" actId="47"/>
        <pc:sldMkLst>
          <pc:docMk/>
          <pc:sldMk cId="1493776487" sldId="755"/>
        </pc:sldMkLst>
        <pc:spChg chg="mod">
          <ac:chgData name="Ritesh Patil" userId="2d999d02-993d-45fd-811d-37e6af85f756" providerId="ADAL" clId="{467E4EF2-89D8-4E6F-8C64-639A58DD4A81}" dt="2021-02-15T09:45:37.881" v="122" actId="113"/>
          <ac:spMkLst>
            <pc:docMk/>
            <pc:sldMk cId="1493776487" sldId="755"/>
            <ac:spMk id="2" creationId="{649C768A-65E5-4AD4-9276-633B2E018F0C}"/>
          </ac:spMkLst>
        </pc:spChg>
        <pc:spChg chg="add mod">
          <ac:chgData name="Ritesh Patil" userId="2d999d02-993d-45fd-811d-37e6af85f756" providerId="ADAL" clId="{467E4EF2-89D8-4E6F-8C64-639A58DD4A81}" dt="2021-02-15T09:45:23.688" v="116"/>
          <ac:spMkLst>
            <pc:docMk/>
            <pc:sldMk cId="1493776487" sldId="755"/>
            <ac:spMk id="4" creationId="{56CBC25A-5561-42BF-B7B0-CDCA1C4EC969}"/>
          </ac:spMkLst>
        </pc:spChg>
        <pc:spChg chg="add del mod">
          <ac:chgData name="Ritesh Patil" userId="2d999d02-993d-45fd-811d-37e6af85f756" providerId="ADAL" clId="{467E4EF2-89D8-4E6F-8C64-639A58DD4A81}" dt="2021-02-15T09:45:33.248" v="119" actId="478"/>
          <ac:spMkLst>
            <pc:docMk/>
            <pc:sldMk cId="1493776487" sldId="755"/>
            <ac:spMk id="5" creationId="{28810841-B86D-4932-8444-07A52FAA2DBC}"/>
          </ac:spMkLst>
        </pc:spChg>
        <pc:spChg chg="add mod">
          <ac:chgData name="Ritesh Patil" userId="2d999d02-993d-45fd-811d-37e6af85f756" providerId="ADAL" clId="{467E4EF2-89D8-4E6F-8C64-639A58DD4A81}" dt="2021-02-15T09:45:58.953" v="125" actId="1076"/>
          <ac:spMkLst>
            <pc:docMk/>
            <pc:sldMk cId="1493776487" sldId="755"/>
            <ac:spMk id="6" creationId="{0E629A93-6896-4826-B3F5-3529EB920EB5}"/>
          </ac:spMkLst>
        </pc:spChg>
        <pc:picChg chg="add mod">
          <ac:chgData name="Ritesh Patil" userId="2d999d02-993d-45fd-811d-37e6af85f756" providerId="ADAL" clId="{467E4EF2-89D8-4E6F-8C64-639A58DD4A81}" dt="2021-02-15T09:45:58.953" v="125" actId="1076"/>
          <ac:picMkLst>
            <pc:docMk/>
            <pc:sldMk cId="1493776487" sldId="755"/>
            <ac:picMk id="3" creationId="{C5227ED1-5CD7-4FB4-B596-BEFF156CAFE4}"/>
          </ac:picMkLst>
        </pc:picChg>
      </pc:sldChg>
      <pc:sldChg chg="new del">
        <pc:chgData name="Ritesh Patil" userId="2d999d02-993d-45fd-811d-37e6af85f756" providerId="ADAL" clId="{467E4EF2-89D8-4E6F-8C64-639A58DD4A81}" dt="2021-02-15T09:47:47.111" v="149" actId="47"/>
        <pc:sldMkLst>
          <pc:docMk/>
          <pc:sldMk cId="111162196" sldId="756"/>
        </pc:sldMkLst>
      </pc:sldChg>
      <pc:sldMasterChg chg="delSldLayout">
        <pc:chgData name="Ritesh Patil" userId="2d999d02-993d-45fd-811d-37e6af85f756" providerId="ADAL" clId="{467E4EF2-89D8-4E6F-8C64-639A58DD4A81}" dt="2021-02-15T09:47:09.572" v="140" actId="47"/>
        <pc:sldMasterMkLst>
          <pc:docMk/>
          <pc:sldMasterMk cId="437725980" sldId="2147483660"/>
        </pc:sldMasterMkLst>
        <pc:sldLayoutChg chg="del">
          <pc:chgData name="Ritesh Patil" userId="2d999d02-993d-45fd-811d-37e6af85f756" providerId="ADAL" clId="{467E4EF2-89D8-4E6F-8C64-639A58DD4A81}" dt="2021-02-15T09:47:09.572" v="140" actId="47"/>
          <pc:sldLayoutMkLst>
            <pc:docMk/>
            <pc:sldMasterMk cId="437725980" sldId="2147483660"/>
            <pc:sldLayoutMk cId="179349447" sldId="2147483672"/>
          </pc:sldLayoutMkLst>
        </pc:sldLayoutChg>
      </pc:sldMasterChg>
    </pc:docChg>
  </pc:docChgLst>
  <pc:docChgLst>
    <pc:chgData name="Ritesh Patil" userId="2d999d02-993d-45fd-811d-37e6af85f756" providerId="ADAL" clId="{CBA6C373-3CFD-4A4F-8C82-B4A1E3DB2281}"/>
    <pc:docChg chg="addSld delSld modSld modSection">
      <pc:chgData name="Ritesh Patil" userId="2d999d02-993d-45fd-811d-37e6af85f756" providerId="ADAL" clId="{CBA6C373-3CFD-4A4F-8C82-B4A1E3DB2281}" dt="2020-10-28T05:58:11.731" v="3"/>
      <pc:docMkLst>
        <pc:docMk/>
      </pc:docMkLst>
      <pc:sldChg chg="del">
        <pc:chgData name="Ritesh Patil" userId="2d999d02-993d-45fd-811d-37e6af85f756" providerId="ADAL" clId="{CBA6C373-3CFD-4A4F-8C82-B4A1E3DB2281}" dt="2020-10-27T14:07:11.398" v="1" actId="47"/>
        <pc:sldMkLst>
          <pc:docMk/>
          <pc:sldMk cId="3648396529" sldId="742"/>
        </pc:sldMkLst>
      </pc:sldChg>
      <pc:sldChg chg="modSp mod">
        <pc:chgData name="Ritesh Patil" userId="2d999d02-993d-45fd-811d-37e6af85f756" providerId="ADAL" clId="{CBA6C373-3CFD-4A4F-8C82-B4A1E3DB2281}" dt="2020-10-28T05:58:11.731" v="3"/>
        <pc:sldMkLst>
          <pc:docMk/>
          <pc:sldMk cId="164569202" sldId="744"/>
        </pc:sldMkLst>
        <pc:spChg chg="mod">
          <ac:chgData name="Ritesh Patil" userId="2d999d02-993d-45fd-811d-37e6af85f756" providerId="ADAL" clId="{CBA6C373-3CFD-4A4F-8C82-B4A1E3DB2281}" dt="2020-10-28T05:58:11.731" v="3"/>
          <ac:spMkLst>
            <pc:docMk/>
            <pc:sldMk cId="164569202" sldId="744"/>
            <ac:spMk id="3" creationId="{BC0B7DEE-2DB1-467E-9E73-B05711A4EE1D}"/>
          </ac:spMkLst>
        </pc:spChg>
      </pc:sldChg>
      <pc:sldChg chg="add setBg">
        <pc:chgData name="Ritesh Patil" userId="2d999d02-993d-45fd-811d-37e6af85f756" providerId="ADAL" clId="{CBA6C373-3CFD-4A4F-8C82-B4A1E3DB2281}" dt="2020-10-27T14:07:25.153" v="2"/>
        <pc:sldMkLst>
          <pc:docMk/>
          <pc:sldMk cId="1907856718" sldId="745"/>
        </pc:sldMkLst>
      </pc:sldChg>
    </pc:docChg>
  </pc:docChgLst>
  <pc:docChgLst>
    <pc:chgData name="Ritesh Patil" userId="S::ritesh.patil@1rivet.com::2d999d02-993d-45fd-811d-37e6af85f756" providerId="AD" clId="Web-{9AC9E1AB-40D6-E272-6DE1-8A6DF8F81F88}"/>
    <pc:docChg chg="modSld">
      <pc:chgData name="Ritesh Patil" userId="S::ritesh.patil@1rivet.com::2d999d02-993d-45fd-811d-37e6af85f756" providerId="AD" clId="Web-{9AC9E1AB-40D6-E272-6DE1-8A6DF8F81F88}" dt="2021-08-26T07:01:13.583" v="0" actId="1076"/>
      <pc:docMkLst>
        <pc:docMk/>
      </pc:docMkLst>
      <pc:sldChg chg="modSp">
        <pc:chgData name="Ritesh Patil" userId="S::ritesh.patil@1rivet.com::2d999d02-993d-45fd-811d-37e6af85f756" providerId="AD" clId="Web-{9AC9E1AB-40D6-E272-6DE1-8A6DF8F81F88}" dt="2021-08-26T07:01:13.583" v="0" actId="1076"/>
        <pc:sldMkLst>
          <pc:docMk/>
          <pc:sldMk cId="4203553087" sldId="718"/>
        </pc:sldMkLst>
        <pc:spChg chg="mod">
          <ac:chgData name="Ritesh Patil" userId="S::ritesh.patil@1rivet.com::2d999d02-993d-45fd-811d-37e6af85f756" providerId="AD" clId="Web-{9AC9E1AB-40D6-E272-6DE1-8A6DF8F81F88}" dt="2021-08-26T07:01:13.583" v="0" actId="1076"/>
          <ac:spMkLst>
            <pc:docMk/>
            <pc:sldMk cId="4203553087" sldId="718"/>
            <ac:spMk id="6" creationId="{9A78BE87-69FF-44A3-82CD-2FAA13457F43}"/>
          </ac:spMkLst>
        </pc:spChg>
      </pc:sldChg>
    </pc:docChg>
  </pc:docChgLst>
  <pc:docChgLst>
    <pc:chgData name="Ritesh Patil" userId="2d999d02-993d-45fd-811d-37e6af85f756" providerId="ADAL" clId="{372CA1F4-17B2-4DF1-BB88-E5DD78A1FEE2}"/>
    <pc:docChg chg="undo custSel addSld delSld modSld modSection">
      <pc:chgData name="Ritesh Patil" userId="2d999d02-993d-45fd-811d-37e6af85f756" providerId="ADAL" clId="{372CA1F4-17B2-4DF1-BB88-E5DD78A1FEE2}" dt="2020-11-03T11:24:33.199" v="970" actId="14734"/>
      <pc:docMkLst>
        <pc:docMk/>
      </pc:docMkLst>
      <pc:sldChg chg="del">
        <pc:chgData name="Ritesh Patil" userId="2d999d02-993d-45fd-811d-37e6af85f756" providerId="ADAL" clId="{372CA1F4-17B2-4DF1-BB88-E5DD78A1FEE2}" dt="2020-10-31T10:33:56.204" v="842" actId="47"/>
        <pc:sldMkLst>
          <pc:docMk/>
          <pc:sldMk cId="992888993" sldId="599"/>
        </pc:sldMkLst>
      </pc:sldChg>
      <pc:sldChg chg="modSp mod">
        <pc:chgData name="Ritesh Patil" userId="2d999d02-993d-45fd-811d-37e6af85f756" providerId="ADAL" clId="{372CA1F4-17B2-4DF1-BB88-E5DD78A1FEE2}" dt="2020-11-03T11:24:33.199" v="970" actId="14734"/>
        <pc:sldMkLst>
          <pc:docMk/>
          <pc:sldMk cId="194519236" sldId="689"/>
        </pc:sldMkLst>
        <pc:graphicFrameChg chg="modGraphic">
          <ac:chgData name="Ritesh Patil" userId="2d999d02-993d-45fd-811d-37e6af85f756" providerId="ADAL" clId="{372CA1F4-17B2-4DF1-BB88-E5DD78A1FEE2}" dt="2020-11-03T11:24:33.199" v="970" actId="14734"/>
          <ac:graphicFrameMkLst>
            <pc:docMk/>
            <pc:sldMk cId="194519236" sldId="689"/>
            <ac:graphicFrameMk id="3" creationId="{902E70B4-30E8-4713-88D0-AA8DDC640A16}"/>
          </ac:graphicFrameMkLst>
        </pc:graphicFrameChg>
      </pc:sldChg>
      <pc:sldChg chg="modSp mod">
        <pc:chgData name="Ritesh Patil" userId="2d999d02-993d-45fd-811d-37e6af85f756" providerId="ADAL" clId="{372CA1F4-17B2-4DF1-BB88-E5DD78A1FEE2}" dt="2020-10-31T10:48:36.987" v="963" actId="13926"/>
        <pc:sldMkLst>
          <pc:docMk/>
          <pc:sldMk cId="2561160881" sldId="732"/>
        </pc:sldMkLst>
        <pc:spChg chg="mod">
          <ac:chgData name="Ritesh Patil" userId="2d999d02-993d-45fd-811d-37e6af85f756" providerId="ADAL" clId="{372CA1F4-17B2-4DF1-BB88-E5DD78A1FEE2}" dt="2020-10-31T10:48:36.987" v="963" actId="13926"/>
          <ac:spMkLst>
            <pc:docMk/>
            <pc:sldMk cId="2561160881" sldId="732"/>
            <ac:spMk id="5" creationId="{3BEEDEC3-2F3A-4E18-BF67-D4FE4905CC84}"/>
          </ac:spMkLst>
        </pc:spChg>
      </pc:sldChg>
      <pc:sldChg chg="modSp mod">
        <pc:chgData name="Ritesh Patil" userId="2d999d02-993d-45fd-811d-37e6af85f756" providerId="ADAL" clId="{372CA1F4-17B2-4DF1-BB88-E5DD78A1FEE2}" dt="2020-11-03T11:20:18.945" v="969" actId="14734"/>
        <pc:sldMkLst>
          <pc:docMk/>
          <pc:sldMk cId="1280645609" sldId="740"/>
        </pc:sldMkLst>
        <pc:graphicFrameChg chg="modGraphic">
          <ac:chgData name="Ritesh Patil" userId="2d999d02-993d-45fd-811d-37e6af85f756" providerId="ADAL" clId="{372CA1F4-17B2-4DF1-BB88-E5DD78A1FEE2}" dt="2020-11-03T11:20:18.945" v="969" actId="14734"/>
          <ac:graphicFrameMkLst>
            <pc:docMk/>
            <pc:sldMk cId="1280645609" sldId="740"/>
            <ac:graphicFrameMk id="3" creationId="{902E70B4-30E8-4713-88D0-AA8DDC640A16}"/>
          </ac:graphicFrameMkLst>
        </pc:graphicFrameChg>
      </pc:sldChg>
      <pc:sldChg chg="modSp mod">
        <pc:chgData name="Ritesh Patil" userId="2d999d02-993d-45fd-811d-37e6af85f756" providerId="ADAL" clId="{372CA1F4-17B2-4DF1-BB88-E5DD78A1FEE2}" dt="2020-10-31T09:56:43.878" v="832" actId="13926"/>
        <pc:sldMkLst>
          <pc:docMk/>
          <pc:sldMk cId="1036818432" sldId="747"/>
        </pc:sldMkLst>
        <pc:graphicFrameChg chg="mod modGraphic">
          <ac:chgData name="Ritesh Patil" userId="2d999d02-993d-45fd-811d-37e6af85f756" providerId="ADAL" clId="{372CA1F4-17B2-4DF1-BB88-E5DD78A1FEE2}" dt="2020-10-31T09:56:43.878" v="832" actId="13926"/>
          <ac:graphicFrameMkLst>
            <pc:docMk/>
            <pc:sldMk cId="1036818432" sldId="747"/>
            <ac:graphicFrameMk id="3" creationId="{902E70B4-30E8-4713-88D0-AA8DDC640A16}"/>
          </ac:graphicFrameMkLst>
        </pc:graphicFrameChg>
      </pc:sldChg>
      <pc:sldChg chg="addSp modSp add mod">
        <pc:chgData name="Ritesh Patil" userId="2d999d02-993d-45fd-811d-37e6af85f756" providerId="ADAL" clId="{372CA1F4-17B2-4DF1-BB88-E5DD78A1FEE2}" dt="2020-10-31T12:34:11.814" v="967"/>
        <pc:sldMkLst>
          <pc:docMk/>
          <pc:sldMk cId="353402113" sldId="751"/>
        </pc:sldMkLst>
        <pc:spChg chg="add mod">
          <ac:chgData name="Ritesh Patil" userId="2d999d02-993d-45fd-811d-37e6af85f756" providerId="ADAL" clId="{372CA1F4-17B2-4DF1-BB88-E5DD78A1FEE2}" dt="2020-10-31T10:02:39.306" v="836" actId="1076"/>
          <ac:spMkLst>
            <pc:docMk/>
            <pc:sldMk cId="353402113" sldId="751"/>
            <ac:spMk id="2" creationId="{C40F342F-C9FA-4CBF-BB2E-CB5DB8E6A3F5}"/>
          </ac:spMkLst>
        </pc:spChg>
        <pc:spChg chg="mod">
          <ac:chgData name="Ritesh Patil" userId="2d999d02-993d-45fd-811d-37e6af85f756" providerId="ADAL" clId="{372CA1F4-17B2-4DF1-BB88-E5DD78A1FEE2}" dt="2020-10-31T09:14:12.966" v="469" actId="1035"/>
          <ac:spMkLst>
            <pc:docMk/>
            <pc:sldMk cId="353402113" sldId="751"/>
            <ac:spMk id="7" creationId="{78D7E9ED-1BE1-4088-8F19-332D5ECA515C}"/>
          </ac:spMkLst>
        </pc:spChg>
        <pc:spChg chg="add mod">
          <ac:chgData name="Ritesh Patil" userId="2d999d02-993d-45fd-811d-37e6af85f756" providerId="ADAL" clId="{372CA1F4-17B2-4DF1-BB88-E5DD78A1FEE2}" dt="2020-10-31T09:19:29.503" v="550" actId="14100"/>
          <ac:spMkLst>
            <pc:docMk/>
            <pc:sldMk cId="353402113" sldId="751"/>
            <ac:spMk id="11" creationId="{2FB71D47-D7ED-44DC-8B7B-7DADB50DD3A0}"/>
          </ac:spMkLst>
        </pc:spChg>
        <pc:spChg chg="add mod">
          <ac:chgData name="Ritesh Patil" userId="2d999d02-993d-45fd-811d-37e6af85f756" providerId="ADAL" clId="{372CA1F4-17B2-4DF1-BB88-E5DD78A1FEE2}" dt="2020-10-31T09:19:33.323" v="558" actId="1037"/>
          <ac:spMkLst>
            <pc:docMk/>
            <pc:sldMk cId="353402113" sldId="751"/>
            <ac:spMk id="12" creationId="{E9261261-D69E-48F9-9FCB-E24BBF419FD5}"/>
          </ac:spMkLst>
        </pc:spChg>
        <pc:spChg chg="add mod">
          <ac:chgData name="Ritesh Patil" userId="2d999d02-993d-45fd-811d-37e6af85f756" providerId="ADAL" clId="{372CA1F4-17B2-4DF1-BB88-E5DD78A1FEE2}" dt="2020-10-31T09:44:43.695" v="813" actId="14100"/>
          <ac:spMkLst>
            <pc:docMk/>
            <pc:sldMk cId="353402113" sldId="751"/>
            <ac:spMk id="13" creationId="{04935E44-CA70-446B-B54D-C109442BC655}"/>
          </ac:spMkLst>
        </pc:spChg>
        <pc:spChg chg="mod">
          <ac:chgData name="Ritesh Patil" userId="2d999d02-993d-45fd-811d-37e6af85f756" providerId="ADAL" clId="{372CA1F4-17B2-4DF1-BB88-E5DD78A1FEE2}" dt="2020-10-31T12:34:11.814" v="967"/>
          <ac:spMkLst>
            <pc:docMk/>
            <pc:sldMk cId="353402113" sldId="751"/>
            <ac:spMk id="26" creationId="{67DC5608-6129-4431-A6C2-7B1C9ACE1E8B}"/>
          </ac:spMkLst>
        </pc:spChg>
        <pc:spChg chg="mod">
          <ac:chgData name="Ritesh Patil" userId="2d999d02-993d-45fd-811d-37e6af85f756" providerId="ADAL" clId="{372CA1F4-17B2-4DF1-BB88-E5DD78A1FEE2}" dt="2020-10-31T09:09:43.188" v="438" actId="14100"/>
          <ac:spMkLst>
            <pc:docMk/>
            <pc:sldMk cId="353402113" sldId="751"/>
            <ac:spMk id="30" creationId="{7C9CC454-9D4A-4E19-BE11-69E517AE55D5}"/>
          </ac:spMkLst>
        </pc:spChg>
        <pc:spChg chg="mod">
          <ac:chgData name="Ritesh Patil" userId="2d999d02-993d-45fd-811d-37e6af85f756" providerId="ADAL" clId="{372CA1F4-17B2-4DF1-BB88-E5DD78A1FEE2}" dt="2020-10-31T09:15:40.395" v="520" actId="1038"/>
          <ac:spMkLst>
            <pc:docMk/>
            <pc:sldMk cId="353402113" sldId="751"/>
            <ac:spMk id="33" creationId="{E293BA46-A681-478B-88C0-3B848D1E0D2A}"/>
          </ac:spMkLst>
        </pc:spChg>
        <pc:spChg chg="mod">
          <ac:chgData name="Ritesh Patil" userId="2d999d02-993d-45fd-811d-37e6af85f756" providerId="ADAL" clId="{372CA1F4-17B2-4DF1-BB88-E5DD78A1FEE2}" dt="2020-10-31T09:15:40.395" v="520" actId="1038"/>
          <ac:spMkLst>
            <pc:docMk/>
            <pc:sldMk cId="353402113" sldId="751"/>
            <ac:spMk id="34" creationId="{782A1719-9433-4995-8573-AA36E96E3114}"/>
          </ac:spMkLst>
        </pc:spChg>
        <pc:spChg chg="mod">
          <ac:chgData name="Ritesh Patil" userId="2d999d02-993d-45fd-811d-37e6af85f756" providerId="ADAL" clId="{372CA1F4-17B2-4DF1-BB88-E5DD78A1FEE2}" dt="2020-10-31T10:05:18.499" v="839" actId="20577"/>
          <ac:spMkLst>
            <pc:docMk/>
            <pc:sldMk cId="353402113" sldId="751"/>
            <ac:spMk id="37" creationId="{5244C570-C80A-412B-BC00-56871AFD3763}"/>
          </ac:spMkLst>
        </pc:spChg>
        <pc:spChg chg="mod">
          <ac:chgData name="Ritesh Patil" userId="2d999d02-993d-45fd-811d-37e6af85f756" providerId="ADAL" clId="{372CA1F4-17B2-4DF1-BB88-E5DD78A1FEE2}" dt="2020-10-31T09:36:09.675" v="795" actId="1035"/>
          <ac:spMkLst>
            <pc:docMk/>
            <pc:sldMk cId="353402113" sldId="751"/>
            <ac:spMk id="38" creationId="{1069226A-D2AA-4BD3-85C2-53BEAC75EF1F}"/>
          </ac:spMkLst>
        </pc:spChg>
        <pc:spChg chg="mod">
          <ac:chgData name="Ritesh Patil" userId="2d999d02-993d-45fd-811d-37e6af85f756" providerId="ADAL" clId="{372CA1F4-17B2-4DF1-BB88-E5DD78A1FEE2}" dt="2020-10-31T09:06:47.142" v="435" actId="1038"/>
          <ac:spMkLst>
            <pc:docMk/>
            <pc:sldMk cId="353402113" sldId="751"/>
            <ac:spMk id="39" creationId="{683D8196-8F5B-425A-8F8E-DCED9868E536}"/>
          </ac:spMkLst>
        </pc:spChg>
        <pc:spChg chg="mod">
          <ac:chgData name="Ritesh Patil" userId="2d999d02-993d-45fd-811d-37e6af85f756" providerId="ADAL" clId="{372CA1F4-17B2-4DF1-BB88-E5DD78A1FEE2}" dt="2020-10-31T09:06:47.142" v="435" actId="1038"/>
          <ac:spMkLst>
            <pc:docMk/>
            <pc:sldMk cId="353402113" sldId="751"/>
            <ac:spMk id="40" creationId="{4FC40D55-F36B-4E4F-A657-1C96AD463681}"/>
          </ac:spMkLst>
        </pc:spChg>
        <pc:graphicFrameChg chg="mod modGraphic">
          <ac:chgData name="Ritesh Patil" userId="2d999d02-993d-45fd-811d-37e6af85f756" providerId="ADAL" clId="{372CA1F4-17B2-4DF1-BB88-E5DD78A1FEE2}" dt="2020-10-31T08:40:11.935" v="364" actId="20577"/>
          <ac:graphicFrameMkLst>
            <pc:docMk/>
            <pc:sldMk cId="353402113" sldId="751"/>
            <ac:graphicFrameMk id="4" creationId="{F097333C-0D2E-406E-8933-FEA5DFE25BC6}"/>
          </ac:graphicFrameMkLst>
        </pc:graphicFrameChg>
        <pc:graphicFrameChg chg="modGraphic">
          <ac:chgData name="Ritesh Patil" userId="2d999d02-993d-45fd-811d-37e6af85f756" providerId="ADAL" clId="{372CA1F4-17B2-4DF1-BB88-E5DD78A1FEE2}" dt="2020-10-31T08:29:51.510" v="181" actId="20577"/>
          <ac:graphicFrameMkLst>
            <pc:docMk/>
            <pc:sldMk cId="353402113" sldId="751"/>
            <ac:graphicFrameMk id="41" creationId="{30062C38-BFFE-43A7-A6E5-3DE98AEF8AA0}"/>
          </ac:graphicFrameMkLst>
        </pc:graphicFrameChg>
      </pc:sldChg>
      <pc:sldChg chg="add">
        <pc:chgData name="Ritesh Patil" userId="2d999d02-993d-45fd-811d-37e6af85f756" providerId="ADAL" clId="{372CA1F4-17B2-4DF1-BB88-E5DD78A1FEE2}" dt="2020-10-31T12:33:45.103" v="966"/>
        <pc:sldMkLst>
          <pc:docMk/>
          <pc:sldMk cId="2812317835" sldId="752"/>
        </pc:sldMkLst>
      </pc:sldChg>
    </pc:docChg>
  </pc:docChgLst>
  <pc:docChgLst>
    <pc:chgData name="Ritesh Patil" userId="2d999d02-993d-45fd-811d-37e6af85f756" providerId="ADAL" clId="{8C424AF1-5F3C-4ED9-9562-D41D2800517B}"/>
    <pc:docChg chg="modSld">
      <pc:chgData name="Ritesh Patil" userId="2d999d02-993d-45fd-811d-37e6af85f756" providerId="ADAL" clId="{8C424AF1-5F3C-4ED9-9562-D41D2800517B}" dt="2021-02-11T09:24:48.570" v="78" actId="20577"/>
      <pc:docMkLst>
        <pc:docMk/>
      </pc:docMkLst>
      <pc:sldChg chg="modSp mod">
        <pc:chgData name="Ritesh Patil" userId="2d999d02-993d-45fd-811d-37e6af85f756" providerId="ADAL" clId="{8C424AF1-5F3C-4ED9-9562-D41D2800517B}" dt="2021-02-11T09:24:48.570" v="78" actId="20577"/>
        <pc:sldMkLst>
          <pc:docMk/>
          <pc:sldMk cId="2561160881" sldId="732"/>
        </pc:sldMkLst>
        <pc:spChg chg="mod">
          <ac:chgData name="Ritesh Patil" userId="2d999d02-993d-45fd-811d-37e6af85f756" providerId="ADAL" clId="{8C424AF1-5F3C-4ED9-9562-D41D2800517B}" dt="2021-02-11T09:24:48.570" v="78" actId="20577"/>
          <ac:spMkLst>
            <pc:docMk/>
            <pc:sldMk cId="2561160881" sldId="732"/>
            <ac:spMk id="5" creationId="{3BEEDEC3-2F3A-4E18-BF67-D4FE4905CC84}"/>
          </ac:spMkLst>
        </pc:spChg>
      </pc:sldChg>
    </pc:docChg>
  </pc:docChgLst>
  <pc:docChgLst>
    <pc:chgData name="Ritesh Patil" userId="2d999d02-993d-45fd-811d-37e6af85f756" providerId="ADAL" clId="{BEF922CD-33A5-4DE6-A11A-F8C43A06B01C}"/>
    <pc:docChg chg="custSel addSld modSld modSection">
      <pc:chgData name="Ritesh Patil" userId="2d999d02-993d-45fd-811d-37e6af85f756" providerId="ADAL" clId="{BEF922CD-33A5-4DE6-A11A-F8C43A06B01C}" dt="2020-11-10T04:17:57.085" v="99" actId="1035"/>
      <pc:docMkLst>
        <pc:docMk/>
      </pc:docMkLst>
      <pc:sldChg chg="addSp delSp modSp new mod">
        <pc:chgData name="Ritesh Patil" userId="2d999d02-993d-45fd-811d-37e6af85f756" providerId="ADAL" clId="{BEF922CD-33A5-4DE6-A11A-F8C43A06B01C}" dt="2020-11-10T04:17:57.085" v="99" actId="1035"/>
        <pc:sldMkLst>
          <pc:docMk/>
          <pc:sldMk cId="2239825618" sldId="752"/>
        </pc:sldMkLst>
        <pc:spChg chg="mod">
          <ac:chgData name="Ritesh Patil" userId="2d999d02-993d-45fd-811d-37e6af85f756" providerId="ADAL" clId="{BEF922CD-33A5-4DE6-A11A-F8C43A06B01C}" dt="2020-11-09T05:10:34.959" v="58" actId="20577"/>
          <ac:spMkLst>
            <pc:docMk/>
            <pc:sldMk cId="2239825618" sldId="752"/>
            <ac:spMk id="2" creationId="{78D06ACF-A850-4289-8ED2-B8CFAB965E44}"/>
          </ac:spMkLst>
        </pc:spChg>
        <pc:picChg chg="add del mod">
          <ac:chgData name="Ritesh Patil" userId="2d999d02-993d-45fd-811d-37e6af85f756" providerId="ADAL" clId="{BEF922CD-33A5-4DE6-A11A-F8C43A06B01C}" dt="2020-11-10T04:17:06.615" v="59" actId="478"/>
          <ac:picMkLst>
            <pc:docMk/>
            <pc:sldMk cId="2239825618" sldId="752"/>
            <ac:picMk id="4" creationId="{00590FFD-AA3E-404D-B332-AEFDD70617DF}"/>
          </ac:picMkLst>
        </pc:picChg>
        <pc:picChg chg="add mod ord">
          <ac:chgData name="Ritesh Patil" userId="2d999d02-993d-45fd-811d-37e6af85f756" providerId="ADAL" clId="{BEF922CD-33A5-4DE6-A11A-F8C43A06B01C}" dt="2020-11-10T04:17:57.085" v="99" actId="1035"/>
          <ac:picMkLst>
            <pc:docMk/>
            <pc:sldMk cId="2239825618" sldId="752"/>
            <ac:picMk id="5" creationId="{75D31A07-78D5-47C6-9F77-A065511A989F}"/>
          </ac:picMkLst>
        </pc:picChg>
      </pc:sldChg>
    </pc:docChg>
  </pc:docChgLst>
  <pc:docChgLst>
    <pc:chgData name="Vishal Patel" userId="cb615d8d-d808-4f17-9379-8f648e070faf" providerId="ADAL" clId="{38F83706-14BC-4DF3-BB9D-9B9E54DE3F6A}"/>
    <pc:docChg chg="undo redo custSel addSld delSld modSld sldOrd modSection">
      <pc:chgData name="Vishal Patel" userId="cb615d8d-d808-4f17-9379-8f648e070faf" providerId="ADAL" clId="{38F83706-14BC-4DF3-BB9D-9B9E54DE3F6A}" dt="2023-05-23T15:51:59.928" v="2583" actId="20577"/>
      <pc:docMkLst>
        <pc:docMk/>
      </pc:docMkLst>
      <pc:sldChg chg="delSp modSp mod">
        <pc:chgData name="Vishal Patel" userId="cb615d8d-d808-4f17-9379-8f648e070faf" providerId="ADAL" clId="{38F83706-14BC-4DF3-BB9D-9B9E54DE3F6A}" dt="2023-05-23T06:21:10.259" v="38" actId="478"/>
        <pc:sldMkLst>
          <pc:docMk/>
          <pc:sldMk cId="4203553087" sldId="718"/>
        </pc:sldMkLst>
        <pc:spChg chg="mod">
          <ac:chgData name="Vishal Patel" userId="cb615d8d-d808-4f17-9379-8f648e070faf" providerId="ADAL" clId="{38F83706-14BC-4DF3-BB9D-9B9E54DE3F6A}" dt="2023-05-23T06:20:50.084" v="29" actId="20577"/>
          <ac:spMkLst>
            <pc:docMk/>
            <pc:sldMk cId="4203553087" sldId="718"/>
            <ac:spMk id="3" creationId="{98AFB9E1-A94C-4750-B176-FC38F8828373}"/>
          </ac:spMkLst>
        </pc:spChg>
        <pc:spChg chg="mod">
          <ac:chgData name="Vishal Patel" userId="cb615d8d-d808-4f17-9379-8f648e070faf" providerId="ADAL" clId="{38F83706-14BC-4DF3-BB9D-9B9E54DE3F6A}" dt="2023-05-23T06:21:05.487" v="37" actId="20577"/>
          <ac:spMkLst>
            <pc:docMk/>
            <pc:sldMk cId="4203553087" sldId="718"/>
            <ac:spMk id="4" creationId="{1BD43F09-785F-45D0-8FFD-00D7C6797479}"/>
          </ac:spMkLst>
        </pc:spChg>
        <pc:graphicFrameChg chg="del">
          <ac:chgData name="Vishal Patel" userId="cb615d8d-d808-4f17-9379-8f648e070faf" providerId="ADAL" clId="{38F83706-14BC-4DF3-BB9D-9B9E54DE3F6A}" dt="2023-05-23T06:21:10.259" v="38" actId="478"/>
          <ac:graphicFrameMkLst>
            <pc:docMk/>
            <pc:sldMk cId="4203553087" sldId="718"/>
            <ac:graphicFrameMk id="2" creationId="{6BAB47AF-4D99-4926-8A2C-F07343678782}"/>
          </ac:graphicFrameMkLst>
        </pc:graphicFrameChg>
      </pc:sldChg>
      <pc:sldChg chg="modSp mod">
        <pc:chgData name="Vishal Patel" userId="cb615d8d-d808-4f17-9379-8f648e070faf" providerId="ADAL" clId="{38F83706-14BC-4DF3-BB9D-9B9E54DE3F6A}" dt="2023-05-23T15:51:59.928" v="2583" actId="20577"/>
        <pc:sldMkLst>
          <pc:docMk/>
          <pc:sldMk cId="3844163676" sldId="719"/>
        </pc:sldMkLst>
        <pc:spChg chg="mod">
          <ac:chgData name="Vishal Patel" userId="cb615d8d-d808-4f17-9379-8f648e070faf" providerId="ADAL" clId="{38F83706-14BC-4DF3-BB9D-9B9E54DE3F6A}" dt="2023-05-23T15:51:59.928" v="2583" actId="20577"/>
          <ac:spMkLst>
            <pc:docMk/>
            <pc:sldMk cId="3844163676" sldId="719"/>
            <ac:spMk id="3" creationId="{35802B1F-8C26-41D8-AB58-E298A5A7909D}"/>
          </ac:spMkLst>
        </pc:spChg>
      </pc:sldChg>
      <pc:sldChg chg="addSp delSp modSp mod">
        <pc:chgData name="Vishal Patel" userId="cb615d8d-d808-4f17-9379-8f648e070faf" providerId="ADAL" clId="{38F83706-14BC-4DF3-BB9D-9B9E54DE3F6A}" dt="2023-05-23T10:49:54.454" v="749" actId="14826"/>
        <pc:sldMkLst>
          <pc:docMk/>
          <pc:sldMk cId="3556608647" sldId="722"/>
        </pc:sldMkLst>
        <pc:spChg chg="mod">
          <ac:chgData name="Vishal Patel" userId="cb615d8d-d808-4f17-9379-8f648e070faf" providerId="ADAL" clId="{38F83706-14BC-4DF3-BB9D-9B9E54DE3F6A}" dt="2023-05-23T06:36:15.382" v="205" actId="313"/>
          <ac:spMkLst>
            <pc:docMk/>
            <pc:sldMk cId="3556608647" sldId="722"/>
            <ac:spMk id="4" creationId="{B9AA9685-810D-48B8-A79D-B993644A2442}"/>
          </ac:spMkLst>
        </pc:spChg>
        <pc:picChg chg="add del mod">
          <ac:chgData name="Vishal Patel" userId="cb615d8d-d808-4f17-9379-8f648e070faf" providerId="ADAL" clId="{38F83706-14BC-4DF3-BB9D-9B9E54DE3F6A}" dt="2023-05-23T06:34:57.555" v="204" actId="931"/>
          <ac:picMkLst>
            <pc:docMk/>
            <pc:sldMk cId="3556608647" sldId="722"/>
            <ac:picMk id="3" creationId="{382B30D9-76D7-60C1-71B0-6D116CB8A2CF}"/>
          </ac:picMkLst>
        </pc:picChg>
        <pc:picChg chg="add del mod">
          <ac:chgData name="Vishal Patel" userId="cb615d8d-d808-4f17-9379-8f648e070faf" providerId="ADAL" clId="{38F83706-14BC-4DF3-BB9D-9B9E54DE3F6A}" dt="2023-05-23T10:49:54.454" v="749" actId="14826"/>
          <ac:picMkLst>
            <pc:docMk/>
            <pc:sldMk cId="3556608647" sldId="722"/>
            <ac:picMk id="6" creationId="{94CDB5D4-349F-20BD-4F73-D66B22C634E1}"/>
          </ac:picMkLst>
        </pc:picChg>
      </pc:sldChg>
      <pc:sldChg chg="modSp mod">
        <pc:chgData name="Vishal Patel" userId="cb615d8d-d808-4f17-9379-8f648e070faf" providerId="ADAL" clId="{38F83706-14BC-4DF3-BB9D-9B9E54DE3F6A}" dt="2023-05-23T06:23:12.368" v="188" actId="20577"/>
        <pc:sldMkLst>
          <pc:docMk/>
          <pc:sldMk cId="4274754911" sldId="725"/>
        </pc:sldMkLst>
        <pc:spChg chg="mod">
          <ac:chgData name="Vishal Patel" userId="cb615d8d-d808-4f17-9379-8f648e070faf" providerId="ADAL" clId="{38F83706-14BC-4DF3-BB9D-9B9E54DE3F6A}" dt="2023-05-23T06:23:12.368" v="188" actId="20577"/>
          <ac:spMkLst>
            <pc:docMk/>
            <pc:sldMk cId="4274754911" sldId="725"/>
            <ac:spMk id="3" creationId="{435E7D97-3F1D-48FF-BDEB-C86FA19FB732}"/>
          </ac:spMkLst>
        </pc:spChg>
      </pc:sldChg>
      <pc:sldChg chg="modSp mod">
        <pc:chgData name="Vishal Patel" userId="cb615d8d-d808-4f17-9379-8f648e070faf" providerId="ADAL" clId="{38F83706-14BC-4DF3-BB9D-9B9E54DE3F6A}" dt="2023-05-23T13:31:05.003" v="1845" actId="20577"/>
        <pc:sldMkLst>
          <pc:docMk/>
          <pc:sldMk cId="3660664816" sldId="726"/>
        </pc:sldMkLst>
        <pc:spChg chg="mod">
          <ac:chgData name="Vishal Patel" userId="cb615d8d-d808-4f17-9379-8f648e070faf" providerId="ADAL" clId="{38F83706-14BC-4DF3-BB9D-9B9E54DE3F6A}" dt="2023-05-23T13:31:05.003" v="1845" actId="20577"/>
          <ac:spMkLst>
            <pc:docMk/>
            <pc:sldMk cId="3660664816" sldId="726"/>
            <ac:spMk id="4" creationId="{7FE71F11-5E99-4A07-B493-2C70FA55289C}"/>
          </ac:spMkLst>
        </pc:spChg>
      </pc:sldChg>
      <pc:sldChg chg="del">
        <pc:chgData name="Vishal Patel" userId="cb615d8d-d808-4f17-9379-8f648e070faf" providerId="ADAL" clId="{38F83706-14BC-4DF3-BB9D-9B9E54DE3F6A}" dt="2023-05-23T13:25:14.496" v="1827" actId="2696"/>
        <pc:sldMkLst>
          <pc:docMk/>
          <pc:sldMk cId="3519850323" sldId="727"/>
        </pc:sldMkLst>
      </pc:sldChg>
      <pc:sldChg chg="addSp delSp modSp mod">
        <pc:chgData name="Vishal Patel" userId="cb615d8d-d808-4f17-9379-8f648e070faf" providerId="ADAL" clId="{38F83706-14BC-4DF3-BB9D-9B9E54DE3F6A}" dt="2023-05-23T12:35:06.895" v="1777" actId="114"/>
        <pc:sldMkLst>
          <pc:docMk/>
          <pc:sldMk cId="2595606804" sldId="728"/>
        </pc:sldMkLst>
        <pc:spChg chg="add del mod">
          <ac:chgData name="Vishal Patel" userId="cb615d8d-d808-4f17-9379-8f648e070faf" providerId="ADAL" clId="{38F83706-14BC-4DF3-BB9D-9B9E54DE3F6A}" dt="2023-05-23T10:55:55.255" v="779" actId="478"/>
          <ac:spMkLst>
            <pc:docMk/>
            <pc:sldMk cId="2595606804" sldId="728"/>
            <ac:spMk id="2" creationId="{A2D9BE70-DEC2-A9CD-3A5F-6D146A3B611A}"/>
          </ac:spMkLst>
        </pc:spChg>
        <pc:spChg chg="add mod">
          <ac:chgData name="Vishal Patel" userId="cb615d8d-d808-4f17-9379-8f648e070faf" providerId="ADAL" clId="{38F83706-14BC-4DF3-BB9D-9B9E54DE3F6A}" dt="2023-05-23T12:35:06.895" v="1777" actId="114"/>
          <ac:spMkLst>
            <pc:docMk/>
            <pc:sldMk cId="2595606804" sldId="728"/>
            <ac:spMk id="3" creationId="{429E44EF-414E-BC2C-AD19-612B1EB5A11E}"/>
          </ac:spMkLst>
        </pc:spChg>
        <pc:spChg chg="mod">
          <ac:chgData name="Vishal Patel" userId="cb615d8d-d808-4f17-9379-8f648e070faf" providerId="ADAL" clId="{38F83706-14BC-4DF3-BB9D-9B9E54DE3F6A}" dt="2023-05-23T10:56:50.076" v="823" actId="20577"/>
          <ac:spMkLst>
            <pc:docMk/>
            <pc:sldMk cId="2595606804" sldId="728"/>
            <ac:spMk id="4" creationId="{7C4A4B70-CD9C-4905-9275-AAE94FF25370}"/>
          </ac:spMkLst>
        </pc:spChg>
      </pc:sldChg>
      <pc:sldChg chg="del">
        <pc:chgData name="Vishal Patel" userId="cb615d8d-d808-4f17-9379-8f648e070faf" providerId="ADAL" clId="{38F83706-14BC-4DF3-BB9D-9B9E54DE3F6A}" dt="2023-05-23T13:25:16.998" v="1828" actId="2696"/>
        <pc:sldMkLst>
          <pc:docMk/>
          <pc:sldMk cId="408833186" sldId="729"/>
        </pc:sldMkLst>
      </pc:sldChg>
      <pc:sldChg chg="modSp add mod">
        <pc:chgData name="Vishal Patel" userId="cb615d8d-d808-4f17-9379-8f648e070faf" providerId="ADAL" clId="{38F83706-14BC-4DF3-BB9D-9B9E54DE3F6A}" dt="2023-05-23T10:53:14.510" v="761" actId="20577"/>
        <pc:sldMkLst>
          <pc:docMk/>
          <pc:sldMk cId="2434968118" sldId="730"/>
        </pc:sldMkLst>
        <pc:spChg chg="mod">
          <ac:chgData name="Vishal Patel" userId="cb615d8d-d808-4f17-9379-8f648e070faf" providerId="ADAL" clId="{38F83706-14BC-4DF3-BB9D-9B9E54DE3F6A}" dt="2023-05-23T10:53:14.510" v="761" actId="20577"/>
          <ac:spMkLst>
            <pc:docMk/>
            <pc:sldMk cId="2434968118" sldId="730"/>
            <ac:spMk id="4" creationId="{B9AA9685-810D-48B8-A79D-B993644A2442}"/>
          </ac:spMkLst>
        </pc:spChg>
        <pc:picChg chg="mod">
          <ac:chgData name="Vishal Patel" userId="cb615d8d-d808-4f17-9379-8f648e070faf" providerId="ADAL" clId="{38F83706-14BC-4DF3-BB9D-9B9E54DE3F6A}" dt="2023-05-23T10:51:01.723" v="750" actId="14826"/>
          <ac:picMkLst>
            <pc:docMk/>
            <pc:sldMk cId="2434968118" sldId="730"/>
            <ac:picMk id="6" creationId="{94CDB5D4-349F-20BD-4F73-D66B22C634E1}"/>
          </ac:picMkLst>
        </pc:picChg>
      </pc:sldChg>
      <pc:sldChg chg="modSp add mod">
        <pc:chgData name="Vishal Patel" userId="cb615d8d-d808-4f17-9379-8f648e070faf" providerId="ADAL" clId="{38F83706-14BC-4DF3-BB9D-9B9E54DE3F6A}" dt="2023-05-23T10:51:35.525" v="752" actId="14826"/>
        <pc:sldMkLst>
          <pc:docMk/>
          <pc:sldMk cId="2328836449" sldId="731"/>
        </pc:sldMkLst>
        <pc:spChg chg="mod">
          <ac:chgData name="Vishal Patel" userId="cb615d8d-d808-4f17-9379-8f648e070faf" providerId="ADAL" clId="{38F83706-14BC-4DF3-BB9D-9B9E54DE3F6A}" dt="2023-05-23T06:42:09.967" v="237" actId="20577"/>
          <ac:spMkLst>
            <pc:docMk/>
            <pc:sldMk cId="2328836449" sldId="731"/>
            <ac:spMk id="4" creationId="{B9AA9685-810D-48B8-A79D-B993644A2442}"/>
          </ac:spMkLst>
        </pc:spChg>
        <pc:picChg chg="mod">
          <ac:chgData name="Vishal Patel" userId="cb615d8d-d808-4f17-9379-8f648e070faf" providerId="ADAL" clId="{38F83706-14BC-4DF3-BB9D-9B9E54DE3F6A}" dt="2023-05-23T10:51:35.525" v="752" actId="14826"/>
          <ac:picMkLst>
            <pc:docMk/>
            <pc:sldMk cId="2328836449" sldId="731"/>
            <ac:picMk id="6" creationId="{94CDB5D4-349F-20BD-4F73-D66B22C634E1}"/>
          </ac:picMkLst>
        </pc:picChg>
      </pc:sldChg>
      <pc:sldChg chg="modSp add mod">
        <pc:chgData name="Vishal Patel" userId="cb615d8d-d808-4f17-9379-8f648e070faf" providerId="ADAL" clId="{38F83706-14BC-4DF3-BB9D-9B9E54DE3F6A}" dt="2023-05-23T10:53:34.512" v="767" actId="20577"/>
        <pc:sldMkLst>
          <pc:docMk/>
          <pc:sldMk cId="2071713363" sldId="732"/>
        </pc:sldMkLst>
        <pc:spChg chg="mod">
          <ac:chgData name="Vishal Patel" userId="cb615d8d-d808-4f17-9379-8f648e070faf" providerId="ADAL" clId="{38F83706-14BC-4DF3-BB9D-9B9E54DE3F6A}" dt="2023-05-23T10:53:34.512" v="767" actId="20577"/>
          <ac:spMkLst>
            <pc:docMk/>
            <pc:sldMk cId="2071713363" sldId="732"/>
            <ac:spMk id="4" creationId="{B9AA9685-810D-48B8-A79D-B993644A2442}"/>
          </ac:spMkLst>
        </pc:spChg>
        <pc:picChg chg="mod">
          <ac:chgData name="Vishal Patel" userId="cb615d8d-d808-4f17-9379-8f648e070faf" providerId="ADAL" clId="{38F83706-14BC-4DF3-BB9D-9B9E54DE3F6A}" dt="2023-05-23T10:51:51.326" v="753" actId="14826"/>
          <ac:picMkLst>
            <pc:docMk/>
            <pc:sldMk cId="2071713363" sldId="732"/>
            <ac:picMk id="6" creationId="{94CDB5D4-349F-20BD-4F73-D66B22C634E1}"/>
          </ac:picMkLst>
        </pc:picChg>
      </pc:sldChg>
      <pc:sldChg chg="modSp add mod">
        <pc:chgData name="Vishal Patel" userId="cb615d8d-d808-4f17-9379-8f648e070faf" providerId="ADAL" clId="{38F83706-14BC-4DF3-BB9D-9B9E54DE3F6A}" dt="2023-05-23T10:53:19.710" v="762" actId="6549"/>
        <pc:sldMkLst>
          <pc:docMk/>
          <pc:sldMk cId="4013001784" sldId="733"/>
        </pc:sldMkLst>
        <pc:spChg chg="mod">
          <ac:chgData name="Vishal Patel" userId="cb615d8d-d808-4f17-9379-8f648e070faf" providerId="ADAL" clId="{38F83706-14BC-4DF3-BB9D-9B9E54DE3F6A}" dt="2023-05-23T10:53:19.710" v="762" actId="6549"/>
          <ac:spMkLst>
            <pc:docMk/>
            <pc:sldMk cId="4013001784" sldId="733"/>
            <ac:spMk id="4" creationId="{B9AA9685-810D-48B8-A79D-B993644A2442}"/>
          </ac:spMkLst>
        </pc:spChg>
        <pc:picChg chg="mod">
          <ac:chgData name="Vishal Patel" userId="cb615d8d-d808-4f17-9379-8f648e070faf" providerId="ADAL" clId="{38F83706-14BC-4DF3-BB9D-9B9E54DE3F6A}" dt="2023-05-23T10:51:20.043" v="751" actId="14826"/>
          <ac:picMkLst>
            <pc:docMk/>
            <pc:sldMk cId="4013001784" sldId="733"/>
            <ac:picMk id="6" creationId="{94CDB5D4-349F-20BD-4F73-D66B22C634E1}"/>
          </ac:picMkLst>
        </pc:picChg>
      </pc:sldChg>
      <pc:sldChg chg="add del">
        <pc:chgData name="Vishal Patel" userId="cb615d8d-d808-4f17-9379-8f648e070faf" providerId="ADAL" clId="{38F83706-14BC-4DF3-BB9D-9B9E54DE3F6A}" dt="2023-05-23T06:46:36.736" v="253" actId="2696"/>
        <pc:sldMkLst>
          <pc:docMk/>
          <pc:sldMk cId="4165646715" sldId="733"/>
        </pc:sldMkLst>
      </pc:sldChg>
      <pc:sldChg chg="modSp add">
        <pc:chgData name="Vishal Patel" userId="cb615d8d-d808-4f17-9379-8f648e070faf" providerId="ADAL" clId="{38F83706-14BC-4DF3-BB9D-9B9E54DE3F6A}" dt="2023-05-23T10:52:11.983" v="755" actId="14826"/>
        <pc:sldMkLst>
          <pc:docMk/>
          <pc:sldMk cId="997036346" sldId="734"/>
        </pc:sldMkLst>
        <pc:picChg chg="mod">
          <ac:chgData name="Vishal Patel" userId="cb615d8d-d808-4f17-9379-8f648e070faf" providerId="ADAL" clId="{38F83706-14BC-4DF3-BB9D-9B9E54DE3F6A}" dt="2023-05-23T10:52:11.983" v="755" actId="14826"/>
          <ac:picMkLst>
            <pc:docMk/>
            <pc:sldMk cId="997036346" sldId="734"/>
            <ac:picMk id="6" creationId="{94CDB5D4-349F-20BD-4F73-D66B22C634E1}"/>
          </ac:picMkLst>
        </pc:picChg>
      </pc:sldChg>
      <pc:sldChg chg="modSp add">
        <pc:chgData name="Vishal Patel" userId="cb615d8d-d808-4f17-9379-8f648e070faf" providerId="ADAL" clId="{38F83706-14BC-4DF3-BB9D-9B9E54DE3F6A}" dt="2023-05-23T10:52:55.010" v="757" actId="14826"/>
        <pc:sldMkLst>
          <pc:docMk/>
          <pc:sldMk cId="3820873957" sldId="735"/>
        </pc:sldMkLst>
        <pc:picChg chg="mod">
          <ac:chgData name="Vishal Patel" userId="cb615d8d-d808-4f17-9379-8f648e070faf" providerId="ADAL" clId="{38F83706-14BC-4DF3-BB9D-9B9E54DE3F6A}" dt="2023-05-23T10:52:55.010" v="757" actId="14826"/>
          <ac:picMkLst>
            <pc:docMk/>
            <pc:sldMk cId="3820873957" sldId="735"/>
            <ac:picMk id="6" creationId="{94CDB5D4-349F-20BD-4F73-D66B22C634E1}"/>
          </ac:picMkLst>
        </pc:picChg>
      </pc:sldChg>
      <pc:sldChg chg="addSp delSp modSp add mod">
        <pc:chgData name="Vishal Patel" userId="cb615d8d-d808-4f17-9379-8f648e070faf" providerId="ADAL" clId="{38F83706-14BC-4DF3-BB9D-9B9E54DE3F6A}" dt="2023-05-23T12:56:54.102" v="1793" actId="20577"/>
        <pc:sldMkLst>
          <pc:docMk/>
          <pc:sldMk cId="1892082028" sldId="736"/>
        </pc:sldMkLst>
        <pc:spChg chg="add del">
          <ac:chgData name="Vishal Patel" userId="cb615d8d-d808-4f17-9379-8f648e070faf" providerId="ADAL" clId="{38F83706-14BC-4DF3-BB9D-9B9E54DE3F6A}" dt="2023-05-23T12:14:21.839" v="1587"/>
          <ac:spMkLst>
            <pc:docMk/>
            <pc:sldMk cId="1892082028" sldId="736"/>
            <ac:spMk id="2" creationId="{7F00BC23-BE70-FC45-0781-59E566557409}"/>
          </ac:spMkLst>
        </pc:spChg>
        <pc:spChg chg="mod">
          <ac:chgData name="Vishal Patel" userId="cb615d8d-d808-4f17-9379-8f648e070faf" providerId="ADAL" clId="{38F83706-14BC-4DF3-BB9D-9B9E54DE3F6A}" dt="2023-05-23T12:56:54.102" v="1793" actId="20577"/>
          <ac:spMkLst>
            <pc:docMk/>
            <pc:sldMk cId="1892082028" sldId="736"/>
            <ac:spMk id="3" creationId="{429E44EF-414E-BC2C-AD19-612B1EB5A11E}"/>
          </ac:spMkLst>
        </pc:spChg>
      </pc:sldChg>
      <pc:sldChg chg="modSp add mod ord">
        <pc:chgData name="Vishal Patel" userId="cb615d8d-d808-4f17-9379-8f648e070faf" providerId="ADAL" clId="{38F83706-14BC-4DF3-BB9D-9B9E54DE3F6A}" dt="2023-05-23T15:37:35.917" v="1864" actId="20577"/>
        <pc:sldMkLst>
          <pc:docMk/>
          <pc:sldMk cId="1943258591" sldId="737"/>
        </pc:sldMkLst>
        <pc:spChg chg="mod">
          <ac:chgData name="Vishal Patel" userId="cb615d8d-d808-4f17-9379-8f648e070faf" providerId="ADAL" clId="{38F83706-14BC-4DF3-BB9D-9B9E54DE3F6A}" dt="2023-05-23T15:37:29.730" v="1855" actId="20577"/>
          <ac:spMkLst>
            <pc:docMk/>
            <pc:sldMk cId="1943258591" sldId="737"/>
            <ac:spMk id="3" creationId="{6AE511EB-B223-46BC-AF55-453134621046}"/>
          </ac:spMkLst>
        </pc:spChg>
        <pc:spChg chg="mod">
          <ac:chgData name="Vishal Patel" userId="cb615d8d-d808-4f17-9379-8f648e070faf" providerId="ADAL" clId="{38F83706-14BC-4DF3-BB9D-9B9E54DE3F6A}" dt="2023-05-23T15:37:35.917" v="1864" actId="20577"/>
          <ac:spMkLst>
            <pc:docMk/>
            <pc:sldMk cId="1943258591" sldId="737"/>
            <ac:spMk id="4" creationId="{7FE71F11-5E99-4A07-B493-2C70FA55289C}"/>
          </ac:spMkLst>
        </pc:spChg>
      </pc:sldChg>
      <pc:sldChg chg="modSp add mod ord">
        <pc:chgData name="Vishal Patel" userId="cb615d8d-d808-4f17-9379-8f648e070faf" providerId="ADAL" clId="{38F83706-14BC-4DF3-BB9D-9B9E54DE3F6A}" dt="2023-05-23T15:50:25.989" v="2534" actId="20577"/>
        <pc:sldMkLst>
          <pc:docMk/>
          <pc:sldMk cId="1139468420" sldId="738"/>
        </pc:sldMkLst>
        <pc:spChg chg="mod">
          <ac:chgData name="Vishal Patel" userId="cb615d8d-d808-4f17-9379-8f648e070faf" providerId="ADAL" clId="{38F83706-14BC-4DF3-BB9D-9B9E54DE3F6A}" dt="2023-05-23T15:50:25.989" v="2534" actId="20577"/>
          <ac:spMkLst>
            <pc:docMk/>
            <pc:sldMk cId="1139468420" sldId="738"/>
            <ac:spMk id="3" creationId="{429E44EF-414E-BC2C-AD19-612B1EB5A11E}"/>
          </ac:spMkLst>
        </pc:spChg>
        <pc:spChg chg="mod">
          <ac:chgData name="Vishal Patel" userId="cb615d8d-d808-4f17-9379-8f648e070faf" providerId="ADAL" clId="{38F83706-14BC-4DF3-BB9D-9B9E54DE3F6A}" dt="2023-05-23T15:37:50.692" v="1876" actId="20577"/>
          <ac:spMkLst>
            <pc:docMk/>
            <pc:sldMk cId="1139468420" sldId="738"/>
            <ac:spMk id="4" creationId="{7C4A4B70-CD9C-4905-9275-AAE94FF25370}"/>
          </ac:spMkLst>
        </pc:spChg>
      </pc:sldChg>
      <pc:sldChg chg="modSp add del mod modClrScheme chgLayout">
        <pc:chgData name="Vishal Patel" userId="cb615d8d-d808-4f17-9379-8f648e070faf" providerId="ADAL" clId="{38F83706-14BC-4DF3-BB9D-9B9E54DE3F6A}" dt="2023-05-23T15:51:12.627" v="2570" actId="2696"/>
        <pc:sldMkLst>
          <pc:docMk/>
          <pc:sldMk cId="1516731199" sldId="739"/>
        </pc:sldMkLst>
        <pc:spChg chg="mod ord">
          <ac:chgData name="Vishal Patel" userId="cb615d8d-d808-4f17-9379-8f648e070faf" providerId="ADAL" clId="{38F83706-14BC-4DF3-BB9D-9B9E54DE3F6A}" dt="2023-05-23T15:51:10.355" v="2569" actId="20577"/>
          <ac:spMkLst>
            <pc:docMk/>
            <pc:sldMk cId="1516731199" sldId="739"/>
            <ac:spMk id="3" creationId="{98AFB9E1-A94C-4750-B176-FC38F8828373}"/>
          </ac:spMkLst>
        </pc:spChg>
        <pc:spChg chg="mod ord">
          <ac:chgData name="Vishal Patel" userId="cb615d8d-d808-4f17-9379-8f648e070faf" providerId="ADAL" clId="{38F83706-14BC-4DF3-BB9D-9B9E54DE3F6A}" dt="2023-05-23T15:51:07.484" v="2564" actId="700"/>
          <ac:spMkLst>
            <pc:docMk/>
            <pc:sldMk cId="1516731199" sldId="739"/>
            <ac:spMk id="4" creationId="{1BD43F09-785F-45D0-8FFD-00D7C67974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FEF31-D26C-D64B-85F4-4CD143043BB7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39C19-B153-4347-9905-D19210BC3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7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39C19-B153-4347-9905-D19210BC36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29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8B290DA-BF60-410F-B81D-0D72182222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-106429"/>
            <a:ext cx="4949482" cy="6959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D5E05B-0CCB-4B27-A1D3-ACDF377161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5988" y="5759030"/>
            <a:ext cx="2544350" cy="545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4FE43-0886-4D67-97EF-D66C62C95E2F}"/>
              </a:ext>
            </a:extLst>
          </p:cNvPr>
          <p:cNvSpPr txBox="1"/>
          <p:nvPr userDrawn="1"/>
        </p:nvSpPr>
        <p:spPr>
          <a:xfrm>
            <a:off x="9192041" y="6345738"/>
            <a:ext cx="2737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Pivotal Insights | Focused Solutions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DC47D9-FE98-4FB4-972C-6DB1F2342C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4175" y="3167021"/>
            <a:ext cx="9246164" cy="52395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600">
                <a:solidFill>
                  <a:srgbClr val="2B4471"/>
                </a:solidFill>
                <a:latin typeface="Futura Medium" panose="020B0602020204020303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IN"/>
              <a:t>Title 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8BBB07-457B-4F11-BB08-270EAD24CE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32026" y="3724281"/>
            <a:ext cx="1398312" cy="52395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Futura Medium" panose="020B0602020204020303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IN"/>
              <a:t>mm/</a:t>
            </a:r>
            <a:r>
              <a:rPr lang="en-IN" err="1"/>
              <a:t>dd</a:t>
            </a:r>
            <a:r>
              <a:rPr lang="en-IN"/>
              <a:t>/</a:t>
            </a:r>
            <a:r>
              <a:rPr lang="en-IN" err="1"/>
              <a:t>yyyy</a:t>
            </a:r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18C9B4C-D149-4438-9136-33C1748269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82405" y="194697"/>
            <a:ext cx="3088581" cy="989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899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B2763D4-DFC1-4E4D-AF74-1FAD5B2326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261412" y="-74481"/>
            <a:ext cx="4930588" cy="69324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15A66F-B14A-42B8-B16E-958FA12A2B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442" y="6451408"/>
            <a:ext cx="241087" cy="2314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9ECC69-93BF-4CF0-977B-A48C6CAF8A76}"/>
              </a:ext>
            </a:extLst>
          </p:cNvPr>
          <p:cNvSpPr txBox="1"/>
          <p:nvPr userDrawn="1"/>
        </p:nvSpPr>
        <p:spPr>
          <a:xfrm>
            <a:off x="479556" y="361085"/>
            <a:ext cx="4619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solidFill>
                  <a:srgbClr val="2B4471"/>
                </a:solidFill>
                <a:latin typeface="Futura Medium"/>
              </a:rPr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A00A7-166A-4254-955D-66775999C0E4}"/>
              </a:ext>
            </a:extLst>
          </p:cNvPr>
          <p:cNvSpPr txBox="1"/>
          <p:nvPr userDrawn="1"/>
        </p:nvSpPr>
        <p:spPr>
          <a:xfrm>
            <a:off x="11670090" y="6500931"/>
            <a:ext cx="386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4607809-5168-4C4D-96E1-F53701CECE7A}" type="slidenum">
              <a:rPr lang="en-GB" sz="1100" smtClean="0">
                <a:solidFill>
                  <a:schemeClr val="bg2">
                    <a:lumMod val="50000"/>
                  </a:schemeClr>
                </a:solidFill>
                <a:latin typeface="Futura LT" pitchFamily="50" charset="0"/>
              </a:rPr>
              <a:pPr algn="r"/>
              <a:t>‹#›</a:t>
            </a:fld>
            <a:endParaRPr lang="en-GB" sz="1100">
              <a:solidFill>
                <a:schemeClr val="bg2">
                  <a:lumMod val="50000"/>
                </a:schemeClr>
              </a:solidFill>
              <a:latin typeface="Futura LT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B2553-0A70-4DDF-B644-F89E8CA0034F}"/>
              </a:ext>
            </a:extLst>
          </p:cNvPr>
          <p:cNvSpPr txBox="1"/>
          <p:nvPr userDrawn="1"/>
        </p:nvSpPr>
        <p:spPr>
          <a:xfrm>
            <a:off x="427529" y="6451408"/>
            <a:ext cx="6097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Document Type: </a:t>
            </a:r>
            <a:r>
              <a:rPr lang="fr-FR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Internal</a:t>
            </a:r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 Classification: Public</a:t>
            </a:r>
            <a:endParaRPr lang="en-IN" sz="1100" dirty="0">
              <a:solidFill>
                <a:schemeClr val="tx1">
                  <a:lumMod val="65000"/>
                  <a:lumOff val="35000"/>
                </a:schemeClr>
              </a:solidFill>
              <a:latin typeface="Futura LT"/>
            </a:endParaRPr>
          </a:p>
        </p:txBody>
      </p:sp>
    </p:spTree>
    <p:extLst>
      <p:ext uri="{BB962C8B-B14F-4D97-AF65-F5344CB8AC3E}">
        <p14:creationId xmlns:p14="http://schemas.microsoft.com/office/powerpoint/2010/main" val="116733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F2E18-0D5C-47F6-BCB1-20941C7198CF}"/>
              </a:ext>
            </a:extLst>
          </p:cNvPr>
          <p:cNvSpPr/>
          <p:nvPr userDrawn="1"/>
        </p:nvSpPr>
        <p:spPr>
          <a:xfrm>
            <a:off x="224970" y="2021114"/>
            <a:ext cx="6712857" cy="281577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8000" b="1">
              <a:ln>
                <a:solidFill>
                  <a:srgbClr val="C00000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Futura Medium" charset="0"/>
              <a:ea typeface="Futura Medium" charset="0"/>
              <a:cs typeface="Futura Medium" charset="0"/>
            </a:endParaRPr>
          </a:p>
          <a:p>
            <a:r>
              <a:rPr lang="en-GB">
                <a:ln>
                  <a:solidFill>
                    <a:srgbClr val="C00000"/>
                  </a:solidFill>
                </a:ln>
                <a:latin typeface="Futura Medium" charset="0"/>
                <a:ea typeface="Futura Medium" charset="0"/>
                <a:cs typeface="Futura Medium" charset="0"/>
              </a:rPr>
              <a:t> </a:t>
            </a:r>
          </a:p>
          <a:p>
            <a:r>
              <a:rPr lang="en-GB">
                <a:ln>
                  <a:solidFill>
                    <a:srgbClr val="C00000"/>
                  </a:solidFill>
                </a:ln>
                <a:latin typeface="Futura Medium" charset="0"/>
                <a:ea typeface="Futura Medium" charset="0"/>
                <a:cs typeface="Futura Medium" charset="0"/>
              </a:rPr>
              <a:t>   </a:t>
            </a:r>
            <a:endParaRPr lang="en-US" b="1">
              <a:ln>
                <a:solidFill>
                  <a:srgbClr val="C00000"/>
                </a:solidFill>
              </a:ln>
              <a:solidFill>
                <a:schemeClr val="bg1"/>
              </a:solidFill>
              <a:latin typeface="Futura Medium" charset="0"/>
              <a:ea typeface="Futura Medium" charset="0"/>
              <a:cs typeface="Futura Medium" charset="0"/>
            </a:endParaRPr>
          </a:p>
          <a:p>
            <a:endParaRPr lang="en-GB">
              <a:ln>
                <a:solidFill>
                  <a:srgbClr val="C00000"/>
                </a:solidFill>
              </a:ln>
              <a:latin typeface="Futura Medium" charset="0"/>
              <a:ea typeface="Futura Medium" charset="0"/>
              <a:cs typeface="Futura Medium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A92C25-F751-4D91-AEB9-09F7A6F668B1}"/>
              </a:ext>
            </a:extLst>
          </p:cNvPr>
          <p:cNvCxnSpPr>
            <a:cxnSpLocks/>
          </p:cNvCxnSpPr>
          <p:nvPr userDrawn="1"/>
        </p:nvCxnSpPr>
        <p:spPr>
          <a:xfrm>
            <a:off x="331643" y="3373437"/>
            <a:ext cx="2286447" cy="0"/>
          </a:xfrm>
          <a:prstGeom prst="line">
            <a:avLst/>
          </a:prstGeom>
          <a:solidFill>
            <a:schemeClr val="accent1">
              <a:alpha val="7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1A86625-4889-4B3F-9821-E4F691F678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969" y="2278488"/>
            <a:ext cx="6712857" cy="1053387"/>
          </a:xfrm>
        </p:spPr>
        <p:txBody>
          <a:bodyPr>
            <a:noAutofit/>
          </a:bodyPr>
          <a:lstStyle>
            <a:lvl1pPr marL="0" indent="0">
              <a:buNone/>
              <a:defRPr sz="8000" b="1">
                <a:ln>
                  <a:noFill/>
                </a:ln>
                <a:solidFill>
                  <a:schemeClr val="tx1"/>
                </a:solidFill>
                <a:latin typeface="Futura Medium"/>
              </a:defRPr>
            </a:lvl1pPr>
          </a:lstStyle>
          <a:p>
            <a:pPr lvl="0"/>
            <a:r>
              <a:rPr lang="en-US"/>
              <a:t>DIVIDER #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03EA59A-B19D-4BB5-8890-06A33B8EE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43" y="3409611"/>
            <a:ext cx="6712857" cy="499349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Futura Medium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E7575-545F-40C7-AE95-3B923DE4C9B1}"/>
              </a:ext>
            </a:extLst>
          </p:cNvPr>
          <p:cNvSpPr txBox="1"/>
          <p:nvPr userDrawn="1"/>
        </p:nvSpPr>
        <p:spPr>
          <a:xfrm>
            <a:off x="427529" y="6451408"/>
            <a:ext cx="6097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Futura LT"/>
              </a:rPr>
              <a:t>Document Type: </a:t>
            </a:r>
            <a:r>
              <a:rPr lang="fr-FR" sz="1100" dirty="0" err="1">
                <a:solidFill>
                  <a:schemeClr val="bg1"/>
                </a:solidFill>
                <a:latin typeface="Futura LT"/>
              </a:rPr>
              <a:t>Internal</a:t>
            </a:r>
            <a:r>
              <a:rPr lang="fr-FR" sz="1100" dirty="0">
                <a:solidFill>
                  <a:schemeClr val="bg1"/>
                </a:solidFill>
                <a:latin typeface="Futura LT"/>
              </a:rPr>
              <a:t> Classification: Public</a:t>
            </a:r>
            <a:endParaRPr lang="en-IN" sz="1100" dirty="0">
              <a:solidFill>
                <a:schemeClr val="bg1"/>
              </a:solidFill>
              <a:latin typeface="Futura LT"/>
            </a:endParaRPr>
          </a:p>
        </p:txBody>
      </p:sp>
    </p:spTree>
    <p:extLst>
      <p:ext uri="{BB962C8B-B14F-4D97-AF65-F5344CB8AC3E}">
        <p14:creationId xmlns:p14="http://schemas.microsoft.com/office/powerpoint/2010/main" val="2359754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holding a microphone&#10;&#10;Description generated with high confidence">
            <a:extLst>
              <a:ext uri="{FF2B5EF4-FFF2-40B4-BE49-F238E27FC236}">
                <a16:creationId xmlns:a16="http://schemas.microsoft.com/office/drawing/2014/main" id="{9F5903DF-6971-4D0F-9A45-44128616E7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9250" y="0"/>
            <a:ext cx="6762750" cy="5305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A2E277-D4B8-4AC0-83FA-152F6E1556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442" y="6451408"/>
            <a:ext cx="241087" cy="231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723390-D31E-4A1E-8DE3-0C33F4053352}"/>
              </a:ext>
            </a:extLst>
          </p:cNvPr>
          <p:cNvSpPr txBox="1"/>
          <p:nvPr userDrawn="1"/>
        </p:nvSpPr>
        <p:spPr>
          <a:xfrm>
            <a:off x="11670090" y="6500931"/>
            <a:ext cx="386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4607809-5168-4C4D-96E1-F53701CECE7A}" type="slidenum">
              <a:rPr lang="en-GB" sz="1100" smtClean="0">
                <a:solidFill>
                  <a:schemeClr val="bg2">
                    <a:lumMod val="50000"/>
                  </a:schemeClr>
                </a:solidFill>
                <a:latin typeface="Futura LT" pitchFamily="50" charset="0"/>
              </a:rPr>
              <a:pPr algn="r"/>
              <a:t>‹#›</a:t>
            </a:fld>
            <a:endParaRPr lang="en-GB" sz="1100">
              <a:solidFill>
                <a:schemeClr val="bg2">
                  <a:lumMod val="50000"/>
                </a:schemeClr>
              </a:solidFill>
              <a:latin typeface="Futura LT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4AC25-BBCF-43D4-BF08-745C39AE3430}"/>
              </a:ext>
            </a:extLst>
          </p:cNvPr>
          <p:cNvSpPr txBox="1"/>
          <p:nvPr userDrawn="1"/>
        </p:nvSpPr>
        <p:spPr>
          <a:xfrm>
            <a:off x="427529" y="6451408"/>
            <a:ext cx="6097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Document Type: </a:t>
            </a:r>
            <a:r>
              <a:rPr lang="fr-FR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Internal</a:t>
            </a:r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 Classification: Public</a:t>
            </a:r>
            <a:endParaRPr lang="en-IN" sz="1100" dirty="0">
              <a:solidFill>
                <a:schemeClr val="tx1">
                  <a:lumMod val="65000"/>
                  <a:lumOff val="35000"/>
                </a:schemeClr>
              </a:solidFill>
              <a:latin typeface="Futura LT"/>
            </a:endParaRPr>
          </a:p>
        </p:txBody>
      </p:sp>
    </p:spTree>
    <p:extLst>
      <p:ext uri="{BB962C8B-B14F-4D97-AF65-F5344CB8AC3E}">
        <p14:creationId xmlns:p14="http://schemas.microsoft.com/office/powerpoint/2010/main" val="2761084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EF5248-2917-4125-BB05-06DEE034E2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D5E6A5-9FE9-454D-9246-22FA6FD5AF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442" y="6451408"/>
            <a:ext cx="241087" cy="2314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39ACA-6BCB-4AA7-8244-2983DCA23B9C}"/>
              </a:ext>
            </a:extLst>
          </p:cNvPr>
          <p:cNvSpPr txBox="1"/>
          <p:nvPr userDrawn="1"/>
        </p:nvSpPr>
        <p:spPr>
          <a:xfrm>
            <a:off x="11670090" y="6500931"/>
            <a:ext cx="386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4607809-5168-4C4D-96E1-F53701CECE7A}" type="slidenum">
              <a:rPr lang="en-GB" sz="1100" smtClean="0">
                <a:solidFill>
                  <a:schemeClr val="bg1"/>
                </a:solidFill>
                <a:latin typeface="Futura LT" pitchFamily="50" charset="0"/>
              </a:rPr>
              <a:pPr algn="r"/>
              <a:t>‹#›</a:t>
            </a:fld>
            <a:endParaRPr lang="en-GB" sz="1100">
              <a:solidFill>
                <a:schemeClr val="bg1"/>
              </a:solidFill>
              <a:latin typeface="Futura L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58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generated with high confidence">
            <a:extLst>
              <a:ext uri="{FF2B5EF4-FFF2-40B4-BE49-F238E27FC236}">
                <a16:creationId xmlns:a16="http://schemas.microsoft.com/office/drawing/2014/main" id="{B47B1A04-F91A-4CD8-8D4B-CACF86BB53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7BFE3C-9CAB-4B6D-A1DF-22EAE1742E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442" y="6451408"/>
            <a:ext cx="241087" cy="2314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872F41-7489-4669-A277-6F57D485F341}"/>
              </a:ext>
            </a:extLst>
          </p:cNvPr>
          <p:cNvSpPr txBox="1"/>
          <p:nvPr userDrawn="1"/>
        </p:nvSpPr>
        <p:spPr>
          <a:xfrm>
            <a:off x="11670090" y="6500931"/>
            <a:ext cx="386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4607809-5168-4C4D-96E1-F53701CECE7A}" type="slidenum">
              <a:rPr lang="en-GB" sz="1100" smtClean="0">
                <a:solidFill>
                  <a:schemeClr val="bg1"/>
                </a:solidFill>
                <a:latin typeface="Futura LT" pitchFamily="50" charset="0"/>
              </a:rPr>
              <a:pPr algn="r"/>
              <a:t>‹#›</a:t>
            </a:fld>
            <a:endParaRPr lang="en-GB" sz="1100">
              <a:solidFill>
                <a:schemeClr val="bg1"/>
              </a:solidFill>
              <a:latin typeface="Futura L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43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P Agenda Notice" hidden="1"/>
          <p:cNvSpPr>
            <a:spLocks noGrp="1"/>
          </p:cNvSpPr>
          <p:nvPr>
            <p:ph sz="quarter" idx="13" hasCustomPrompt="1"/>
          </p:nvPr>
        </p:nvSpPr>
        <p:spPr>
          <a:xfrm>
            <a:off x="12344400" y="48315"/>
            <a:ext cx="3103200" cy="0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800" b="0" i="0" baseline="0">
                <a:solidFill>
                  <a:schemeClr val="tx1"/>
                </a:solidFill>
              </a:defRPr>
            </a:lvl1pPr>
            <a:lvl2pPr marL="172641" marR="0" indent="-171450" algn="l" defTabSz="6845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aseline="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/>
              <a:t>This is the </a:t>
            </a:r>
            <a:r>
              <a:rPr lang="en-US" noProof="0" err="1"/>
              <a:t>SlideProof</a:t>
            </a:r>
            <a:r>
              <a:rPr lang="en-US" noProof="0"/>
              <a:t> Agenda Layout</a:t>
            </a:r>
          </a:p>
          <a:p>
            <a:pPr lvl="0"/>
            <a:r>
              <a:rPr lang="en-US" noProof="0"/>
              <a:t>http://www.veodin.com/slideproof/manual/agenda/</a:t>
            </a:r>
          </a:p>
          <a:p>
            <a:pPr lvl="0"/>
            <a:r>
              <a:rPr lang="en-US" noProof="0"/>
              <a:t>Use the Selection Pane (Alt+F10) to make the hidden shapes of the Agenda visible. Make sure you group them again after editing and rename them with </a:t>
            </a:r>
            <a:r>
              <a:rPr lang="en-US" noProof="0" err="1"/>
              <a:t>SlideProof</a:t>
            </a:r>
            <a:r>
              <a:rPr lang="en-US" noProof="0"/>
              <a:t> &gt; Agenda &gt; Rename Agenda Groups</a:t>
            </a:r>
          </a:p>
          <a:p>
            <a:pPr lvl="0"/>
            <a:r>
              <a:rPr lang="en-US" noProof="0"/>
              <a:t>Expected group names are: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SP Agenda Section - Mandatory</a:t>
            </a:r>
          </a:p>
          <a:p>
            <a:pPr lvl="1"/>
            <a:r>
              <a:rPr lang="en-US" noProof="0"/>
              <a:t>SP Agenda Section Highlight - Highlight the current section</a:t>
            </a:r>
          </a:p>
          <a:p>
            <a:pPr lvl="1"/>
            <a:r>
              <a:rPr lang="en-US" noProof="0"/>
              <a:t>SP Agenda Subsection - Mandatory if showing subsections</a:t>
            </a:r>
          </a:p>
          <a:p>
            <a:pPr lvl="1"/>
            <a:r>
              <a:rPr lang="en-US" noProof="0"/>
              <a:t>SP Agenda Subsection Highlight - Highlight the current subsection</a:t>
            </a:r>
          </a:p>
          <a:p>
            <a:pPr lvl="0"/>
            <a:r>
              <a:rPr lang="en-US" noProof="0"/>
              <a:t>Any shapes or images inside the groups will appear on the agenda pages. This notice (SP Agenda Notice) will not appear on the agenda pages.</a:t>
            </a:r>
          </a:p>
          <a:p>
            <a:pPr lvl="0"/>
            <a:r>
              <a:rPr lang="en-US" noProof="0"/>
              <a:t>Valid text placeholders are: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Section number:</a:t>
            </a:r>
          </a:p>
          <a:p>
            <a:pPr lvl="1"/>
            <a:r>
              <a:rPr lang="en-US" noProof="0"/>
              <a:t>&lt;N&gt; for Arabic number 1, 2, 3</a:t>
            </a:r>
          </a:p>
          <a:p>
            <a:pPr lvl="1"/>
            <a:r>
              <a:rPr lang="en-US" noProof="0"/>
              <a:t>&lt;R&gt; for Roman numeral I, II, III</a:t>
            </a:r>
          </a:p>
          <a:p>
            <a:pPr lvl="1"/>
            <a:r>
              <a:rPr lang="en-US" noProof="0"/>
              <a:t>&lt;RL&gt; for lower-case Roman numeral </a:t>
            </a:r>
            <a:r>
              <a:rPr lang="en-US" noProof="0" err="1"/>
              <a:t>i</a:t>
            </a:r>
            <a:r>
              <a:rPr lang="en-US" noProof="0"/>
              <a:t>, ii, iii</a:t>
            </a:r>
          </a:p>
          <a:p>
            <a:pPr lvl="1"/>
            <a:r>
              <a:rPr lang="en-US" noProof="0"/>
              <a:t>&lt;A&gt; for alphabetic character A, B, C</a:t>
            </a:r>
          </a:p>
          <a:p>
            <a:pPr lvl="1"/>
            <a:r>
              <a:rPr lang="en-US" noProof="0"/>
              <a:t>&lt;AL&gt; for lower-case Alphabetic character</a:t>
            </a:r>
          </a:p>
          <a:p>
            <a:pPr lvl="1"/>
            <a:r>
              <a:rPr lang="en-US" noProof="0"/>
              <a:t>&lt;TEXT&gt;</a:t>
            </a:r>
          </a:p>
          <a:p>
            <a:pPr lvl="1"/>
            <a:r>
              <a:rPr lang="en-US" noProof="0"/>
              <a:t>&lt;RESPONSIBLE&gt;</a:t>
            </a:r>
          </a:p>
          <a:p>
            <a:pPr lvl="1"/>
            <a:r>
              <a:rPr lang="en-US" noProof="0"/>
              <a:t>&lt;TIMESLOT&gt;</a:t>
            </a:r>
          </a:p>
          <a:p>
            <a:pPr lvl="1"/>
            <a:r>
              <a:rPr lang="en-US" noProof="0"/>
              <a:t>&lt;DURATION&gt; for duration</a:t>
            </a:r>
          </a:p>
          <a:p>
            <a:pPr lvl="1"/>
            <a:r>
              <a:rPr lang="en-US" noProof="0"/>
              <a:t>&lt;P&gt; for page number</a:t>
            </a:r>
          </a:p>
          <a:p>
            <a:pPr lvl="0"/>
            <a:r>
              <a:rPr lang="en-US" noProof="0"/>
              <a:t>If you want the agenda to be vertically centered on each Agenda slide, rename this layout to: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SP Agenda Vertical</a:t>
            </a:r>
          </a:p>
        </p:txBody>
      </p:sp>
      <p:grpSp>
        <p:nvGrpSpPr>
          <p:cNvPr id="3" name="SP Agenda Section" hidden="1"/>
          <p:cNvGrpSpPr/>
          <p:nvPr userDrawn="1"/>
        </p:nvGrpSpPr>
        <p:grpSpPr>
          <a:xfrm>
            <a:off x="1797664" y="2085631"/>
            <a:ext cx="8657275" cy="369332"/>
            <a:chOff x="1797664" y="2085631"/>
            <a:chExt cx="8657274" cy="369332"/>
          </a:xfrm>
        </p:grpSpPr>
        <p:sp>
          <p:nvSpPr>
            <p:cNvPr id="20" name="Textbox" hidden="1"/>
            <p:cNvSpPr txBox="1">
              <a:spLocks/>
            </p:cNvSpPr>
            <p:nvPr userDrawn="1"/>
          </p:nvSpPr>
          <p:spPr>
            <a:xfrm>
              <a:off x="2267220" y="2085631"/>
              <a:ext cx="3843347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/>
                <a:t>&lt;TEXT&gt;</a:t>
              </a:r>
            </a:p>
          </p:txBody>
        </p:sp>
        <p:sp>
          <p:nvSpPr>
            <p:cNvPr id="21" name="Textbox" hidden="1"/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/>
                <a:t>&lt;N&gt;</a:t>
              </a:r>
            </a:p>
          </p:txBody>
        </p:sp>
        <p:sp>
          <p:nvSpPr>
            <p:cNvPr id="22" name="Textbox" hidden="1"/>
            <p:cNvSpPr txBox="1">
              <a:spLocks/>
            </p:cNvSpPr>
            <p:nvPr userDrawn="1"/>
          </p:nvSpPr>
          <p:spPr>
            <a:xfrm>
              <a:off x="9817944" y="2085631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/>
                <a:t>&lt;P&gt;</a:t>
              </a:r>
            </a:p>
          </p:txBody>
        </p:sp>
        <p:sp>
          <p:nvSpPr>
            <p:cNvPr id="24" name="Textbox" hidden="1"/>
            <p:cNvSpPr txBox="1">
              <a:spLocks/>
            </p:cNvSpPr>
            <p:nvPr userDrawn="1"/>
          </p:nvSpPr>
          <p:spPr>
            <a:xfrm>
              <a:off x="7696160" y="2085631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/>
                <a:t>&lt;TIMESLOT&gt;</a:t>
              </a:r>
            </a:p>
          </p:txBody>
        </p:sp>
        <p:sp>
          <p:nvSpPr>
            <p:cNvPr id="28" name="Textbox" hidden="1"/>
            <p:cNvSpPr txBox="1">
              <a:spLocks/>
            </p:cNvSpPr>
            <p:nvPr userDrawn="1"/>
          </p:nvSpPr>
          <p:spPr>
            <a:xfrm>
              <a:off x="6209330" y="2085631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/>
                <a:t>&lt;RESPONSIBLE&gt;</a:t>
              </a:r>
            </a:p>
          </p:txBody>
        </p:sp>
        <p:sp>
          <p:nvSpPr>
            <p:cNvPr id="29" name="Textbox" hidden="1"/>
            <p:cNvSpPr txBox="1">
              <a:spLocks/>
            </p:cNvSpPr>
            <p:nvPr userDrawn="1"/>
          </p:nvSpPr>
          <p:spPr>
            <a:xfrm>
              <a:off x="9043221" y="2085631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/>
                <a:t>&lt;DURATION&gt;</a:t>
              </a:r>
            </a:p>
          </p:txBody>
        </p:sp>
      </p:grpSp>
      <p:grpSp>
        <p:nvGrpSpPr>
          <p:cNvPr id="4" name="SP Agenda Section Highlight" hidden="1"/>
          <p:cNvGrpSpPr>
            <a:grpSpLocks/>
          </p:cNvGrpSpPr>
          <p:nvPr userDrawn="1"/>
        </p:nvGrpSpPr>
        <p:grpSpPr>
          <a:xfrm>
            <a:off x="1797664" y="2616963"/>
            <a:ext cx="8657274" cy="369332"/>
            <a:chOff x="1797664" y="2616963"/>
            <a:chExt cx="8657274" cy="36933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2" name="Textbox" hidden="1"/>
            <p:cNvSpPr txBox="1">
              <a:spLocks/>
            </p:cNvSpPr>
            <p:nvPr userDrawn="1"/>
          </p:nvSpPr>
          <p:spPr>
            <a:xfrm>
              <a:off x="2267220" y="2616963"/>
              <a:ext cx="3843347" cy="369332"/>
            </a:xfrm>
            <a:prstGeom prst="rect">
              <a:avLst/>
            </a:prstGeom>
            <a:grp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b="1"/>
                <a:t>&lt;TEXT&gt;</a:t>
              </a:r>
            </a:p>
          </p:txBody>
        </p:sp>
        <p:sp>
          <p:nvSpPr>
            <p:cNvPr id="33" name="Textbox" hidden="1"/>
            <p:cNvSpPr txBox="1">
              <a:spLocks/>
            </p:cNvSpPr>
            <p:nvPr userDrawn="1"/>
          </p:nvSpPr>
          <p:spPr>
            <a:xfrm>
              <a:off x="1797664" y="2616963"/>
              <a:ext cx="379556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b="1"/>
                <a:t>&lt;N&gt;</a:t>
              </a:r>
            </a:p>
          </p:txBody>
        </p:sp>
        <p:sp>
          <p:nvSpPr>
            <p:cNvPr id="34" name="Textbox" hidden="1"/>
            <p:cNvSpPr txBox="1">
              <a:spLocks/>
            </p:cNvSpPr>
            <p:nvPr userDrawn="1"/>
          </p:nvSpPr>
          <p:spPr>
            <a:xfrm>
              <a:off x="9817944" y="2616963"/>
              <a:ext cx="636994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b="1"/>
                <a:t>&lt;P&gt;</a:t>
              </a:r>
            </a:p>
          </p:txBody>
        </p:sp>
        <p:sp>
          <p:nvSpPr>
            <p:cNvPr id="35" name="Textbox" hidden="1"/>
            <p:cNvSpPr txBox="1">
              <a:spLocks/>
            </p:cNvSpPr>
            <p:nvPr userDrawn="1"/>
          </p:nvSpPr>
          <p:spPr>
            <a:xfrm>
              <a:off x="7696160" y="2616963"/>
              <a:ext cx="1257061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/>
                <a:t>&lt;TIMESLOT&gt;</a:t>
              </a:r>
            </a:p>
          </p:txBody>
        </p:sp>
        <p:sp>
          <p:nvSpPr>
            <p:cNvPr id="36" name="Textbox" hidden="1"/>
            <p:cNvSpPr txBox="1">
              <a:spLocks/>
            </p:cNvSpPr>
            <p:nvPr userDrawn="1"/>
          </p:nvSpPr>
          <p:spPr>
            <a:xfrm>
              <a:off x="6209330" y="2616963"/>
              <a:ext cx="1388067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/>
                <a:t>&lt;RESPONSIBLE&gt;</a:t>
              </a:r>
            </a:p>
          </p:txBody>
        </p:sp>
        <p:sp>
          <p:nvSpPr>
            <p:cNvPr id="37" name="Textbox" hidden="1"/>
            <p:cNvSpPr txBox="1">
              <a:spLocks/>
            </p:cNvSpPr>
            <p:nvPr userDrawn="1"/>
          </p:nvSpPr>
          <p:spPr>
            <a:xfrm>
              <a:off x="9043221" y="2616963"/>
              <a:ext cx="684723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/>
                <a:t>&lt;DURATION&gt;</a:t>
              </a:r>
            </a:p>
          </p:txBody>
        </p:sp>
      </p:grpSp>
      <p:grpSp>
        <p:nvGrpSpPr>
          <p:cNvPr id="8" name="SP Agenda Subsection" hidden="1"/>
          <p:cNvGrpSpPr>
            <a:grpSpLocks/>
          </p:cNvGrpSpPr>
          <p:nvPr userDrawn="1"/>
        </p:nvGrpSpPr>
        <p:grpSpPr>
          <a:xfrm>
            <a:off x="2265805" y="3148295"/>
            <a:ext cx="8189135" cy="369332"/>
            <a:chOff x="2265804" y="3155687"/>
            <a:chExt cx="8189134" cy="369332"/>
          </a:xfrm>
        </p:grpSpPr>
        <p:sp>
          <p:nvSpPr>
            <p:cNvPr id="39" name="Textbox" hidden="1"/>
            <p:cNvSpPr txBox="1">
              <a:spLocks/>
            </p:cNvSpPr>
            <p:nvPr userDrawn="1"/>
          </p:nvSpPr>
          <p:spPr>
            <a:xfrm>
              <a:off x="2744123" y="3155687"/>
              <a:ext cx="3366444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/>
                <a:t>&lt;TEXT&gt;</a:t>
              </a:r>
            </a:p>
          </p:txBody>
        </p:sp>
        <p:sp>
          <p:nvSpPr>
            <p:cNvPr id="40" name="Textbox" hidden="1"/>
            <p:cNvSpPr txBox="1">
              <a:spLocks/>
            </p:cNvSpPr>
            <p:nvPr userDrawn="1"/>
          </p:nvSpPr>
          <p:spPr>
            <a:xfrm>
              <a:off x="2265804" y="3155687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/>
                <a:t>&lt;N&gt;</a:t>
              </a:r>
            </a:p>
          </p:txBody>
        </p:sp>
        <p:sp>
          <p:nvSpPr>
            <p:cNvPr id="41" name="Textbox" hidden="1"/>
            <p:cNvSpPr txBox="1">
              <a:spLocks/>
            </p:cNvSpPr>
            <p:nvPr userDrawn="1"/>
          </p:nvSpPr>
          <p:spPr>
            <a:xfrm>
              <a:off x="9817944" y="3155687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/>
                <a:t>&lt;P&gt;</a:t>
              </a:r>
            </a:p>
          </p:txBody>
        </p:sp>
        <p:sp>
          <p:nvSpPr>
            <p:cNvPr id="42" name="Textbox" hidden="1"/>
            <p:cNvSpPr txBox="1">
              <a:spLocks/>
            </p:cNvSpPr>
            <p:nvPr userDrawn="1"/>
          </p:nvSpPr>
          <p:spPr>
            <a:xfrm>
              <a:off x="7696160" y="3155687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/>
                <a:t>&lt;TIMESLOT&gt;</a:t>
              </a:r>
            </a:p>
          </p:txBody>
        </p:sp>
        <p:sp>
          <p:nvSpPr>
            <p:cNvPr id="43" name="Textbox" hidden="1"/>
            <p:cNvSpPr txBox="1">
              <a:spLocks/>
            </p:cNvSpPr>
            <p:nvPr userDrawn="1"/>
          </p:nvSpPr>
          <p:spPr>
            <a:xfrm>
              <a:off x="6209330" y="3155687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/>
                <a:t>&lt;RESPONSIBLE&gt;</a:t>
              </a:r>
            </a:p>
          </p:txBody>
        </p:sp>
        <p:sp>
          <p:nvSpPr>
            <p:cNvPr id="44" name="Textbox" hidden="1"/>
            <p:cNvSpPr txBox="1">
              <a:spLocks/>
            </p:cNvSpPr>
            <p:nvPr userDrawn="1"/>
          </p:nvSpPr>
          <p:spPr>
            <a:xfrm>
              <a:off x="9043221" y="3155687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/>
                <a:t>&lt;DURATION&gt;</a:t>
              </a:r>
            </a:p>
          </p:txBody>
        </p:sp>
      </p:grpSp>
      <p:grpSp>
        <p:nvGrpSpPr>
          <p:cNvPr id="9" name="SP Agenda Subsection Highlight" hidden="1"/>
          <p:cNvGrpSpPr>
            <a:grpSpLocks/>
          </p:cNvGrpSpPr>
          <p:nvPr userDrawn="1"/>
        </p:nvGrpSpPr>
        <p:grpSpPr>
          <a:xfrm>
            <a:off x="2265804" y="3679627"/>
            <a:ext cx="8189134" cy="369332"/>
            <a:chOff x="2265804" y="3694411"/>
            <a:chExt cx="8189134" cy="36933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6" name="Textbox" hidden="1"/>
            <p:cNvSpPr txBox="1">
              <a:spLocks/>
            </p:cNvSpPr>
            <p:nvPr userDrawn="1"/>
          </p:nvSpPr>
          <p:spPr>
            <a:xfrm>
              <a:off x="2744123" y="3694411"/>
              <a:ext cx="3366444" cy="369332"/>
            </a:xfrm>
            <a:prstGeom prst="rect">
              <a:avLst/>
            </a:prstGeom>
            <a:grp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b="1"/>
                <a:t>&lt;TEXT&gt;</a:t>
              </a:r>
            </a:p>
          </p:txBody>
        </p:sp>
        <p:sp>
          <p:nvSpPr>
            <p:cNvPr id="47" name="Textbox" hidden="1"/>
            <p:cNvSpPr txBox="1">
              <a:spLocks/>
            </p:cNvSpPr>
            <p:nvPr userDrawn="1"/>
          </p:nvSpPr>
          <p:spPr>
            <a:xfrm>
              <a:off x="2265804" y="3694411"/>
              <a:ext cx="379556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b="1"/>
                <a:t>&lt;N&gt;</a:t>
              </a:r>
            </a:p>
          </p:txBody>
        </p:sp>
        <p:sp>
          <p:nvSpPr>
            <p:cNvPr id="48" name="Textbox" hidden="1"/>
            <p:cNvSpPr txBox="1">
              <a:spLocks/>
            </p:cNvSpPr>
            <p:nvPr userDrawn="1"/>
          </p:nvSpPr>
          <p:spPr>
            <a:xfrm>
              <a:off x="9817944" y="3694411"/>
              <a:ext cx="636994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b="1"/>
                <a:t>&lt;P&gt;</a:t>
              </a:r>
            </a:p>
          </p:txBody>
        </p:sp>
        <p:sp>
          <p:nvSpPr>
            <p:cNvPr id="49" name="Textbox" hidden="1"/>
            <p:cNvSpPr txBox="1">
              <a:spLocks/>
            </p:cNvSpPr>
            <p:nvPr userDrawn="1"/>
          </p:nvSpPr>
          <p:spPr>
            <a:xfrm>
              <a:off x="7696160" y="3694411"/>
              <a:ext cx="1257061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/>
                <a:t>&lt;TIMESLOT&gt;</a:t>
              </a:r>
            </a:p>
          </p:txBody>
        </p:sp>
        <p:sp>
          <p:nvSpPr>
            <p:cNvPr id="50" name="Textbox" hidden="1"/>
            <p:cNvSpPr txBox="1">
              <a:spLocks/>
            </p:cNvSpPr>
            <p:nvPr userDrawn="1"/>
          </p:nvSpPr>
          <p:spPr>
            <a:xfrm>
              <a:off x="6209330" y="3694411"/>
              <a:ext cx="1388067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/>
                <a:t>&lt;RESPONSIBLE&gt;</a:t>
              </a:r>
            </a:p>
          </p:txBody>
        </p:sp>
        <p:sp>
          <p:nvSpPr>
            <p:cNvPr id="51" name="Textbox" hidden="1"/>
            <p:cNvSpPr txBox="1">
              <a:spLocks/>
            </p:cNvSpPr>
            <p:nvPr userDrawn="1"/>
          </p:nvSpPr>
          <p:spPr>
            <a:xfrm>
              <a:off x="9043221" y="3694411"/>
              <a:ext cx="684723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/>
                <a:t>&lt;DURATION&gt;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0BF8F5-052B-45F9-8186-46D074A10555}"/>
              </a:ext>
            </a:extLst>
          </p:cNvPr>
          <p:cNvSpPr>
            <a:spLocks noGrp="1"/>
          </p:cNvSpPr>
          <p:nvPr>
            <p:ph type="title" sz="quarter" idx="14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7632BB-87E5-457D-B7A0-924702125A6D}"/>
              </a:ext>
            </a:extLst>
          </p:cNvPr>
          <p:cNvSpPr txBox="1"/>
          <p:nvPr userDrawn="1"/>
        </p:nvSpPr>
        <p:spPr>
          <a:xfrm>
            <a:off x="427529" y="6516584"/>
            <a:ext cx="6097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Document Type: </a:t>
            </a:r>
            <a:r>
              <a:rPr lang="fr-FR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Internal</a:t>
            </a:r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 Classification: Public</a:t>
            </a:r>
            <a:endParaRPr lang="en-IN" sz="1100" dirty="0">
              <a:solidFill>
                <a:schemeClr val="tx1">
                  <a:lumMod val="65000"/>
                  <a:lumOff val="35000"/>
                </a:schemeClr>
              </a:solidFill>
              <a:latin typeface="Futura LT"/>
            </a:endParaRPr>
          </a:p>
        </p:txBody>
      </p:sp>
    </p:spTree>
    <p:extLst>
      <p:ext uri="{BB962C8B-B14F-4D97-AF65-F5344CB8AC3E}">
        <p14:creationId xmlns:p14="http://schemas.microsoft.com/office/powerpoint/2010/main" val="1467810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Divider 1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SP Agenda Section" hidden="1">
            <a:extLst>
              <a:ext uri="{FF2B5EF4-FFF2-40B4-BE49-F238E27FC236}">
                <a16:creationId xmlns:a16="http://schemas.microsoft.com/office/drawing/2014/main" id="{91D61CFA-1A29-4B89-8F49-1E216E25DD2B}"/>
              </a:ext>
            </a:extLst>
          </p:cNvPr>
          <p:cNvGrpSpPr>
            <a:grpSpLocks/>
          </p:cNvGrpSpPr>
          <p:nvPr userDrawn="1"/>
        </p:nvGrpSpPr>
        <p:grpSpPr>
          <a:xfrm>
            <a:off x="1284761" y="4096092"/>
            <a:ext cx="10080000" cy="369332"/>
            <a:chOff x="1797664" y="2085631"/>
            <a:chExt cx="5940745" cy="369332"/>
          </a:xfrm>
        </p:grpSpPr>
        <p:sp>
          <p:nvSpPr>
            <p:cNvPr id="72" name="Textbox" hidden="1">
              <a:extLst>
                <a:ext uri="{FF2B5EF4-FFF2-40B4-BE49-F238E27FC236}">
                  <a16:creationId xmlns:a16="http://schemas.microsoft.com/office/drawing/2014/main" id="{8BF45C0E-D24F-4800-98B2-20E0A3AC8C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140025" y="2085631"/>
              <a:ext cx="5598384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3600" b="1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73" name="Textbox" hidden="1">
              <a:extLst>
                <a:ext uri="{FF2B5EF4-FFF2-40B4-BE49-F238E27FC236}">
                  <a16:creationId xmlns:a16="http://schemas.microsoft.com/office/drawing/2014/main" id="{B36140C3-09D5-4D3F-906D-270C63E3402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74" name="Textbox" hidden="1">
              <a:extLst>
                <a:ext uri="{FF2B5EF4-FFF2-40B4-BE49-F238E27FC236}">
                  <a16:creationId xmlns:a16="http://schemas.microsoft.com/office/drawing/2014/main" id="{871FFF1F-6558-47A3-B57A-1327C25BF06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75" name="Textbox" hidden="1">
              <a:extLst>
                <a:ext uri="{FF2B5EF4-FFF2-40B4-BE49-F238E27FC236}">
                  <a16:creationId xmlns:a16="http://schemas.microsoft.com/office/drawing/2014/main" id="{98FFC8B2-AAEA-4B46-BACD-C8587958201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76" name="Textbox" hidden="1">
              <a:extLst>
                <a:ext uri="{FF2B5EF4-FFF2-40B4-BE49-F238E27FC236}">
                  <a16:creationId xmlns:a16="http://schemas.microsoft.com/office/drawing/2014/main" id="{0E8F7A35-E5F6-48B1-BC2B-4D8D2886AA7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77" name="Textbox" hidden="1">
              <a:extLst>
                <a:ext uri="{FF2B5EF4-FFF2-40B4-BE49-F238E27FC236}">
                  <a16:creationId xmlns:a16="http://schemas.microsoft.com/office/drawing/2014/main" id="{D42D33A2-C40A-44B6-BE0C-4D7653C496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sp>
        <p:nvSpPr>
          <p:cNvPr id="31" name="SP Agenda Notice" hidden="1"/>
          <p:cNvSpPr>
            <a:spLocks noGrp="1"/>
          </p:cNvSpPr>
          <p:nvPr>
            <p:ph sz="quarter" idx="13" hasCustomPrompt="1"/>
          </p:nvPr>
        </p:nvSpPr>
        <p:spPr>
          <a:xfrm>
            <a:off x="12344400" y="48315"/>
            <a:ext cx="3103200" cy="0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800" b="0" i="0" baseline="0">
                <a:solidFill>
                  <a:schemeClr val="tx1"/>
                </a:solidFill>
              </a:defRPr>
            </a:lvl1pPr>
            <a:lvl2pPr marL="172641" marR="0" indent="-171450" algn="l" defTabSz="6845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aseline="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/>
              <a:t>This is the SlideProof Agenda Layout</a:t>
            </a:r>
          </a:p>
          <a:p>
            <a:pPr lvl="0"/>
            <a:r>
              <a:rPr lang="en-US" noProof="0"/>
              <a:t>http://www.veodin.com/slideproof/manual/agenda/</a:t>
            </a:r>
          </a:p>
          <a:p>
            <a:pPr lvl="0"/>
            <a:r>
              <a:rPr lang="en-US" noProof="0"/>
              <a:t>Use the Selection Pane (Alt+F10) to make the hidden shapes of the Agenda visible. Make sure you group them again after editing and rename them with SlideProof &gt; Agenda &gt; Rename Agenda Groups</a:t>
            </a:r>
          </a:p>
          <a:p>
            <a:pPr lvl="0"/>
            <a:r>
              <a:rPr lang="en-US" noProof="0"/>
              <a:t>Expected group names are: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SP Agenda Section - Mandatory</a:t>
            </a:r>
          </a:p>
          <a:p>
            <a:pPr lvl="1"/>
            <a:r>
              <a:rPr lang="en-US" noProof="0"/>
              <a:t>SP Agenda Section Highlight - Highlight the current section</a:t>
            </a:r>
          </a:p>
          <a:p>
            <a:pPr lvl="1"/>
            <a:r>
              <a:rPr lang="en-US" noProof="0"/>
              <a:t>SP Agenda Subsection - Mandatory if showing subsections</a:t>
            </a:r>
          </a:p>
          <a:p>
            <a:pPr lvl="1"/>
            <a:r>
              <a:rPr lang="en-US" noProof="0"/>
              <a:t>SP Agenda Subsection Highlight - Highlight the current subsection</a:t>
            </a:r>
          </a:p>
          <a:p>
            <a:pPr lvl="0"/>
            <a:r>
              <a:rPr lang="en-US" noProof="0"/>
              <a:t>Any shapes or images inside the groups will appear on the agenda pages. This notice (SP Agenda Notice) will not appear on the agenda pages.</a:t>
            </a:r>
          </a:p>
          <a:p>
            <a:pPr lvl="0"/>
            <a:r>
              <a:rPr lang="en-US" noProof="0"/>
              <a:t>Valid text placeholders are: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Section number:</a:t>
            </a:r>
          </a:p>
          <a:p>
            <a:pPr lvl="1"/>
            <a:r>
              <a:rPr lang="en-US" noProof="0"/>
              <a:t>&lt;N&gt; for Arabic number 1, 2, 3</a:t>
            </a:r>
          </a:p>
          <a:p>
            <a:pPr lvl="1"/>
            <a:r>
              <a:rPr lang="en-US" noProof="0"/>
              <a:t>&lt;R&gt; for Roman numeral I, II, III</a:t>
            </a:r>
          </a:p>
          <a:p>
            <a:pPr lvl="1"/>
            <a:r>
              <a:rPr lang="en-US" noProof="0"/>
              <a:t>&lt;RL&gt; for lower-case Roman numeral </a:t>
            </a:r>
            <a:r>
              <a:rPr lang="en-US" noProof="0" err="1"/>
              <a:t>i</a:t>
            </a:r>
            <a:r>
              <a:rPr lang="en-US" noProof="0"/>
              <a:t>, ii, iii</a:t>
            </a:r>
          </a:p>
          <a:p>
            <a:pPr lvl="1"/>
            <a:r>
              <a:rPr lang="en-US" noProof="0"/>
              <a:t>&lt;A&gt; for alphabetic character A, B, C</a:t>
            </a:r>
          </a:p>
          <a:p>
            <a:pPr lvl="1"/>
            <a:r>
              <a:rPr lang="en-US" noProof="0"/>
              <a:t>&lt;AL&gt; for lower-case Alphabetic character</a:t>
            </a:r>
          </a:p>
          <a:p>
            <a:pPr lvl="1"/>
            <a:r>
              <a:rPr lang="en-US" noProof="0"/>
              <a:t>&lt;TEXT&gt;</a:t>
            </a:r>
          </a:p>
          <a:p>
            <a:pPr lvl="1"/>
            <a:r>
              <a:rPr lang="en-US" noProof="0"/>
              <a:t>&lt;RESPONSIBLE&gt;</a:t>
            </a:r>
          </a:p>
          <a:p>
            <a:pPr lvl="1"/>
            <a:r>
              <a:rPr lang="en-US" noProof="0"/>
              <a:t>&lt;TIMESLOT&gt;</a:t>
            </a:r>
          </a:p>
          <a:p>
            <a:pPr lvl="1"/>
            <a:r>
              <a:rPr lang="en-US" noProof="0"/>
              <a:t>&lt;DURATION&gt; for duration</a:t>
            </a:r>
          </a:p>
          <a:p>
            <a:pPr lvl="1"/>
            <a:r>
              <a:rPr lang="en-US" noProof="0"/>
              <a:t>&lt;P&gt; for page number</a:t>
            </a:r>
          </a:p>
          <a:p>
            <a:pPr lvl="0"/>
            <a:r>
              <a:rPr lang="en-US" noProof="0"/>
              <a:t>If you want the agenda to be vertically centered on each Agenda slide, rename this layout to: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SP Agenda Vertical</a:t>
            </a:r>
          </a:p>
        </p:txBody>
      </p:sp>
      <p:grpSp>
        <p:nvGrpSpPr>
          <p:cNvPr id="78" name="SP Agenda Subsection" hidden="1">
            <a:extLst>
              <a:ext uri="{FF2B5EF4-FFF2-40B4-BE49-F238E27FC236}">
                <a16:creationId xmlns:a16="http://schemas.microsoft.com/office/drawing/2014/main" id="{3CDEAECC-3C3D-40DC-8048-05157150AD6E}"/>
              </a:ext>
            </a:extLst>
          </p:cNvPr>
          <p:cNvGrpSpPr>
            <a:grpSpLocks/>
          </p:cNvGrpSpPr>
          <p:nvPr userDrawn="1"/>
        </p:nvGrpSpPr>
        <p:grpSpPr>
          <a:xfrm>
            <a:off x="1284761" y="4096092"/>
            <a:ext cx="10080000" cy="369332"/>
            <a:chOff x="1797664" y="2085631"/>
            <a:chExt cx="5940745" cy="369332"/>
          </a:xfrm>
        </p:grpSpPr>
        <p:sp>
          <p:nvSpPr>
            <p:cNvPr id="79" name="Textbox" hidden="1">
              <a:extLst>
                <a:ext uri="{FF2B5EF4-FFF2-40B4-BE49-F238E27FC236}">
                  <a16:creationId xmlns:a16="http://schemas.microsoft.com/office/drawing/2014/main" id="{584D4FFB-892A-49C8-973F-893B258E19B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140025" y="2085631"/>
              <a:ext cx="5598384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3600" b="1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80" name="Textbox" hidden="1">
              <a:extLst>
                <a:ext uri="{FF2B5EF4-FFF2-40B4-BE49-F238E27FC236}">
                  <a16:creationId xmlns:a16="http://schemas.microsoft.com/office/drawing/2014/main" id="{BB144044-4B4E-495D-8D8D-9D01BCCA9A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81" name="Textbox" hidden="1">
              <a:extLst>
                <a:ext uri="{FF2B5EF4-FFF2-40B4-BE49-F238E27FC236}">
                  <a16:creationId xmlns:a16="http://schemas.microsoft.com/office/drawing/2014/main" id="{72849E41-8C22-4F28-A058-02BC25DF49B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82" name="Textbox" hidden="1">
              <a:extLst>
                <a:ext uri="{FF2B5EF4-FFF2-40B4-BE49-F238E27FC236}">
                  <a16:creationId xmlns:a16="http://schemas.microsoft.com/office/drawing/2014/main" id="{CA1BEB0B-B88B-4782-BF66-3BC90122CA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83" name="Textbox" hidden="1">
              <a:extLst>
                <a:ext uri="{FF2B5EF4-FFF2-40B4-BE49-F238E27FC236}">
                  <a16:creationId xmlns:a16="http://schemas.microsoft.com/office/drawing/2014/main" id="{2488CE60-C0C7-4375-8E28-316DE55D3D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84" name="Textbox" hidden="1">
              <a:extLst>
                <a:ext uri="{FF2B5EF4-FFF2-40B4-BE49-F238E27FC236}">
                  <a16:creationId xmlns:a16="http://schemas.microsoft.com/office/drawing/2014/main" id="{FDCF7982-797D-46DB-BA8C-F96B93FBBFA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B1F1E33-BC80-4027-B54D-D0533A70148D}"/>
              </a:ext>
            </a:extLst>
          </p:cNvPr>
          <p:cNvSpPr txBox="1"/>
          <p:nvPr userDrawn="1"/>
        </p:nvSpPr>
        <p:spPr>
          <a:xfrm>
            <a:off x="410437" y="6528320"/>
            <a:ext cx="6097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Futura LT"/>
              </a:rPr>
              <a:t>Document Type: </a:t>
            </a:r>
            <a:r>
              <a:rPr lang="fr-FR" sz="1100" dirty="0" err="1">
                <a:solidFill>
                  <a:schemeClr val="bg1"/>
                </a:solidFill>
                <a:latin typeface="Futura LT"/>
              </a:rPr>
              <a:t>Internal</a:t>
            </a:r>
            <a:r>
              <a:rPr lang="fr-FR" sz="1100" dirty="0">
                <a:solidFill>
                  <a:schemeClr val="bg1"/>
                </a:solidFill>
                <a:latin typeface="Futura LT"/>
              </a:rPr>
              <a:t> Classification: Public</a:t>
            </a:r>
            <a:endParaRPr lang="en-IN" sz="1100" dirty="0">
              <a:solidFill>
                <a:schemeClr val="bg1"/>
              </a:solidFill>
              <a:latin typeface="Futura LT"/>
            </a:endParaRPr>
          </a:p>
        </p:txBody>
      </p:sp>
    </p:spTree>
    <p:extLst>
      <p:ext uri="{BB962C8B-B14F-4D97-AF65-F5344CB8AC3E}">
        <p14:creationId xmlns:p14="http://schemas.microsoft.com/office/powerpoint/2010/main" val="3132374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92219C-BD1C-4C85-8EF0-C0E5BF99D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108" y="6590581"/>
            <a:ext cx="210451" cy="134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2AC451-B4F4-49CB-86CB-D7EE66E20114}"/>
              </a:ext>
            </a:extLst>
          </p:cNvPr>
          <p:cNvSpPr txBox="1"/>
          <p:nvPr userDrawn="1"/>
        </p:nvSpPr>
        <p:spPr>
          <a:xfrm>
            <a:off x="11464504" y="6430592"/>
            <a:ext cx="414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4607809-5168-4C4D-96E1-F53701CECE7A}" type="slidenum">
              <a:rPr lang="en-GB" sz="1100" smtClean="0">
                <a:solidFill>
                  <a:srgbClr val="58677B"/>
                </a:solidFill>
              </a:rPr>
              <a:pPr/>
              <a:t>‹#›</a:t>
            </a:fld>
            <a:endParaRPr lang="en-GB" sz="1100">
              <a:solidFill>
                <a:srgbClr val="58677B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F611B-4BDA-4D37-8E8F-C55D8D499213}"/>
              </a:ext>
            </a:extLst>
          </p:cNvPr>
          <p:cNvSpPr/>
          <p:nvPr userDrawn="1"/>
        </p:nvSpPr>
        <p:spPr>
          <a:xfrm>
            <a:off x="0" y="171546"/>
            <a:ext cx="282633" cy="5693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E68C8C-CF8C-4BB4-9530-D1A1843F37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559" y="207348"/>
            <a:ext cx="11819441" cy="499349"/>
          </a:xfrm>
        </p:spPr>
        <p:txBody>
          <a:bodyPr anchor="ctr">
            <a:normAutofit/>
          </a:bodyPr>
          <a:lstStyle>
            <a:lvl1pPr marL="0" indent="0">
              <a:buNone/>
              <a:defRPr sz="2200" b="0">
                <a:solidFill>
                  <a:schemeClr val="tx1">
                    <a:lumMod val="65000"/>
                    <a:lumOff val="35000"/>
                  </a:schemeClr>
                </a:solidFill>
                <a:latin typeface="Futura Medium" panose="020B0602020204020303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247F8-EA3B-4922-BB07-A065724F99DC}"/>
              </a:ext>
            </a:extLst>
          </p:cNvPr>
          <p:cNvSpPr txBox="1"/>
          <p:nvPr userDrawn="1"/>
        </p:nvSpPr>
        <p:spPr>
          <a:xfrm>
            <a:off x="372559" y="6527257"/>
            <a:ext cx="6097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Document Type: </a:t>
            </a:r>
            <a:r>
              <a:rPr lang="fr-FR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Internal</a:t>
            </a:r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 Classification: Public</a:t>
            </a:r>
            <a:endParaRPr lang="en-IN" sz="1100" dirty="0">
              <a:solidFill>
                <a:schemeClr val="tx1">
                  <a:lumMod val="65000"/>
                  <a:lumOff val="35000"/>
                </a:schemeClr>
              </a:solidFill>
              <a:latin typeface="Futura LT"/>
            </a:endParaRPr>
          </a:p>
        </p:txBody>
      </p:sp>
    </p:spTree>
    <p:extLst>
      <p:ext uri="{BB962C8B-B14F-4D97-AF65-F5344CB8AC3E}">
        <p14:creationId xmlns:p14="http://schemas.microsoft.com/office/powerpoint/2010/main" val="316146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76201"/>
            <a:ext cx="10566400" cy="818946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" y="825183"/>
            <a:ext cx="711200" cy="2178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  <a:latin typeface="+mn-lt"/>
              </a:defRPr>
            </a:lvl1pPr>
            <a:extLst/>
          </a:lstStyle>
          <a:p>
            <a:fld id="{A3F7CB7D-F184-43C7-B6FD-03D728E1BB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14131-A737-4BB1-88F0-34B162484768}"/>
              </a:ext>
            </a:extLst>
          </p:cNvPr>
          <p:cNvSpPr txBox="1"/>
          <p:nvPr userDrawn="1"/>
        </p:nvSpPr>
        <p:spPr>
          <a:xfrm>
            <a:off x="427529" y="6520189"/>
            <a:ext cx="6097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Document Type: </a:t>
            </a:r>
            <a:r>
              <a:rPr lang="fr-FR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Internal</a:t>
            </a:r>
            <a:r>
              <a:rPr lang="fr-F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Futura LT"/>
              </a:rPr>
              <a:t> Classification: Public</a:t>
            </a:r>
            <a:endParaRPr lang="en-IN" sz="1100" dirty="0">
              <a:solidFill>
                <a:schemeClr val="tx1">
                  <a:lumMod val="65000"/>
                  <a:lumOff val="35000"/>
                </a:schemeClr>
              </a:solidFill>
              <a:latin typeface="Futura LT"/>
            </a:endParaRPr>
          </a:p>
        </p:txBody>
      </p:sp>
    </p:spTree>
    <p:extLst>
      <p:ext uri="{BB962C8B-B14F-4D97-AF65-F5344CB8AC3E}">
        <p14:creationId xmlns:p14="http://schemas.microsoft.com/office/powerpoint/2010/main" val="431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72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FB9E1-A94C-4750-B176-FC38F88283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84174" y="2286263"/>
            <a:ext cx="9246164" cy="1047916"/>
          </a:xfrm>
        </p:spPr>
        <p:txBody>
          <a:bodyPr/>
          <a:lstStyle/>
          <a:p>
            <a:r>
              <a:rPr lang="en-US" dirty="0"/>
              <a:t>Unified Experience Tracker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3F09-785F-45D0-8FFD-00D7C6797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36364" y="3429000"/>
            <a:ext cx="2593974" cy="523958"/>
          </a:xfrm>
        </p:spPr>
        <p:txBody>
          <a:bodyPr anchor="t"/>
          <a:lstStyle/>
          <a:p>
            <a:r>
              <a:rPr lang="en-US" sz="1400" dirty="0"/>
              <a:t>23/05/2023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8BE87-69FF-44A3-82CD-2FAA13457F43}"/>
              </a:ext>
            </a:extLst>
          </p:cNvPr>
          <p:cNvSpPr txBox="1"/>
          <p:nvPr/>
        </p:nvSpPr>
        <p:spPr>
          <a:xfrm>
            <a:off x="9184353" y="6596390"/>
            <a:ext cx="20996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edium" panose="020B0602020204020303"/>
              </a:rPr>
              <a:t>PMO-TPL-013_v.1.0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8094B5F-A7FD-471D-8710-4B1492359497}"/>
              </a:ext>
            </a:extLst>
          </p:cNvPr>
          <p:cNvSpPr txBox="1">
            <a:spLocks/>
          </p:cNvSpPr>
          <p:nvPr/>
        </p:nvSpPr>
        <p:spPr>
          <a:xfrm>
            <a:off x="7915080" y="0"/>
            <a:ext cx="4276920" cy="523958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rgbClr val="2B4471"/>
                </a:solidFill>
                <a:latin typeface="Futura Medium" panose="020B0602020204020303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&lt;Project Logo&gt;</a:t>
            </a:r>
          </a:p>
        </p:txBody>
      </p:sp>
    </p:spTree>
    <p:extLst>
      <p:ext uri="{BB962C8B-B14F-4D97-AF65-F5344CB8AC3E}">
        <p14:creationId xmlns:p14="http://schemas.microsoft.com/office/powerpoint/2010/main" val="420355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802B1F-8C26-41D8-AB58-E298A5A7909D}"/>
              </a:ext>
            </a:extLst>
          </p:cNvPr>
          <p:cNvSpPr txBox="1"/>
          <p:nvPr/>
        </p:nvSpPr>
        <p:spPr>
          <a:xfrm>
            <a:off x="304060" y="1312010"/>
            <a:ext cx="6094520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815">
              <a:lnSpc>
                <a:spcPct val="150000"/>
              </a:lnSpc>
              <a:defRPr/>
            </a:pPr>
            <a:r>
              <a:rPr lang="en-US" sz="1800" b="1" dirty="0">
                <a:solidFill>
                  <a:srgbClr val="598FF7"/>
                </a:solidFill>
                <a:latin typeface="Futura Medium"/>
              </a:rPr>
              <a:t>01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Futura Medium"/>
              </a:rPr>
              <a:t>  UI Designs</a:t>
            </a:r>
            <a:endParaRPr lang="en-US" sz="1800" dirty="0">
              <a:solidFill>
                <a:schemeClr val="tx1"/>
              </a:solidFill>
              <a:latin typeface="Futura Medium" panose="020B0602020204020303"/>
            </a:endParaRPr>
          </a:p>
          <a:p>
            <a:pPr marL="170815">
              <a:lnSpc>
                <a:spcPct val="150000"/>
              </a:lnSpc>
              <a:defRPr/>
            </a:pPr>
            <a:r>
              <a:rPr lang="en-US" sz="1800" b="1" dirty="0">
                <a:solidFill>
                  <a:srgbClr val="598FF7"/>
                </a:solidFill>
                <a:latin typeface="Futura Medium"/>
              </a:rPr>
              <a:t>02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Futura Medium"/>
              </a:rPr>
              <a:t>  Brandscopic API Integration</a:t>
            </a:r>
          </a:p>
          <a:p>
            <a:pPr marL="170815">
              <a:lnSpc>
                <a:spcPct val="150000"/>
              </a:lnSpc>
              <a:defRPr/>
            </a:pPr>
            <a:r>
              <a:rPr lang="en-US" b="1" dirty="0">
                <a:solidFill>
                  <a:srgbClr val="598FF7"/>
                </a:solidFill>
                <a:latin typeface="Futura Medium"/>
              </a:rPr>
              <a:t>03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Futura Medium"/>
              </a:rPr>
              <a:t>  Questions</a:t>
            </a:r>
          </a:p>
        </p:txBody>
      </p:sp>
    </p:spTree>
    <p:extLst>
      <p:ext uri="{BB962C8B-B14F-4D97-AF65-F5344CB8AC3E}">
        <p14:creationId xmlns:p14="http://schemas.microsoft.com/office/powerpoint/2010/main" val="384416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1EEA8-3836-4B46-B3A5-DF8AA3C4C6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E7D97-3F1D-48FF-BDEB-C86FA19FB7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UI Designs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754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A9685-810D-48B8-A79D-B993644A2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Campaigns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DB5D4-349F-20BD-4F73-D66B22C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808" y="890123"/>
            <a:ext cx="9590851" cy="539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0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A9685-810D-48B8-A79D-B993644A2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New Campaign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DB5D4-349F-20BD-4F73-D66B22C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458" y="813923"/>
            <a:ext cx="9590851" cy="539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6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A9685-810D-48B8-A79D-B993644A2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Edit Campaign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DB5D4-349F-20BD-4F73-D66B22C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458" y="813923"/>
            <a:ext cx="9590851" cy="53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01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A9685-810D-48B8-A79D-B993644A2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Events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DB5D4-349F-20BD-4F73-D66B22C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694" y="813923"/>
            <a:ext cx="8906379" cy="539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3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A9685-810D-48B8-A79D-B993644A2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New Event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DB5D4-349F-20BD-4F73-D66B22C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276" y="813923"/>
            <a:ext cx="9207215" cy="53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13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A9685-810D-48B8-A79D-B993644A2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Create Event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DB5D4-349F-20BD-4F73-D66B22C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276" y="813923"/>
            <a:ext cx="9207215" cy="53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36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A9685-810D-48B8-A79D-B993644A2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Create Event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DB5D4-349F-20BD-4F73-D66B22C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277" y="813923"/>
            <a:ext cx="9207213" cy="53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73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511EB-B223-46BC-AF55-453134621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71F11-5E99-4A07-B493-2C70FA5528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Brandscopic API Integration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66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A4B70-CD9C-4905-9275-AAE94FF25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Brandscopic API Integration.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E44EF-414E-BC2C-AD19-612B1EB5A11E}"/>
              </a:ext>
            </a:extLst>
          </p:cNvPr>
          <p:cNvSpPr txBox="1"/>
          <p:nvPr/>
        </p:nvSpPr>
        <p:spPr>
          <a:xfrm>
            <a:off x="372559" y="1078992"/>
            <a:ext cx="114049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Create Event: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URL:</a:t>
            </a:r>
            <a:r>
              <a:rPr lang="en-US" dirty="0"/>
              <a:t> </a:t>
            </a:r>
            <a:r>
              <a:rPr lang="en-US" i="1" dirty="0"/>
              <a:t>/api/v1/events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Method:</a:t>
            </a:r>
            <a:r>
              <a:rPr lang="en-US" i="1" dirty="0"/>
              <a:t> POST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Payload: </a:t>
            </a:r>
            <a:r>
              <a:rPr lang="en-US" i="1" dirty="0"/>
              <a:t>campaign_id, start_date, end_date, start_time, end_time, place_reference(Venue), active, description, results_attributes, visit _id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i="1" dirty="0"/>
              <a:t>campaign_id </a:t>
            </a:r>
            <a:r>
              <a:rPr lang="en-US" dirty="0"/>
              <a:t>will be managed in the UET database and will be mapped with events created in Brandscopic (</a:t>
            </a:r>
            <a:r>
              <a:rPr lang="en-US" i="1" dirty="0"/>
              <a:t>No API is available in Brandscopic API docs to create a campaign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i="1" dirty="0"/>
              <a:t>2. </a:t>
            </a:r>
            <a:r>
              <a:rPr lang="en-US" dirty="0"/>
              <a:t>List Events associated with the Campaign: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URL:</a:t>
            </a:r>
            <a:r>
              <a:rPr lang="en-US" dirty="0"/>
              <a:t> </a:t>
            </a:r>
            <a:r>
              <a:rPr lang="en-US" i="1" dirty="0"/>
              <a:t>/api/v1/campaigns/:id/events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Method:</a:t>
            </a:r>
            <a:r>
              <a:rPr lang="en-US" dirty="0"/>
              <a:t> </a:t>
            </a:r>
            <a:r>
              <a:rPr lang="en-US" i="1" dirty="0"/>
              <a:t>GET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Returns an array of associated events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Get Event Results(Analytical Data):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URL:</a:t>
            </a:r>
            <a:r>
              <a:rPr lang="en-US" i="1" dirty="0"/>
              <a:t> /api/v1/events/:id/results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Method:</a:t>
            </a:r>
            <a:r>
              <a:rPr lang="en-US" i="1" dirty="0"/>
              <a:t> 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06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A4B70-CD9C-4905-9275-AAE94FF25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Brandscopic API Integration.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E44EF-414E-BC2C-AD19-612B1EB5A11E}"/>
              </a:ext>
            </a:extLst>
          </p:cNvPr>
          <p:cNvSpPr txBox="1"/>
          <p:nvPr/>
        </p:nvSpPr>
        <p:spPr>
          <a:xfrm>
            <a:off x="372559" y="1078992"/>
            <a:ext cx="114049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dirty="0"/>
              <a:t>Events Result data: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Modules/Categories: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Demographics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b="1" dirty="0"/>
              <a:t>Fields:</a:t>
            </a:r>
            <a:r>
              <a:rPr lang="en-US" dirty="0"/>
              <a:t> </a:t>
            </a:r>
            <a:r>
              <a:rPr lang="en-US" i="1" dirty="0"/>
              <a:t>Gender, Age, Ethnicity/Race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Consumer Reach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b="1" dirty="0"/>
              <a:t>Fields:</a:t>
            </a:r>
            <a:r>
              <a:rPr lang="en-US" dirty="0"/>
              <a:t> </a:t>
            </a:r>
            <a:r>
              <a:rPr lang="en-US" i="1" dirty="0"/>
              <a:t>Impressions, Interactions, Samples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892082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511EB-B223-46BC-AF55-453134621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71F11-5E99-4A07-B493-2C70FA5528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258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A4B70-CD9C-4905-9275-AAE94FF25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E44EF-414E-BC2C-AD19-612B1EB5A11E}"/>
              </a:ext>
            </a:extLst>
          </p:cNvPr>
          <p:cNvSpPr txBox="1"/>
          <p:nvPr/>
        </p:nvSpPr>
        <p:spPr>
          <a:xfrm>
            <a:off x="372559" y="1078992"/>
            <a:ext cx="11404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Can you please confirm that in Brandscopic currently, events are being created independently and it’s not associated with Campaign?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Does Brandscopic have any API to create a Campaign?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Can you please provide access to the lower environment of Brandscopic APIs for the 1Rivet team?</a:t>
            </a:r>
          </a:p>
        </p:txBody>
      </p:sp>
    </p:spTree>
    <p:extLst>
      <p:ext uri="{BB962C8B-B14F-4D97-AF65-F5344CB8AC3E}">
        <p14:creationId xmlns:p14="http://schemas.microsoft.com/office/powerpoint/2010/main" val="11394684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Dividers SectionNumber SlideNumber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50000"/>
            <a:alpha val="94902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8489B7-FFF5-9F41-9925-E07CA7E7A5F7}">
  <we:reference id="wa104381063" version="1.0.0.1" store="en-US" storeType="OMEX"/>
  <we:alternateReferences>
    <we:reference id="wa104381063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1b4607-f500-4f6e-b784-fb54d22359e9">
      <Terms xmlns="http://schemas.microsoft.com/office/infopath/2007/PartnerControls"/>
    </lcf76f155ced4ddcb4097134ff3c332f>
    <TaxCatchAll xmlns="05212364-6e0c-40a5-9fff-da248140089a" xsi:nil="true"/>
    <Notes xmlns="801b4607-f500-4f6e-b784-fb54d22359e9" xsi:nil="true"/>
    <AzureFiles xmlns="801b4607-f500-4f6e-b784-fb54d22359e9">
      <Url xsi:nil="true"/>
      <Description xsi:nil="true"/>
    </AzureFiles>
    <Tag xmlns="801b4607-f500-4f6e-b784-fb54d22359e9" xsi:nil="true"/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01503E242B4242B818938EF38676E9" ma:contentTypeVersion="21" ma:contentTypeDescription="Create a new document." ma:contentTypeScope="" ma:versionID="3a4297306f45b7232432285f2e4fc0a3">
  <xsd:schema xmlns:xsd="http://www.w3.org/2001/XMLSchema" xmlns:xs="http://www.w3.org/2001/XMLSchema" xmlns:p="http://schemas.microsoft.com/office/2006/metadata/properties" xmlns:ns2="801b4607-f500-4f6e-b784-fb54d22359e9" xmlns:ns3="05212364-6e0c-40a5-9fff-da248140089a" targetNamespace="http://schemas.microsoft.com/office/2006/metadata/properties" ma:root="true" ma:fieldsID="85f62882915f962eb2adfc659e2f43e6" ns2:_="" ns3:_="">
    <xsd:import namespace="801b4607-f500-4f6e-b784-fb54d22359e9"/>
    <xsd:import namespace="05212364-6e0c-40a5-9fff-da248140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Notes" minOccurs="0"/>
                <xsd:element ref="ns2:MediaServiceSearchProperties" minOccurs="0"/>
                <xsd:element ref="ns2:AzureFiles" minOccurs="0"/>
                <xsd:element ref="ns2:MediaServiceBillingMetadata" minOccurs="0"/>
                <xsd:element ref="ns2:Ta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1b4607-f500-4f6e-b784-fb54d22359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a7d435f-bc0a-452e-b7b2-4cb57826a0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s" ma:index="24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zureFiles" ma:index="26" nillable="true" ma:displayName="Azure Files" ma:format="Hyperlink" ma:internalName="Azure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ag" ma:index="28" nillable="true" ma:displayName="Tag" ma:description="Tag to flag the recipient user against" ma:format="Dropdown" ma:internalName="Tag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12364-6e0c-40a5-9fff-da248140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3010033-8c98-4658-a188-4535091bf398}" ma:internalName="TaxCatchAll" ma:showField="CatchAllData" ma:web="05212364-6e0c-40a5-9fff-da248140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0C3847-A139-416C-BA36-647FD8B7A98F}">
  <ds:schemaRefs>
    <ds:schemaRef ds:uri="0bbaf54a-306d-4bf7-800a-b5bc9d8abf1a"/>
    <ds:schemaRef ds:uri="http://schemas.microsoft.com/office/2006/metadata/properties"/>
    <ds:schemaRef ds:uri="http://schemas.microsoft.com/office/infopath/2007/PartnerControls"/>
    <ds:schemaRef ds:uri="a488ff65-e233-46bc-a307-0f83f033d6da"/>
  </ds:schemaRefs>
</ds:datastoreItem>
</file>

<file path=customXml/itemProps2.xml><?xml version="1.0" encoding="utf-8"?>
<ds:datastoreItem xmlns:ds="http://schemas.openxmlformats.org/officeDocument/2006/customXml" ds:itemID="{232086B3-BA14-4933-8428-825642239F83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ECE7614-B3EF-4425-829E-7D2216E59973}"/>
</file>

<file path=customXml/itemProps4.xml><?xml version="1.0" encoding="utf-8"?>
<ds:datastoreItem xmlns:ds="http://schemas.openxmlformats.org/officeDocument/2006/customXml" ds:itemID="{FBFA570F-7D28-4138-99D9-E68F20A2AF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2392</TotalTime>
  <Words>267</Words>
  <Application>Microsoft Office PowerPoint</Application>
  <PresentationFormat>Widescreen</PresentationFormat>
  <Paragraphs>48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Futura LT</vt:lpstr>
      <vt:lpstr>Futura Medium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Gibson</dc:creator>
  <cp:lastModifiedBy>Vishal Patel</cp:lastModifiedBy>
  <cp:revision>215</cp:revision>
  <cp:lastPrinted>2020-05-19T15:20:19Z</cp:lastPrinted>
  <dcterms:created xsi:type="dcterms:W3CDTF">2020-04-13T16:23:48Z</dcterms:created>
  <dcterms:modified xsi:type="dcterms:W3CDTF">2023-05-23T15:52:07Z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0x0101004C01503E242B4242B818938EF38676E9</vt:lpwstr>
  </property>
  <property fmtid="{D5CDD505-2E9C-101B-9397-08002B2CF9AE}" pid="3" name="_dlc_DocIdItemGuid">
    <vt:lpwstr>11f6c620-6559-47c6-a59a-8c9ab4a2ee66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</Properties>
</file>