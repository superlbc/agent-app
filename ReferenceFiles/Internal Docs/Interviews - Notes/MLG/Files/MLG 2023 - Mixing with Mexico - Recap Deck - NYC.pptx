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4"/>
    <p:sldMasterId id="2147483717" r:id="rId5"/>
  </p:sldMasterIdLst>
  <p:notesMasterIdLst>
    <p:notesMasterId r:id="rId10"/>
  </p:notesMasterIdLst>
  <p:sldIdLst>
    <p:sldId id="256" r:id="rId6"/>
    <p:sldId id="272" r:id="rId7"/>
    <p:sldId id="291" r:id="rId8"/>
    <p:sldId id="28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D2E80C-52F5-6B5C-0C25-757BE08E1351}" name="Clawson, Catherine (NYC-MOM)" initials="CC(M" userId="S::catherine.clawson@momentumww.com::d5ca7624-3c67-4b08-9185-817b8a57747d" providerId="AD"/>
  <p188:author id="{94EE3959-87DD-EAF2-9EF0-F4643982CC02}" name="Petigrow, Michaela (NYC-MOM)" initials="P(" userId="S::michaela.petigrow@momentumww.com::4a59d88b-16b3-46ba-8450-6d066ca4fd9d" providerId="AD"/>
  <p188:author id="{EB89E0C5-7B01-E5A7-8922-8EE8B370976D}" name="Camhi, Amanda (NYC-MOM)" initials="C(" userId="S::amanda.camhi@momentumww.com::363417d3-1259-4bfe-89da-52a3e72e4d8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D6"/>
    <a:srgbClr val="FFFF40"/>
    <a:srgbClr val="6BF0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943CB7-B261-63B7-98F8-F4068DE11548}" v="695" dt="2023-10-24T18:00:57.332"/>
    <p1510:client id="{0A216BEB-D62F-0D0A-40AB-D8C469F4FC10}" v="154" dt="2023-05-17T15:38:05.891"/>
    <p1510:client id="{6A60F33F-4034-5F80-6D65-2AC382DEA379}" v="241" dt="2023-07-19T20:03:56.058"/>
    <p1510:client id="{B0DD5A7C-9F0D-49CC-A694-8C2390759B0A}" v="11" dt="2023-05-17T16:38:43.318"/>
    <p1510:client id="{DF9AE570-AAD6-4943-4887-99EEEFBD8ECF}" v="554" dt="2023-08-15T17:07:56.425"/>
    <p1510:client id="{FBD19A83-D9B0-61AD-D3BB-7A956D554AA8}" v="333" dt="2023-07-18T20:52:15.0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2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3314F2-7760-4F86-AAF6-4BD011812EF6}" type="datetimeFigureOut">
              <a:rPr lang="en-US" smtClean="0"/>
              <a:t>3/5/2024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2F0835-7342-46AE-8853-3615EF38E64A}" type="slidenum">
              <a:rPr lang="en-US" smtClean="0"/>
              <a:t>‹#›</a:t>
            </a:fld>
            <a:endParaRPr lang="en-US"/>
          </a:p>
        </p:txBody>
      </p:sp>
    </p:spTree>
    <p:extLst>
      <p:ext uri="{BB962C8B-B14F-4D97-AF65-F5344CB8AC3E}">
        <p14:creationId xmlns:p14="http://schemas.microsoft.com/office/powerpoint/2010/main" val="2933743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47e0883fb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g147e0883fb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4665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2F0835-7342-46AE-8853-3615EF38E64A}" type="slidenum">
              <a:rPr lang="en-US" smtClean="0"/>
              <a:t>3</a:t>
            </a:fld>
            <a:endParaRPr lang="en-US"/>
          </a:p>
        </p:txBody>
      </p:sp>
    </p:spTree>
    <p:extLst>
      <p:ext uri="{BB962C8B-B14F-4D97-AF65-F5344CB8AC3E}">
        <p14:creationId xmlns:p14="http://schemas.microsoft.com/office/powerpoint/2010/main" val="12079014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3.wdp"/></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4.wdp"/></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5.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04A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1A83-F891-454C-BF65-BCAD19EED3FA}"/>
              </a:ext>
            </a:extLst>
          </p:cNvPr>
          <p:cNvSpPr>
            <a:spLocks noGrp="1"/>
          </p:cNvSpPr>
          <p:nvPr>
            <p:ph type="ctrTitle" hasCustomPrompt="1"/>
          </p:nvPr>
        </p:nvSpPr>
        <p:spPr>
          <a:xfrm>
            <a:off x="419100" y="495300"/>
            <a:ext cx="10858500" cy="5867400"/>
          </a:xfrm>
        </p:spPr>
        <p:txBody>
          <a:bodyPr lIns="0" tIns="0" rIns="0" bIns="0" anchor="ctr">
            <a:normAutofit/>
          </a:bodyPr>
          <a:lstStyle>
            <a:lvl1pPr algn="l">
              <a:defRPr sz="5400">
                <a:solidFill>
                  <a:srgbClr val="FFFF40"/>
                </a:solidFill>
              </a:defRPr>
            </a:lvl1pPr>
          </a:lstStyle>
          <a:p>
            <a:r>
              <a:rPr lang="en-US"/>
              <a:t>CLICK TO CHANGE PRESENTATION TITLE</a:t>
            </a:r>
          </a:p>
        </p:txBody>
      </p:sp>
      <p:sp>
        <p:nvSpPr>
          <p:cNvPr id="3" name="Subtitle 2">
            <a:extLst>
              <a:ext uri="{FF2B5EF4-FFF2-40B4-BE49-F238E27FC236}">
                <a16:creationId xmlns:a16="http://schemas.microsoft.com/office/drawing/2014/main" id="{F6D2C376-36AE-444A-9944-7227E33ECC61}"/>
              </a:ext>
            </a:extLst>
          </p:cNvPr>
          <p:cNvSpPr>
            <a:spLocks noGrp="1"/>
          </p:cNvSpPr>
          <p:nvPr>
            <p:ph type="subTitle" idx="1" hasCustomPrompt="1"/>
          </p:nvPr>
        </p:nvSpPr>
        <p:spPr>
          <a:xfrm>
            <a:off x="419100" y="5470892"/>
            <a:ext cx="10858500" cy="472708"/>
          </a:xfrm>
        </p:spPr>
        <p:txBody>
          <a:bodyPr lIns="0" tIns="0" rIns="0" bIns="0" anchor="t">
            <a:noAutofit/>
          </a:bodyPr>
          <a:lstStyle>
            <a:lvl1pPr marL="0" indent="0" algn="l">
              <a:buNone/>
              <a:defRPr sz="1800" b="0" i="0">
                <a:solidFill>
                  <a:srgbClr val="FFFF40"/>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PRESENTATION DATE</a:t>
            </a:r>
          </a:p>
        </p:txBody>
      </p:sp>
      <p:sp>
        <p:nvSpPr>
          <p:cNvPr id="9" name="Google Shape;135;p29">
            <a:extLst>
              <a:ext uri="{FF2B5EF4-FFF2-40B4-BE49-F238E27FC236}">
                <a16:creationId xmlns:a16="http://schemas.microsoft.com/office/drawing/2014/main" id="{1AB9DE18-1767-C14D-BE3D-83A6E79FEBC2}"/>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rPr>
              <a:t>© MOMENTUM WORLDWIDE 2021 IN CONFIDENCE. </a:t>
            </a:r>
            <a:br>
              <a:rPr lang="en"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rPr>
            </a:br>
            <a:r>
              <a:rPr lang="en"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rPr>
              <a:t>THIS DOCUMENT MAY NOT BE DISTRIBUTED OR COPIED WITHOUT PRIOR CONSENT.</a:t>
            </a:r>
            <a:endParaRPr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endParaRPr>
          </a:p>
        </p:txBody>
      </p:sp>
      <p:pic>
        <p:nvPicPr>
          <p:cNvPr id="10" name="Google Shape;136;p29">
            <a:extLst>
              <a:ext uri="{FF2B5EF4-FFF2-40B4-BE49-F238E27FC236}">
                <a16:creationId xmlns:a16="http://schemas.microsoft.com/office/drawing/2014/main" id="{4064A1A0-03C8-3547-849B-2E1665C62821}"/>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422565" y="235381"/>
            <a:ext cx="913550" cy="117463"/>
          </a:xfrm>
          <a:prstGeom prst="rect">
            <a:avLst/>
          </a:prstGeom>
          <a:noFill/>
          <a:ln>
            <a:noFill/>
          </a:ln>
        </p:spPr>
      </p:pic>
      <p:pic>
        <p:nvPicPr>
          <p:cNvPr id="7" name="Google Shape;246;p40">
            <a:extLst>
              <a:ext uri="{FF2B5EF4-FFF2-40B4-BE49-F238E27FC236}">
                <a16:creationId xmlns:a16="http://schemas.microsoft.com/office/drawing/2014/main" id="{67EFE748-6B10-8B42-9BE5-22BF040B63A3}"/>
              </a:ext>
            </a:extLst>
          </p:cNvPr>
          <p:cNvPicPr preferRelativeResize="0"/>
          <p:nvPr userDrawn="1"/>
        </p:nvPicPr>
        <p:blipFill>
          <a:blip r:embed="rId3" cstate="screen">
            <a:alphaModFix/>
            <a:extLst>
              <a:ext uri="{28A0092B-C50C-407E-A947-70E740481C1C}">
                <a14:useLocalDpi xmlns:a14="http://schemas.microsoft.com/office/drawing/2010/main"/>
              </a:ext>
            </a:extLst>
          </a:blip>
          <a:stretch>
            <a:fillRect/>
          </a:stretch>
        </p:blipFill>
        <p:spPr>
          <a:xfrm>
            <a:off x="11606460" y="6355008"/>
            <a:ext cx="365760" cy="365760"/>
          </a:xfrm>
          <a:prstGeom prst="rect">
            <a:avLst/>
          </a:prstGeom>
          <a:noFill/>
          <a:ln>
            <a:noFill/>
          </a:ln>
        </p:spPr>
      </p:pic>
      <p:pic>
        <p:nvPicPr>
          <p:cNvPr id="11" name="Google Shape;131;p29">
            <a:extLst>
              <a:ext uri="{FF2B5EF4-FFF2-40B4-BE49-F238E27FC236}">
                <a16:creationId xmlns:a16="http://schemas.microsoft.com/office/drawing/2014/main" id="{F8184673-9D26-974D-97C1-CB71391F4DA5}"/>
              </a:ext>
            </a:extLst>
          </p:cNvPr>
          <p:cNvPicPr preferRelativeResize="0"/>
          <p:nvPr userDrawn="1"/>
        </p:nvPicPr>
        <p:blipFill rotWithShape="1">
          <a:blip r:embed="rId4" cstate="screen">
            <a:alphaModFix/>
            <a:extLst>
              <a:ext uri="{28A0092B-C50C-407E-A947-70E740481C1C}">
                <a14:useLocalDpi xmlns:a14="http://schemas.microsoft.com/office/drawing/2010/main"/>
              </a:ext>
            </a:extLst>
          </a:blip>
          <a:srcRect/>
          <a:stretch/>
        </p:blipFill>
        <p:spPr>
          <a:xfrm rot="5400000">
            <a:off x="9791701" y="2476502"/>
            <a:ext cx="4381498" cy="419099"/>
          </a:xfrm>
          <a:prstGeom prst="rect">
            <a:avLst/>
          </a:prstGeom>
          <a:noFill/>
          <a:ln>
            <a:noFill/>
          </a:ln>
        </p:spPr>
      </p:pic>
    </p:spTree>
    <p:extLst>
      <p:ext uri="{BB962C8B-B14F-4D97-AF65-F5344CB8AC3E}">
        <p14:creationId xmlns:p14="http://schemas.microsoft.com/office/powerpoint/2010/main" val="134861873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Divider Slide">
    <p:bg>
      <p:bgPr>
        <a:solidFill>
          <a:srgbClr val="6BF0D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ED602-E314-A946-9574-9E4B113AC2CA}"/>
              </a:ext>
            </a:extLst>
          </p:cNvPr>
          <p:cNvSpPr>
            <a:spLocks noGrp="1"/>
          </p:cNvSpPr>
          <p:nvPr>
            <p:ph type="title" hasCustomPrompt="1"/>
          </p:nvPr>
        </p:nvSpPr>
        <p:spPr>
          <a:xfrm>
            <a:off x="419102" y="1943099"/>
            <a:ext cx="10928348" cy="1447801"/>
          </a:xfrm>
        </p:spPr>
        <p:txBody>
          <a:bodyPr lIns="0" tIns="0" rIns="0" bIns="0" anchor="t">
            <a:noAutofit/>
          </a:bodyPr>
          <a:lstStyle>
            <a:lvl1pPr>
              <a:defRPr sz="13800" b="1" i="0">
                <a:solidFill>
                  <a:schemeClr val="bg1"/>
                </a:solidFill>
                <a:latin typeface="Arial Black" panose="020B0604020202020204" pitchFamily="34" charset="0"/>
                <a:ea typeface="Arial Black" panose="020B0604020202020204" pitchFamily="34" charset="0"/>
                <a:cs typeface="Arial Black" panose="020B0604020202020204" pitchFamily="34" charset="0"/>
              </a:defRPr>
            </a:lvl1pPr>
          </a:lstStyle>
          <a:p>
            <a:r>
              <a:rPr lang="en-US"/>
              <a:t>##</a:t>
            </a:r>
          </a:p>
        </p:txBody>
      </p:sp>
      <p:sp>
        <p:nvSpPr>
          <p:cNvPr id="3" name="Text Placeholder 2">
            <a:extLst>
              <a:ext uri="{FF2B5EF4-FFF2-40B4-BE49-F238E27FC236}">
                <a16:creationId xmlns:a16="http://schemas.microsoft.com/office/drawing/2014/main" id="{CA3FD5B7-22A8-C34C-A750-33FFC8D2C346}"/>
              </a:ext>
            </a:extLst>
          </p:cNvPr>
          <p:cNvSpPr>
            <a:spLocks noGrp="1"/>
          </p:cNvSpPr>
          <p:nvPr>
            <p:ph type="body" idx="1" hasCustomPrompt="1"/>
          </p:nvPr>
        </p:nvSpPr>
        <p:spPr>
          <a:xfrm>
            <a:off x="419102" y="3476791"/>
            <a:ext cx="10928348" cy="1500187"/>
          </a:xfrm>
        </p:spPr>
        <p:txBody>
          <a:bodyPr lIns="0" tIns="0" rIns="0" bIns="0">
            <a:normAutofit/>
          </a:bodyPr>
          <a:lstStyle>
            <a:lvl1pPr marL="0" indent="0">
              <a:buNone/>
              <a:defRPr sz="4800" b="1" i="0">
                <a:solidFill>
                  <a:schemeClr val="bg1"/>
                </a:solidFill>
                <a:latin typeface="Arial Black" panose="020B0604020202020204" pitchFamily="34" charset="0"/>
                <a:ea typeface="Arial Black" panose="020B0604020202020204" pitchFamily="34" charset="0"/>
                <a:cs typeface="Arial Black"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SECTION TITLE</a:t>
            </a:r>
          </a:p>
        </p:txBody>
      </p:sp>
      <p:sp>
        <p:nvSpPr>
          <p:cNvPr id="8" name="Google Shape;135;p29">
            <a:extLst>
              <a:ext uri="{FF2B5EF4-FFF2-40B4-BE49-F238E27FC236}">
                <a16:creationId xmlns:a16="http://schemas.microsoft.com/office/drawing/2014/main" id="{B5322F6A-B753-B345-B06B-30A15290EC5C}"/>
              </a:ext>
            </a:extLst>
          </p:cNvPr>
          <p:cNvSpPr txBox="1"/>
          <p:nvPr userDrawn="1"/>
        </p:nvSpPr>
        <p:spPr>
          <a:xfrm>
            <a:off x="419102" y="6362700"/>
            <a:ext cx="3666873"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rPr>
              <a:t>© MOMENTUM WORLDWIDE 2021 IN CONFIDENCE. </a:t>
            </a:r>
            <a:br>
              <a:rPr lang="en"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rPr>
            </a:br>
            <a:r>
              <a:rPr lang="en"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rPr>
              <a:t>THIS DOCUMENT MAY NOT BE DISTRIBUTED OR COPIED WITHOUT PRIOR CONSENT.</a:t>
            </a:r>
            <a:endParaRPr sz="600" b="0" i="0" u="none" strike="noStrike" cap="none">
              <a:solidFill>
                <a:srgbClr val="FFFFFF"/>
              </a:solidFill>
              <a:latin typeface="Arial" panose="020B0604020202020204" pitchFamily="34" charset="0"/>
              <a:ea typeface="Helvetica Neue Light" panose="02000403000000020004" pitchFamily="2" charset="0"/>
              <a:cs typeface="Arial" panose="020B0604020202020204" pitchFamily="34" charset="0"/>
              <a:sym typeface="Helvetica Neue"/>
            </a:endParaRPr>
          </a:p>
        </p:txBody>
      </p:sp>
      <p:pic>
        <p:nvPicPr>
          <p:cNvPr id="9" name="Google Shape;61;p15">
            <a:extLst>
              <a:ext uri="{FF2B5EF4-FFF2-40B4-BE49-F238E27FC236}">
                <a16:creationId xmlns:a16="http://schemas.microsoft.com/office/drawing/2014/main" id="{C212A1C8-6E15-A045-977E-093E502A3A6D}"/>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sp>
        <p:nvSpPr>
          <p:cNvPr id="10" name="Slide Number Placeholder 5">
            <a:extLst>
              <a:ext uri="{FF2B5EF4-FFF2-40B4-BE49-F238E27FC236}">
                <a16:creationId xmlns:a16="http://schemas.microsoft.com/office/drawing/2014/main" id="{FEEEEEC9-5554-964E-A3DA-B9C1880B7DA8}"/>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bg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13" name="Google Shape;131;p29">
            <a:extLst>
              <a:ext uri="{FF2B5EF4-FFF2-40B4-BE49-F238E27FC236}">
                <a16:creationId xmlns:a16="http://schemas.microsoft.com/office/drawing/2014/main" id="{7FF81CC7-7497-9841-A13A-CF899AF3CFE0}"/>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3499128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py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A2869-8B17-B544-9CFF-DC5C2F7D3570}"/>
              </a:ext>
            </a:extLst>
          </p:cNvPr>
          <p:cNvSpPr>
            <a:spLocks noGrp="1"/>
          </p:cNvSpPr>
          <p:nvPr>
            <p:ph type="title"/>
          </p:nvPr>
        </p:nvSpPr>
        <p:spPr/>
        <p:txBody>
          <a:bodyPr lIns="0" tIns="0" rIns="0" bIns="0">
            <a:normAutofit/>
          </a:bodyPr>
          <a:lstStyle>
            <a:lvl1pPr>
              <a:defRPr sz="2800" b="1" i="0">
                <a:latin typeface="Arial Black" panose="020B0604020202020204" pitchFamily="34" charset="0"/>
                <a:cs typeface="Arial Black" panose="020B0604020202020204" pitchFamily="34" charset="0"/>
              </a:defRPr>
            </a:lvl1pPr>
          </a:lstStyle>
          <a:p>
            <a:endParaRPr lang="en-US"/>
          </a:p>
        </p:txBody>
      </p:sp>
      <p:sp>
        <p:nvSpPr>
          <p:cNvPr id="3" name="Content Placeholder 2">
            <a:extLst>
              <a:ext uri="{FF2B5EF4-FFF2-40B4-BE49-F238E27FC236}">
                <a16:creationId xmlns:a16="http://schemas.microsoft.com/office/drawing/2014/main" id="{9DE44935-B3BD-8E40-9960-885DD9804D65}"/>
              </a:ext>
            </a:extLst>
          </p:cNvPr>
          <p:cNvSpPr>
            <a:spLocks noGrp="1"/>
          </p:cNvSpPr>
          <p:nvPr>
            <p:ph idx="1"/>
          </p:nvPr>
        </p:nvSpPr>
        <p:spPr>
          <a:xfrm>
            <a:off x="419100" y="1981199"/>
            <a:ext cx="11353800" cy="4381499"/>
          </a:xfrm>
        </p:spPr>
        <p:txBody>
          <a:bodyPr lIns="0" tIns="0" rIns="0" bIns="0">
            <a:normAutofit/>
          </a:bodyPr>
          <a:lstStyle>
            <a:lvl1pPr>
              <a:defRPr sz="1600" b="0" i="0">
                <a:latin typeface="Arial" panose="020B0604020202020204" pitchFamily="34" charset="0"/>
                <a:ea typeface="Helvetica Neue Light" panose="02000403000000020004" pitchFamily="2" charset="0"/>
                <a:cs typeface="Arial" panose="020B0604020202020204" pitchFamily="34" charset="0"/>
              </a:defRPr>
            </a:lvl1pPr>
            <a:lvl2pPr>
              <a:defRPr sz="1400" b="0" i="0">
                <a:latin typeface="Arial" panose="020B0604020202020204" pitchFamily="34" charset="0"/>
                <a:ea typeface="Helvetica Neue Light" panose="02000403000000020004" pitchFamily="2" charset="0"/>
                <a:cs typeface="Arial" panose="020B0604020202020204" pitchFamily="34" charset="0"/>
              </a:defRPr>
            </a:lvl2pPr>
            <a:lvl3pPr>
              <a:defRPr sz="1200" b="0" i="0">
                <a:latin typeface="Arial" panose="020B0604020202020204" pitchFamily="34" charset="0"/>
                <a:ea typeface="Helvetica Neue Light" panose="02000403000000020004" pitchFamily="2" charset="0"/>
                <a:cs typeface="Arial" panose="020B0604020202020204" pitchFamily="34" charset="0"/>
              </a:defRPr>
            </a:lvl3pPr>
            <a:lvl4pPr>
              <a:defRPr sz="1200" b="0" i="0">
                <a:latin typeface="Arial" panose="020B0604020202020204" pitchFamily="34" charset="0"/>
                <a:ea typeface="Helvetica Neue Light" panose="02000403000000020004" pitchFamily="2" charset="0"/>
                <a:cs typeface="Arial" panose="020B0604020202020204" pitchFamily="34" charset="0"/>
              </a:defRPr>
            </a:lvl4pPr>
            <a:lvl5pPr>
              <a:defRPr sz="1200" b="0" i="0">
                <a:latin typeface="Arial" panose="020B0604020202020204" pitchFamily="34" charset="0"/>
                <a:ea typeface="Helvetica Neue Light" panose="02000403000000020004"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oogle Shape;135;p29">
            <a:extLst>
              <a:ext uri="{FF2B5EF4-FFF2-40B4-BE49-F238E27FC236}">
                <a16:creationId xmlns:a16="http://schemas.microsoft.com/office/drawing/2014/main" id="{04241297-F1AB-A540-980A-2B7280A3C3EA}"/>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chemeClr val="tx1"/>
              </a:solidFill>
              <a:latin typeface="Arial" panose="020B0604020202020204" pitchFamily="34" charset="0"/>
              <a:ea typeface="Helvetica Neue"/>
              <a:cs typeface="Arial" panose="020B0604020202020204" pitchFamily="34" charset="0"/>
              <a:sym typeface="Helvetica Neue"/>
            </a:endParaRPr>
          </a:p>
        </p:txBody>
      </p:sp>
      <p:sp>
        <p:nvSpPr>
          <p:cNvPr id="10" name="Slide Number Placeholder 5">
            <a:extLst>
              <a:ext uri="{FF2B5EF4-FFF2-40B4-BE49-F238E27FC236}">
                <a16:creationId xmlns:a16="http://schemas.microsoft.com/office/drawing/2014/main" id="{BB0E404F-A1D2-9545-8298-188175AE6166}"/>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tx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12" name="Google Shape;61;p15">
            <a:extLst>
              <a:ext uri="{FF2B5EF4-FFF2-40B4-BE49-F238E27FC236}">
                <a16:creationId xmlns:a16="http://schemas.microsoft.com/office/drawing/2014/main" id="{E19D577F-26F4-7E45-B7F8-60688F647522}"/>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pic>
        <p:nvPicPr>
          <p:cNvPr id="13" name="Google Shape;131;p29">
            <a:extLst>
              <a:ext uri="{FF2B5EF4-FFF2-40B4-BE49-F238E27FC236}">
                <a16:creationId xmlns:a16="http://schemas.microsoft.com/office/drawing/2014/main" id="{8478335E-1040-D545-9443-FD550AA08922}"/>
              </a:ext>
            </a:extLst>
          </p:cNvPr>
          <p:cNvPicPr preferRelativeResize="0"/>
          <p:nvPr userDrawn="1"/>
        </p:nvPicPr>
        <p:blipFill rotWithShape="1">
          <a:blip r:embed="rId3" cstate="screen">
            <a:alphaModFix/>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355111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A2869-8B17-B544-9CFF-DC5C2F7D3570}"/>
              </a:ext>
            </a:extLst>
          </p:cNvPr>
          <p:cNvSpPr>
            <a:spLocks noGrp="1"/>
          </p:cNvSpPr>
          <p:nvPr>
            <p:ph type="title"/>
          </p:nvPr>
        </p:nvSpPr>
        <p:spPr/>
        <p:txBody>
          <a:bodyPr lIns="0" tIns="0" rIns="0" bIns="0">
            <a:normAutofit/>
          </a:bodyPr>
          <a:lstStyle>
            <a:lvl1pPr>
              <a:defRPr sz="2800"/>
            </a:lvl1pPr>
          </a:lstStyle>
          <a:p>
            <a:endParaRPr lang="en-US"/>
          </a:p>
        </p:txBody>
      </p:sp>
      <p:sp>
        <p:nvSpPr>
          <p:cNvPr id="7" name="Google Shape;135;p29">
            <a:extLst>
              <a:ext uri="{FF2B5EF4-FFF2-40B4-BE49-F238E27FC236}">
                <a16:creationId xmlns:a16="http://schemas.microsoft.com/office/drawing/2014/main" id="{04241297-F1AB-A540-980A-2B7280A3C3EA}"/>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chemeClr val="tx1"/>
              </a:solidFill>
              <a:latin typeface="Arial" panose="020B0604020202020204" pitchFamily="34" charset="0"/>
              <a:ea typeface="Helvetica Neue"/>
              <a:cs typeface="Arial" panose="020B0604020202020204" pitchFamily="34" charset="0"/>
              <a:sym typeface="Helvetica Neue"/>
            </a:endParaRPr>
          </a:p>
        </p:txBody>
      </p:sp>
      <p:sp>
        <p:nvSpPr>
          <p:cNvPr id="10" name="Slide Number Placeholder 5">
            <a:extLst>
              <a:ext uri="{FF2B5EF4-FFF2-40B4-BE49-F238E27FC236}">
                <a16:creationId xmlns:a16="http://schemas.microsoft.com/office/drawing/2014/main" id="{BB0E404F-A1D2-9545-8298-188175AE6166}"/>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tx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8" name="Google Shape;61;p15">
            <a:extLst>
              <a:ext uri="{FF2B5EF4-FFF2-40B4-BE49-F238E27FC236}">
                <a16:creationId xmlns:a16="http://schemas.microsoft.com/office/drawing/2014/main" id="{D9DB8F09-1A3E-D24C-97E2-DAB9988D1DF0}"/>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pic>
        <p:nvPicPr>
          <p:cNvPr id="12" name="Google Shape;131;p29">
            <a:extLst>
              <a:ext uri="{FF2B5EF4-FFF2-40B4-BE49-F238E27FC236}">
                <a16:creationId xmlns:a16="http://schemas.microsoft.com/office/drawing/2014/main" id="{E66248C5-863E-E244-AD3D-6883D3513871}"/>
              </a:ext>
            </a:extLst>
          </p:cNvPr>
          <p:cNvPicPr preferRelativeResize="0"/>
          <p:nvPr userDrawn="1"/>
        </p:nvPicPr>
        <p:blipFill rotWithShape="1">
          <a:blip r:embed="rId3" cstate="screen">
            <a:alphaModFix/>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1029837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Google Shape;135;p29">
            <a:extLst>
              <a:ext uri="{FF2B5EF4-FFF2-40B4-BE49-F238E27FC236}">
                <a16:creationId xmlns:a16="http://schemas.microsoft.com/office/drawing/2014/main" id="{04241297-F1AB-A540-980A-2B7280A3C3EA}"/>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chemeClr val="tx1"/>
              </a:solidFill>
              <a:latin typeface="Arial" panose="020B0604020202020204" pitchFamily="34" charset="0"/>
              <a:ea typeface="Helvetica Neue"/>
              <a:cs typeface="Arial" panose="020B0604020202020204" pitchFamily="34" charset="0"/>
              <a:sym typeface="Helvetica Neue"/>
            </a:endParaRPr>
          </a:p>
        </p:txBody>
      </p:sp>
      <p:sp>
        <p:nvSpPr>
          <p:cNvPr id="10" name="Slide Number Placeholder 5">
            <a:extLst>
              <a:ext uri="{FF2B5EF4-FFF2-40B4-BE49-F238E27FC236}">
                <a16:creationId xmlns:a16="http://schemas.microsoft.com/office/drawing/2014/main" id="{BB0E404F-A1D2-9545-8298-188175AE6166}"/>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tx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5" name="Google Shape;61;p15">
            <a:extLst>
              <a:ext uri="{FF2B5EF4-FFF2-40B4-BE49-F238E27FC236}">
                <a16:creationId xmlns:a16="http://schemas.microsoft.com/office/drawing/2014/main" id="{C50062A9-988A-9E47-B3E6-F36C9C911A2C}"/>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spTree>
    <p:extLst>
      <p:ext uri="{BB962C8B-B14F-4D97-AF65-F5344CB8AC3E}">
        <p14:creationId xmlns:p14="http://schemas.microsoft.com/office/powerpoint/2010/main" val="71535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edium Image">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7038ACC7-CDE9-5A4D-8C9F-4C8A3AA21DBE}"/>
              </a:ext>
            </a:extLst>
          </p:cNvPr>
          <p:cNvSpPr>
            <a:spLocks noGrp="1"/>
          </p:cNvSpPr>
          <p:nvPr>
            <p:ph idx="10"/>
          </p:nvPr>
        </p:nvSpPr>
        <p:spPr>
          <a:xfrm>
            <a:off x="6134100" y="1"/>
            <a:ext cx="6057900" cy="6842616"/>
          </a:xfrm>
        </p:spPr>
        <p:txBody>
          <a:bodyPr/>
          <a:lstStyle>
            <a:lvl1pPr>
              <a:defRPr sz="3200" b="0" i="0">
                <a:latin typeface="Arial" panose="020B0604020202020204" pitchFamily="34" charset="0"/>
                <a:ea typeface="Helvetica Neue Light" panose="02000403000000020004" pitchFamily="2" charset="0"/>
                <a:cs typeface="Arial" panose="020B0604020202020204" pitchFamily="34" charset="0"/>
              </a:defRPr>
            </a:lvl1pPr>
            <a:lvl2pPr>
              <a:defRPr sz="2800" b="0" i="0">
                <a:latin typeface="Arial" panose="020B0604020202020204" pitchFamily="34" charset="0"/>
                <a:ea typeface="Helvetica Neue Light" panose="02000403000000020004" pitchFamily="2" charset="0"/>
                <a:cs typeface="Arial" panose="020B0604020202020204" pitchFamily="34" charset="0"/>
              </a:defRPr>
            </a:lvl2pPr>
            <a:lvl3pPr>
              <a:defRPr sz="2400" b="0" i="0">
                <a:latin typeface="Arial" panose="020B0604020202020204" pitchFamily="34" charset="0"/>
                <a:ea typeface="Helvetica Neue Light" panose="02000403000000020004" pitchFamily="2" charset="0"/>
                <a:cs typeface="Arial" panose="020B0604020202020204" pitchFamily="34" charset="0"/>
              </a:defRPr>
            </a:lvl3pPr>
            <a:lvl4pPr>
              <a:defRPr sz="2000" b="0" i="0">
                <a:latin typeface="Arial" panose="020B0604020202020204" pitchFamily="34" charset="0"/>
                <a:ea typeface="Helvetica Neue Light" panose="02000403000000020004" pitchFamily="2" charset="0"/>
                <a:cs typeface="Arial" panose="020B0604020202020204" pitchFamily="34" charset="0"/>
              </a:defRPr>
            </a:lvl4pPr>
            <a:lvl5pPr>
              <a:defRPr sz="2000" b="0" i="0">
                <a:latin typeface="Arial" panose="020B0604020202020204" pitchFamily="34" charset="0"/>
                <a:ea typeface="Helvetica Neue Light" panose="02000403000000020004" pitchFamily="2"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24A2869-8B17-B544-9CFF-DC5C2F7D3570}"/>
              </a:ext>
            </a:extLst>
          </p:cNvPr>
          <p:cNvSpPr>
            <a:spLocks noGrp="1"/>
          </p:cNvSpPr>
          <p:nvPr>
            <p:ph type="title"/>
          </p:nvPr>
        </p:nvSpPr>
        <p:spPr>
          <a:xfrm>
            <a:off x="419100" y="502784"/>
            <a:ext cx="4876800" cy="1402216"/>
          </a:xfrm>
        </p:spPr>
        <p:txBody>
          <a:bodyPr lIns="0" tIns="0" rIns="0" bIns="0">
            <a:normAutofit/>
          </a:bodyPr>
          <a:lstStyle>
            <a:lvl1pPr>
              <a:defRPr sz="2800"/>
            </a:lvl1pPr>
          </a:lstStyle>
          <a:p>
            <a:endParaRPr lang="en-US"/>
          </a:p>
        </p:txBody>
      </p:sp>
      <p:sp>
        <p:nvSpPr>
          <p:cNvPr id="3" name="Content Placeholder 2">
            <a:extLst>
              <a:ext uri="{FF2B5EF4-FFF2-40B4-BE49-F238E27FC236}">
                <a16:creationId xmlns:a16="http://schemas.microsoft.com/office/drawing/2014/main" id="{9DE44935-B3BD-8E40-9960-885DD9804D65}"/>
              </a:ext>
            </a:extLst>
          </p:cNvPr>
          <p:cNvSpPr>
            <a:spLocks noGrp="1"/>
          </p:cNvSpPr>
          <p:nvPr>
            <p:ph idx="1"/>
          </p:nvPr>
        </p:nvSpPr>
        <p:spPr>
          <a:xfrm>
            <a:off x="419100" y="1981200"/>
            <a:ext cx="4876800" cy="4391210"/>
          </a:xfrm>
        </p:spPr>
        <p:txBody>
          <a:bodyPr lIns="0" tIns="0" rIns="0" bIns="0">
            <a:normAutofit/>
          </a:bodyPr>
          <a:lstStyle>
            <a:lvl1pPr>
              <a:defRPr sz="1600" b="0" i="0">
                <a:latin typeface="Arial" panose="020B0604020202020204" pitchFamily="34" charset="0"/>
                <a:ea typeface="Helvetica Neue Light" panose="02000403000000020004" pitchFamily="2" charset="0"/>
                <a:cs typeface="Arial" panose="020B0604020202020204" pitchFamily="34" charset="0"/>
              </a:defRPr>
            </a:lvl1pPr>
            <a:lvl2pPr>
              <a:defRPr sz="1400" b="0" i="0">
                <a:latin typeface="Arial" panose="020B0604020202020204" pitchFamily="34" charset="0"/>
                <a:ea typeface="Helvetica Neue Light" panose="02000403000000020004" pitchFamily="2" charset="0"/>
                <a:cs typeface="Arial" panose="020B0604020202020204" pitchFamily="34" charset="0"/>
              </a:defRPr>
            </a:lvl2pPr>
            <a:lvl3pPr>
              <a:defRPr sz="1200" b="0" i="0">
                <a:latin typeface="Arial" panose="020B0604020202020204" pitchFamily="34" charset="0"/>
                <a:ea typeface="Helvetica Neue Light" panose="02000403000000020004" pitchFamily="2" charset="0"/>
                <a:cs typeface="Arial" panose="020B0604020202020204" pitchFamily="34" charset="0"/>
              </a:defRPr>
            </a:lvl3pPr>
            <a:lvl4pPr>
              <a:defRPr sz="1200" b="0" i="0">
                <a:latin typeface="Arial" panose="020B0604020202020204" pitchFamily="34" charset="0"/>
                <a:ea typeface="Helvetica Neue Light" panose="02000403000000020004" pitchFamily="2" charset="0"/>
                <a:cs typeface="Arial" panose="020B0604020202020204" pitchFamily="34" charset="0"/>
              </a:defRPr>
            </a:lvl4pPr>
            <a:lvl5pPr>
              <a:defRPr sz="1200" b="0" i="0">
                <a:latin typeface="Arial" panose="020B0604020202020204" pitchFamily="34" charset="0"/>
                <a:ea typeface="Helvetica Neue Light" panose="02000403000000020004"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oogle Shape;135;p29">
            <a:extLst>
              <a:ext uri="{FF2B5EF4-FFF2-40B4-BE49-F238E27FC236}">
                <a16:creationId xmlns:a16="http://schemas.microsoft.com/office/drawing/2014/main" id="{04241297-F1AB-A540-980A-2B7280A3C3EA}"/>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chemeClr val="tx1"/>
              </a:solidFill>
              <a:latin typeface="Arial" panose="020B0604020202020204" pitchFamily="34" charset="0"/>
              <a:ea typeface="Helvetica Neue"/>
              <a:cs typeface="Arial" panose="020B0604020202020204" pitchFamily="34" charset="0"/>
              <a:sym typeface="Helvetica Neue"/>
            </a:endParaRPr>
          </a:p>
        </p:txBody>
      </p:sp>
      <p:sp>
        <p:nvSpPr>
          <p:cNvPr id="10" name="Slide Number Placeholder 5">
            <a:extLst>
              <a:ext uri="{FF2B5EF4-FFF2-40B4-BE49-F238E27FC236}">
                <a16:creationId xmlns:a16="http://schemas.microsoft.com/office/drawing/2014/main" id="{BB0E404F-A1D2-9545-8298-188175AE6166}"/>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tx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14" name="Google Shape;61;p15">
            <a:extLst>
              <a:ext uri="{FF2B5EF4-FFF2-40B4-BE49-F238E27FC236}">
                <a16:creationId xmlns:a16="http://schemas.microsoft.com/office/drawing/2014/main" id="{C310EF45-0C75-C94C-BAF7-4F13C37E434F}"/>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pic>
        <p:nvPicPr>
          <p:cNvPr id="15" name="Google Shape;131;p29">
            <a:extLst>
              <a:ext uri="{FF2B5EF4-FFF2-40B4-BE49-F238E27FC236}">
                <a16:creationId xmlns:a16="http://schemas.microsoft.com/office/drawing/2014/main" id="{10D5F239-274C-3A42-A30B-DA9E3B515CE7}"/>
              </a:ext>
            </a:extLst>
          </p:cNvPr>
          <p:cNvPicPr preferRelativeResize="0"/>
          <p:nvPr userDrawn="1"/>
        </p:nvPicPr>
        <p:blipFill rotWithShape="1">
          <a:blip r:embed="rId3" cstate="screen">
            <a:alphaModFix/>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4279646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7038ACC7-CDE9-5A4D-8C9F-4C8A3AA21DBE}"/>
              </a:ext>
            </a:extLst>
          </p:cNvPr>
          <p:cNvSpPr>
            <a:spLocks noGrp="1"/>
          </p:cNvSpPr>
          <p:nvPr>
            <p:ph idx="10"/>
          </p:nvPr>
        </p:nvSpPr>
        <p:spPr>
          <a:xfrm>
            <a:off x="4381500" y="1"/>
            <a:ext cx="7810500" cy="6842616"/>
          </a:xfrm>
        </p:spPr>
        <p:txBody>
          <a:bodyPr>
            <a:normAutofit/>
          </a:bodyPr>
          <a:lstStyle>
            <a:lvl1pPr>
              <a:defRPr sz="1600" b="0" i="0">
                <a:latin typeface="Arial" panose="020B0604020202020204" pitchFamily="34" charset="0"/>
                <a:ea typeface="Helvetica Neue Light" panose="02000403000000020004" pitchFamily="2" charset="0"/>
                <a:cs typeface="Arial" panose="020B0604020202020204" pitchFamily="34" charset="0"/>
              </a:defRPr>
            </a:lvl1pPr>
            <a:lvl2pPr>
              <a:defRPr sz="1400" b="0" i="0">
                <a:latin typeface="Arial" panose="020B0604020202020204" pitchFamily="34" charset="0"/>
                <a:ea typeface="Helvetica Neue Light" panose="02000403000000020004" pitchFamily="2" charset="0"/>
                <a:cs typeface="Arial" panose="020B0604020202020204" pitchFamily="34" charset="0"/>
              </a:defRPr>
            </a:lvl2pPr>
            <a:lvl3pPr>
              <a:defRPr sz="1200" b="0" i="0">
                <a:latin typeface="Arial" panose="020B0604020202020204" pitchFamily="34" charset="0"/>
                <a:ea typeface="Helvetica Neue Light" panose="02000403000000020004" pitchFamily="2" charset="0"/>
                <a:cs typeface="Arial" panose="020B0604020202020204" pitchFamily="34" charset="0"/>
              </a:defRPr>
            </a:lvl3pPr>
            <a:lvl4pPr>
              <a:defRPr sz="1100" b="0" i="0">
                <a:latin typeface="Arial" panose="020B0604020202020204" pitchFamily="34" charset="0"/>
                <a:ea typeface="Helvetica Neue Light" panose="02000403000000020004" pitchFamily="2" charset="0"/>
                <a:cs typeface="Arial" panose="020B0604020202020204" pitchFamily="34" charset="0"/>
              </a:defRPr>
            </a:lvl4pPr>
            <a:lvl5pPr>
              <a:defRPr sz="1100" b="0" i="0">
                <a:latin typeface="Arial" panose="020B0604020202020204" pitchFamily="34" charset="0"/>
                <a:ea typeface="Helvetica Neue Light" panose="02000403000000020004" pitchFamily="2"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24A2869-8B17-B544-9CFF-DC5C2F7D3570}"/>
              </a:ext>
            </a:extLst>
          </p:cNvPr>
          <p:cNvSpPr>
            <a:spLocks noGrp="1"/>
          </p:cNvSpPr>
          <p:nvPr>
            <p:ph type="title"/>
          </p:nvPr>
        </p:nvSpPr>
        <p:spPr>
          <a:xfrm>
            <a:off x="419100" y="502785"/>
            <a:ext cx="3390900" cy="1402215"/>
          </a:xfrm>
        </p:spPr>
        <p:txBody>
          <a:bodyPr lIns="0" tIns="0" rIns="0" bIns="0">
            <a:normAutofit/>
          </a:bodyPr>
          <a:lstStyle>
            <a:lvl1pPr>
              <a:defRPr sz="2800"/>
            </a:lvl1pPr>
          </a:lstStyle>
          <a:p>
            <a:endParaRPr lang="en-US"/>
          </a:p>
        </p:txBody>
      </p:sp>
      <p:sp>
        <p:nvSpPr>
          <p:cNvPr id="3" name="Content Placeholder 2">
            <a:extLst>
              <a:ext uri="{FF2B5EF4-FFF2-40B4-BE49-F238E27FC236}">
                <a16:creationId xmlns:a16="http://schemas.microsoft.com/office/drawing/2014/main" id="{9DE44935-B3BD-8E40-9960-885DD9804D65}"/>
              </a:ext>
            </a:extLst>
          </p:cNvPr>
          <p:cNvSpPr>
            <a:spLocks noGrp="1"/>
          </p:cNvSpPr>
          <p:nvPr>
            <p:ph idx="1"/>
          </p:nvPr>
        </p:nvSpPr>
        <p:spPr>
          <a:xfrm>
            <a:off x="419100" y="1981200"/>
            <a:ext cx="3390900" cy="4381500"/>
          </a:xfrm>
        </p:spPr>
        <p:txBody>
          <a:bodyPr lIns="0" tIns="0" rIns="0" bIns="0">
            <a:normAutofit/>
          </a:bodyPr>
          <a:lstStyle>
            <a:lvl1pPr>
              <a:defRPr sz="1600" b="0" i="0">
                <a:latin typeface="Arial" panose="020B0604020202020204" pitchFamily="34" charset="0"/>
                <a:ea typeface="Helvetica Neue Light" panose="02000403000000020004" pitchFamily="2" charset="0"/>
                <a:cs typeface="Arial" panose="020B0604020202020204" pitchFamily="34" charset="0"/>
              </a:defRPr>
            </a:lvl1pPr>
            <a:lvl2pPr>
              <a:defRPr sz="1400" b="0" i="0">
                <a:latin typeface="Arial" panose="020B0604020202020204" pitchFamily="34" charset="0"/>
                <a:ea typeface="Helvetica Neue Light" panose="02000403000000020004" pitchFamily="2" charset="0"/>
                <a:cs typeface="Arial" panose="020B0604020202020204" pitchFamily="34" charset="0"/>
              </a:defRPr>
            </a:lvl2pPr>
            <a:lvl3pPr>
              <a:defRPr sz="1200" b="0" i="0">
                <a:latin typeface="Arial" panose="020B0604020202020204" pitchFamily="34" charset="0"/>
                <a:ea typeface="Helvetica Neue Light" panose="02000403000000020004" pitchFamily="2" charset="0"/>
                <a:cs typeface="Arial" panose="020B0604020202020204" pitchFamily="34" charset="0"/>
              </a:defRPr>
            </a:lvl3pPr>
            <a:lvl4pPr>
              <a:defRPr sz="1200" b="0" i="0">
                <a:latin typeface="Arial" panose="020B0604020202020204" pitchFamily="34" charset="0"/>
                <a:ea typeface="Helvetica Neue Light" panose="02000403000000020004" pitchFamily="2" charset="0"/>
                <a:cs typeface="Arial" panose="020B0604020202020204" pitchFamily="34" charset="0"/>
              </a:defRPr>
            </a:lvl4pPr>
            <a:lvl5pPr>
              <a:defRPr sz="1200" b="0" i="0">
                <a:latin typeface="Arial" panose="020B0604020202020204" pitchFamily="34" charset="0"/>
                <a:ea typeface="Helvetica Neue Light" panose="02000403000000020004"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oogle Shape;135;p29">
            <a:extLst>
              <a:ext uri="{FF2B5EF4-FFF2-40B4-BE49-F238E27FC236}">
                <a16:creationId xmlns:a16="http://schemas.microsoft.com/office/drawing/2014/main" id="{04241297-F1AB-A540-980A-2B7280A3C3EA}"/>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chemeClr val="tx1"/>
              </a:solidFill>
              <a:latin typeface="Arial" panose="020B0604020202020204" pitchFamily="34" charset="0"/>
              <a:ea typeface="Helvetica Neue"/>
              <a:cs typeface="Arial" panose="020B0604020202020204" pitchFamily="34" charset="0"/>
              <a:sym typeface="Helvetica Neue"/>
            </a:endParaRPr>
          </a:p>
        </p:txBody>
      </p:sp>
      <p:sp>
        <p:nvSpPr>
          <p:cNvPr id="10" name="Slide Number Placeholder 5">
            <a:extLst>
              <a:ext uri="{FF2B5EF4-FFF2-40B4-BE49-F238E27FC236}">
                <a16:creationId xmlns:a16="http://schemas.microsoft.com/office/drawing/2014/main" id="{BB0E404F-A1D2-9545-8298-188175AE6166}"/>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tx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14" name="Google Shape;61;p15">
            <a:extLst>
              <a:ext uri="{FF2B5EF4-FFF2-40B4-BE49-F238E27FC236}">
                <a16:creationId xmlns:a16="http://schemas.microsoft.com/office/drawing/2014/main" id="{A02C1BA6-8F26-8044-9EE8-77EBD2DCB1BC}"/>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pic>
        <p:nvPicPr>
          <p:cNvPr id="15" name="Google Shape;131;p29">
            <a:extLst>
              <a:ext uri="{FF2B5EF4-FFF2-40B4-BE49-F238E27FC236}">
                <a16:creationId xmlns:a16="http://schemas.microsoft.com/office/drawing/2014/main" id="{0F02FDE9-AB3A-4040-B01E-2925DC7470E0}"/>
              </a:ext>
            </a:extLst>
          </p:cNvPr>
          <p:cNvPicPr preferRelativeResize="0"/>
          <p:nvPr userDrawn="1"/>
        </p:nvPicPr>
        <p:blipFill rotWithShape="1">
          <a:blip r:embed="rId3" cstate="screen">
            <a:alphaModFix/>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271932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Bleed Image">
    <p:bg>
      <p:bgPr>
        <a:solidFill>
          <a:srgbClr val="6BF0D9"/>
        </a:solidFill>
        <a:effectLst/>
      </p:bgPr>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7038ACC7-CDE9-5A4D-8C9F-4C8A3AA21DBE}"/>
              </a:ext>
            </a:extLst>
          </p:cNvPr>
          <p:cNvSpPr>
            <a:spLocks noGrp="1"/>
          </p:cNvSpPr>
          <p:nvPr>
            <p:ph idx="10"/>
          </p:nvPr>
        </p:nvSpPr>
        <p:spPr>
          <a:xfrm>
            <a:off x="-1" y="1"/>
            <a:ext cx="12192001" cy="6842616"/>
          </a:xfrm>
        </p:spPr>
        <p:txBody>
          <a:bodyPr>
            <a:normAutofit/>
          </a:bodyPr>
          <a:lstStyle>
            <a:lvl1pPr>
              <a:defRPr sz="1600" b="0" i="0">
                <a:latin typeface="Arial" panose="020B0604020202020204" pitchFamily="34" charset="0"/>
                <a:ea typeface="Helvetica Neue Light" panose="02000403000000020004" pitchFamily="2" charset="0"/>
                <a:cs typeface="Arial" panose="020B0604020202020204" pitchFamily="34" charset="0"/>
              </a:defRPr>
            </a:lvl1pPr>
            <a:lvl2pPr>
              <a:defRPr sz="1400" b="0" i="0">
                <a:latin typeface="Arial" panose="020B0604020202020204" pitchFamily="34" charset="0"/>
                <a:ea typeface="Helvetica Neue Light" panose="02000403000000020004" pitchFamily="2" charset="0"/>
                <a:cs typeface="Arial" panose="020B0604020202020204" pitchFamily="34" charset="0"/>
              </a:defRPr>
            </a:lvl2pPr>
            <a:lvl3pPr>
              <a:defRPr sz="1200" b="0" i="0">
                <a:latin typeface="Arial" panose="020B0604020202020204" pitchFamily="34" charset="0"/>
                <a:ea typeface="Helvetica Neue Light" panose="02000403000000020004" pitchFamily="2" charset="0"/>
                <a:cs typeface="Arial" panose="020B0604020202020204" pitchFamily="34" charset="0"/>
              </a:defRPr>
            </a:lvl3pPr>
            <a:lvl4pPr>
              <a:defRPr sz="1100" b="0" i="0">
                <a:latin typeface="Arial" panose="020B0604020202020204" pitchFamily="34" charset="0"/>
                <a:ea typeface="Helvetica Neue Light" panose="02000403000000020004" pitchFamily="2" charset="0"/>
                <a:cs typeface="Arial" panose="020B0604020202020204" pitchFamily="34" charset="0"/>
              </a:defRPr>
            </a:lvl4pPr>
            <a:lvl5pPr>
              <a:defRPr sz="1100" b="0" i="0">
                <a:latin typeface="Arial" panose="020B0604020202020204" pitchFamily="34" charset="0"/>
                <a:ea typeface="Helvetica Neue Light" panose="02000403000000020004" pitchFamily="2" charset="0"/>
                <a:cs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24A2869-8B17-B544-9CFF-DC5C2F7D3570}"/>
              </a:ext>
            </a:extLst>
          </p:cNvPr>
          <p:cNvSpPr>
            <a:spLocks noGrp="1"/>
          </p:cNvSpPr>
          <p:nvPr>
            <p:ph type="title"/>
          </p:nvPr>
        </p:nvSpPr>
        <p:spPr>
          <a:xfrm>
            <a:off x="419100" y="502785"/>
            <a:ext cx="4876800" cy="1402215"/>
          </a:xfrm>
        </p:spPr>
        <p:txBody>
          <a:bodyPr lIns="0" tIns="0" rIns="0" bIns="0">
            <a:normAutofit/>
          </a:bodyPr>
          <a:lstStyle>
            <a:lvl1pPr>
              <a:defRPr sz="2800">
                <a:solidFill>
                  <a:schemeClr val="bg1"/>
                </a:solidFill>
              </a:defRPr>
            </a:lvl1pPr>
          </a:lstStyle>
          <a:p>
            <a:endParaRPr lang="en-US"/>
          </a:p>
        </p:txBody>
      </p:sp>
      <p:sp>
        <p:nvSpPr>
          <p:cNvPr id="3" name="Content Placeholder 2">
            <a:extLst>
              <a:ext uri="{FF2B5EF4-FFF2-40B4-BE49-F238E27FC236}">
                <a16:creationId xmlns:a16="http://schemas.microsoft.com/office/drawing/2014/main" id="{9DE44935-B3BD-8E40-9960-885DD9804D65}"/>
              </a:ext>
            </a:extLst>
          </p:cNvPr>
          <p:cNvSpPr>
            <a:spLocks noGrp="1"/>
          </p:cNvSpPr>
          <p:nvPr>
            <p:ph idx="1"/>
          </p:nvPr>
        </p:nvSpPr>
        <p:spPr>
          <a:xfrm>
            <a:off x="419100" y="1981200"/>
            <a:ext cx="4876800" cy="4381500"/>
          </a:xfrm>
        </p:spPr>
        <p:txBody>
          <a:bodyPr lIns="0" tIns="0" rIns="0" bIns="0">
            <a:normAutofit/>
          </a:bodyPr>
          <a:lstStyle>
            <a:lvl1pPr>
              <a:defRPr sz="16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1pPr>
            <a:lvl2pPr>
              <a:defRPr sz="14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2pPr>
            <a:lvl3pPr>
              <a:defRPr sz="12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3pPr>
            <a:lvl4pPr>
              <a:defRPr sz="12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4pPr>
            <a:lvl5pPr>
              <a:defRPr sz="1200" b="0" i="0">
                <a:solidFill>
                  <a:schemeClr val="bg1"/>
                </a:solidFill>
                <a:latin typeface="Arial" panose="020B0604020202020204" pitchFamily="34" charset="0"/>
                <a:ea typeface="Helvetica Neue Light" panose="02000403000000020004" pitchFamily="2"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BB0E404F-A1D2-9545-8298-188175AE6166}"/>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bg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15" name="Google Shape;246;p40">
            <a:extLst>
              <a:ext uri="{FF2B5EF4-FFF2-40B4-BE49-F238E27FC236}">
                <a16:creationId xmlns:a16="http://schemas.microsoft.com/office/drawing/2014/main" id="{3ACC2C59-E23A-B541-BE94-2A89478F4713}"/>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11606460" y="6355008"/>
            <a:ext cx="365760" cy="365760"/>
          </a:xfrm>
          <a:prstGeom prst="rect">
            <a:avLst/>
          </a:prstGeom>
          <a:noFill/>
          <a:ln>
            <a:noFill/>
          </a:ln>
        </p:spPr>
      </p:pic>
      <p:pic>
        <p:nvPicPr>
          <p:cNvPr id="16" name="Google Shape;131;p29">
            <a:extLst>
              <a:ext uri="{FF2B5EF4-FFF2-40B4-BE49-F238E27FC236}">
                <a16:creationId xmlns:a16="http://schemas.microsoft.com/office/drawing/2014/main" id="{2012730B-248A-AF4E-8BC6-9F6D785B39C1}"/>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
        <p:nvSpPr>
          <p:cNvPr id="9" name="Google Shape;135;p29">
            <a:extLst>
              <a:ext uri="{FF2B5EF4-FFF2-40B4-BE49-F238E27FC236}">
                <a16:creationId xmlns:a16="http://schemas.microsoft.com/office/drawing/2014/main" id="{B68A82A1-3E1A-344A-82B4-7106369297B3}"/>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rgbClr val="FFFFFF"/>
              </a:solidFill>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2779424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ey Statement Image">
    <p:bg>
      <p:bgPr>
        <a:solidFill>
          <a:srgbClr val="6BF0D9"/>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4827E1D-223C-C347-B356-D32B75A405DE}"/>
              </a:ext>
            </a:extLst>
          </p:cNvPr>
          <p:cNvSpPr>
            <a:spLocks noGrp="1"/>
          </p:cNvSpPr>
          <p:nvPr>
            <p:ph type="pic" sz="quarter" idx="10"/>
          </p:nvPr>
        </p:nvSpPr>
        <p:spPr>
          <a:xfrm>
            <a:off x="0" y="0"/>
            <a:ext cx="12192000" cy="6858000"/>
          </a:xfrm>
        </p:spPr>
        <p:txBody>
          <a:bodyPr/>
          <a:lstStyle>
            <a:lvl1pPr>
              <a:buNone/>
              <a:defRPr/>
            </a:lvl1pPr>
          </a:lstStyle>
          <a:p>
            <a:endParaRPr lang="en-US"/>
          </a:p>
        </p:txBody>
      </p:sp>
      <p:sp>
        <p:nvSpPr>
          <p:cNvPr id="2" name="Title 1">
            <a:extLst>
              <a:ext uri="{FF2B5EF4-FFF2-40B4-BE49-F238E27FC236}">
                <a16:creationId xmlns:a16="http://schemas.microsoft.com/office/drawing/2014/main" id="{700ED602-E314-A946-9574-9E4B113AC2CA}"/>
              </a:ext>
            </a:extLst>
          </p:cNvPr>
          <p:cNvSpPr>
            <a:spLocks noGrp="1"/>
          </p:cNvSpPr>
          <p:nvPr>
            <p:ph type="title" hasCustomPrompt="1"/>
          </p:nvPr>
        </p:nvSpPr>
        <p:spPr>
          <a:xfrm>
            <a:off x="419100" y="502785"/>
            <a:ext cx="11353800" cy="5859916"/>
          </a:xfrm>
        </p:spPr>
        <p:txBody>
          <a:bodyPr lIns="0" tIns="0" rIns="0" bIns="0" anchor="ctr">
            <a:noAutofit/>
          </a:bodyPr>
          <a:lstStyle>
            <a:lvl1pPr>
              <a:defRPr sz="5400">
                <a:solidFill>
                  <a:schemeClr val="bg1"/>
                </a:solidFill>
              </a:defRPr>
            </a:lvl1pPr>
          </a:lstStyle>
          <a:p>
            <a:r>
              <a:rPr lang="en-US"/>
              <a:t>KEY STATEMENT</a:t>
            </a:r>
            <a:br>
              <a:rPr lang="en-US"/>
            </a:br>
            <a:r>
              <a:rPr lang="en-US"/>
              <a:t>OVER IMAGE</a:t>
            </a:r>
          </a:p>
        </p:txBody>
      </p:sp>
      <p:sp>
        <p:nvSpPr>
          <p:cNvPr id="8" name="Google Shape;135;p29">
            <a:extLst>
              <a:ext uri="{FF2B5EF4-FFF2-40B4-BE49-F238E27FC236}">
                <a16:creationId xmlns:a16="http://schemas.microsoft.com/office/drawing/2014/main" id="{B5322F6A-B753-B345-B06B-30A15290EC5C}"/>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rgbClr val="FFFFFF"/>
              </a:solidFill>
              <a:latin typeface="Arial" panose="020B0604020202020204" pitchFamily="34" charset="0"/>
              <a:ea typeface="Helvetica Neue"/>
              <a:cs typeface="Arial" panose="020B0604020202020204" pitchFamily="34" charset="0"/>
              <a:sym typeface="Helvetica Neue"/>
            </a:endParaRPr>
          </a:p>
        </p:txBody>
      </p:sp>
      <p:sp>
        <p:nvSpPr>
          <p:cNvPr id="10" name="Slide Number Placeholder 5">
            <a:extLst>
              <a:ext uri="{FF2B5EF4-FFF2-40B4-BE49-F238E27FC236}">
                <a16:creationId xmlns:a16="http://schemas.microsoft.com/office/drawing/2014/main" id="{FEEEEEC9-5554-964E-A3DA-B9C1880B7DA8}"/>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bg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14" name="Google Shape;246;p40">
            <a:extLst>
              <a:ext uri="{FF2B5EF4-FFF2-40B4-BE49-F238E27FC236}">
                <a16:creationId xmlns:a16="http://schemas.microsoft.com/office/drawing/2014/main" id="{26E1E9E5-73FE-B34D-B602-67BA32A6FD44}"/>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11606460" y="6355008"/>
            <a:ext cx="365760" cy="365760"/>
          </a:xfrm>
          <a:prstGeom prst="rect">
            <a:avLst/>
          </a:prstGeom>
          <a:noFill/>
          <a:ln>
            <a:noFill/>
          </a:ln>
        </p:spPr>
      </p:pic>
      <p:pic>
        <p:nvPicPr>
          <p:cNvPr id="15" name="Google Shape;131;p29">
            <a:extLst>
              <a:ext uri="{FF2B5EF4-FFF2-40B4-BE49-F238E27FC236}">
                <a16:creationId xmlns:a16="http://schemas.microsoft.com/office/drawing/2014/main" id="{925DFFA0-2E05-C74C-9D8E-058A96D6194D}"/>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2986698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Statement Red">
    <p:bg>
      <p:bgPr>
        <a:solidFill>
          <a:srgbClr val="FFFF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ED602-E314-A946-9574-9E4B113AC2CA}"/>
              </a:ext>
            </a:extLst>
          </p:cNvPr>
          <p:cNvSpPr>
            <a:spLocks noGrp="1"/>
          </p:cNvSpPr>
          <p:nvPr>
            <p:ph type="title" hasCustomPrompt="1"/>
          </p:nvPr>
        </p:nvSpPr>
        <p:spPr>
          <a:xfrm>
            <a:off x="419100" y="502785"/>
            <a:ext cx="11353800" cy="5864256"/>
          </a:xfrm>
        </p:spPr>
        <p:txBody>
          <a:bodyPr lIns="0" tIns="0" rIns="0" bIns="0" anchor="ctr">
            <a:noAutofit/>
          </a:bodyPr>
          <a:lstStyle>
            <a:lvl1pPr>
              <a:defRPr sz="5400">
                <a:solidFill>
                  <a:srgbClr val="004AD6"/>
                </a:solidFill>
              </a:defRPr>
            </a:lvl1pPr>
          </a:lstStyle>
          <a:p>
            <a:r>
              <a:rPr lang="en-US"/>
              <a:t>KEY STATEMENT</a:t>
            </a:r>
            <a:br>
              <a:rPr lang="en-US"/>
            </a:br>
            <a:r>
              <a:rPr lang="en-US"/>
              <a:t>OVER RED</a:t>
            </a:r>
          </a:p>
        </p:txBody>
      </p:sp>
      <p:sp>
        <p:nvSpPr>
          <p:cNvPr id="10" name="Slide Number Placeholder 5">
            <a:extLst>
              <a:ext uri="{FF2B5EF4-FFF2-40B4-BE49-F238E27FC236}">
                <a16:creationId xmlns:a16="http://schemas.microsoft.com/office/drawing/2014/main" id="{FEEEEEC9-5554-964E-A3DA-B9C1880B7DA8}"/>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bg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11" name="Google Shape;61;p15">
            <a:extLst>
              <a:ext uri="{FF2B5EF4-FFF2-40B4-BE49-F238E27FC236}">
                <a16:creationId xmlns:a16="http://schemas.microsoft.com/office/drawing/2014/main" id="{0E8B56F7-1C16-C344-82B3-8596DE309345}"/>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pic>
        <p:nvPicPr>
          <p:cNvPr id="12" name="Google Shape;131;p29">
            <a:extLst>
              <a:ext uri="{FF2B5EF4-FFF2-40B4-BE49-F238E27FC236}">
                <a16:creationId xmlns:a16="http://schemas.microsoft.com/office/drawing/2014/main" id="{098D513B-14E7-0447-8E60-640A118ECA34}"/>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
        <p:nvSpPr>
          <p:cNvPr id="7" name="Google Shape;135;p29">
            <a:extLst>
              <a:ext uri="{FF2B5EF4-FFF2-40B4-BE49-F238E27FC236}">
                <a16:creationId xmlns:a16="http://schemas.microsoft.com/office/drawing/2014/main" id="{05CD7D65-04B1-C84B-816B-92B3EE04CF13}"/>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rgbClr val="FFFFFF"/>
              </a:solidFill>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2055182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ey Statement Black">
    <p:bg>
      <p:bgPr>
        <a:solidFill>
          <a:srgbClr val="004A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ED602-E314-A946-9574-9E4B113AC2CA}"/>
              </a:ext>
            </a:extLst>
          </p:cNvPr>
          <p:cNvSpPr>
            <a:spLocks noGrp="1"/>
          </p:cNvSpPr>
          <p:nvPr>
            <p:ph type="title" hasCustomPrompt="1"/>
          </p:nvPr>
        </p:nvSpPr>
        <p:spPr>
          <a:xfrm>
            <a:off x="419100" y="502785"/>
            <a:ext cx="11353800" cy="5859916"/>
          </a:xfrm>
        </p:spPr>
        <p:txBody>
          <a:bodyPr lIns="0" tIns="0" rIns="0" bIns="0" anchor="ctr">
            <a:noAutofit/>
          </a:bodyPr>
          <a:lstStyle>
            <a:lvl1pPr>
              <a:defRPr sz="5400">
                <a:solidFill>
                  <a:srgbClr val="FFFF40"/>
                </a:solidFill>
              </a:defRPr>
            </a:lvl1pPr>
          </a:lstStyle>
          <a:p>
            <a:r>
              <a:rPr lang="en-US"/>
              <a:t>KEY STATEMENT</a:t>
            </a:r>
            <a:br>
              <a:rPr lang="en-US"/>
            </a:br>
            <a:r>
              <a:rPr lang="en-US"/>
              <a:t>OVER BLACK</a:t>
            </a:r>
          </a:p>
        </p:txBody>
      </p:sp>
      <p:sp>
        <p:nvSpPr>
          <p:cNvPr id="10" name="Slide Number Placeholder 5">
            <a:extLst>
              <a:ext uri="{FF2B5EF4-FFF2-40B4-BE49-F238E27FC236}">
                <a16:creationId xmlns:a16="http://schemas.microsoft.com/office/drawing/2014/main" id="{FEEEEEC9-5554-964E-A3DA-B9C1880B7DA8}"/>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bg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9" name="Google Shape;246;p40">
            <a:extLst>
              <a:ext uri="{FF2B5EF4-FFF2-40B4-BE49-F238E27FC236}">
                <a16:creationId xmlns:a16="http://schemas.microsoft.com/office/drawing/2014/main" id="{86158CA5-6E24-4E4D-B6FA-C8A6FC13271E}"/>
              </a:ext>
            </a:extLst>
          </p:cNvPr>
          <p:cNvPicPr preferRelativeResize="0"/>
          <p:nvPr userDrawn="1"/>
        </p:nvPicPr>
        <p:blipFill>
          <a:blip r:embed="rId2" cstate="screen">
            <a:alphaModFix/>
            <a:extLst>
              <a:ext uri="{28A0092B-C50C-407E-A947-70E740481C1C}">
                <a14:useLocalDpi xmlns:a14="http://schemas.microsoft.com/office/drawing/2010/main"/>
              </a:ext>
            </a:extLst>
          </a:blip>
          <a:stretch>
            <a:fillRect/>
          </a:stretch>
        </p:blipFill>
        <p:spPr>
          <a:xfrm>
            <a:off x="11606460" y="6355008"/>
            <a:ext cx="365760" cy="365760"/>
          </a:xfrm>
          <a:prstGeom prst="rect">
            <a:avLst/>
          </a:prstGeom>
          <a:noFill/>
          <a:ln>
            <a:noFill/>
          </a:ln>
        </p:spPr>
      </p:pic>
      <p:pic>
        <p:nvPicPr>
          <p:cNvPr id="12" name="Google Shape;131;p29">
            <a:extLst>
              <a:ext uri="{FF2B5EF4-FFF2-40B4-BE49-F238E27FC236}">
                <a16:creationId xmlns:a16="http://schemas.microsoft.com/office/drawing/2014/main" id="{D107D57D-EB0A-DE4D-83D8-845896B7B44F}"/>
              </a:ext>
            </a:extLst>
          </p:cNvPr>
          <p:cNvPicPr preferRelativeResize="0"/>
          <p:nvPr userDrawn="1"/>
        </p:nvPicPr>
        <p:blipFill rotWithShape="1">
          <a:blip r:embed="rId3" cstate="screen">
            <a:alphaModFix/>
            <a:extLs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
        <p:nvSpPr>
          <p:cNvPr id="7" name="Google Shape;135;p29">
            <a:extLst>
              <a:ext uri="{FF2B5EF4-FFF2-40B4-BE49-F238E27FC236}">
                <a16:creationId xmlns:a16="http://schemas.microsoft.com/office/drawing/2014/main" id="{236B9F5A-FB52-FC48-AED3-F5990ED1E9DC}"/>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rgbClr val="FFFFFF"/>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rgbClr val="FFFFFF"/>
              </a:solidFill>
              <a:latin typeface="Arial" panose="020B0604020202020204" pitchFamily="34" charset="0"/>
              <a:ea typeface="Helvetica Neue"/>
              <a:cs typeface="Arial" panose="020B0604020202020204" pitchFamily="34" charset="0"/>
              <a:sym typeface="Helvetica Neue"/>
            </a:endParaRPr>
          </a:p>
        </p:txBody>
      </p:sp>
    </p:spTree>
    <p:extLst>
      <p:ext uri="{BB962C8B-B14F-4D97-AF65-F5344CB8AC3E}">
        <p14:creationId xmlns:p14="http://schemas.microsoft.com/office/powerpoint/2010/main" val="4064494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ey Statement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ED602-E314-A946-9574-9E4B113AC2CA}"/>
              </a:ext>
            </a:extLst>
          </p:cNvPr>
          <p:cNvSpPr>
            <a:spLocks noGrp="1"/>
          </p:cNvSpPr>
          <p:nvPr>
            <p:ph type="title" hasCustomPrompt="1"/>
          </p:nvPr>
        </p:nvSpPr>
        <p:spPr>
          <a:xfrm>
            <a:off x="419100" y="502783"/>
            <a:ext cx="11353800" cy="5859917"/>
          </a:xfrm>
        </p:spPr>
        <p:txBody>
          <a:bodyPr lIns="0" tIns="0" rIns="0" bIns="0" anchor="ctr">
            <a:noAutofit/>
          </a:bodyPr>
          <a:lstStyle>
            <a:lvl1pPr>
              <a:defRPr sz="5400">
                <a:solidFill>
                  <a:schemeClr val="tx1"/>
                </a:solidFill>
              </a:defRPr>
            </a:lvl1pPr>
          </a:lstStyle>
          <a:p>
            <a:r>
              <a:rPr lang="en-US"/>
              <a:t>KEY STATEMENT</a:t>
            </a:r>
            <a:br>
              <a:rPr lang="en-US"/>
            </a:br>
            <a:r>
              <a:rPr lang="en-US"/>
              <a:t>OVER WHITE</a:t>
            </a:r>
          </a:p>
        </p:txBody>
      </p:sp>
      <p:sp>
        <p:nvSpPr>
          <p:cNvPr id="8" name="Google Shape;135;p29">
            <a:extLst>
              <a:ext uri="{FF2B5EF4-FFF2-40B4-BE49-F238E27FC236}">
                <a16:creationId xmlns:a16="http://schemas.microsoft.com/office/drawing/2014/main" id="{B5322F6A-B753-B345-B06B-30A15290EC5C}"/>
              </a:ext>
            </a:extLst>
          </p:cNvPr>
          <p:cNvSpPr txBox="1"/>
          <p:nvPr userDrawn="1"/>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 MOMENTUM WORLDWIDE 2021 IN CONFIDENCE. </a:t>
            </a:r>
            <a:b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br>
            <a:r>
              <a:rPr lang="en" sz="600" b="0" i="0" u="none" strike="noStrike" cap="none">
                <a:solidFill>
                  <a:schemeClr val="tx1"/>
                </a:solidFill>
                <a:latin typeface="Arial" panose="020B0604020202020204" pitchFamily="34" charset="0"/>
                <a:ea typeface="Helvetica Neue"/>
                <a:cs typeface="Arial" panose="020B0604020202020204" pitchFamily="34" charset="0"/>
                <a:sym typeface="Helvetica Neue"/>
              </a:rPr>
              <a:t>THIS DOCUMENT MAY NOT BE DISTRIBUTED OR COPIED WITHOUT PRIOR CONSENT.</a:t>
            </a:r>
            <a:endParaRPr sz="600" b="0" i="0" u="none" strike="noStrike" cap="none">
              <a:solidFill>
                <a:schemeClr val="tx1"/>
              </a:solidFill>
              <a:latin typeface="Arial" panose="020B0604020202020204" pitchFamily="34" charset="0"/>
              <a:ea typeface="Helvetica Neue"/>
              <a:cs typeface="Arial" panose="020B0604020202020204" pitchFamily="34" charset="0"/>
              <a:sym typeface="Helvetica Neue"/>
            </a:endParaRPr>
          </a:p>
        </p:txBody>
      </p:sp>
      <p:sp>
        <p:nvSpPr>
          <p:cNvPr id="10" name="Slide Number Placeholder 5">
            <a:extLst>
              <a:ext uri="{FF2B5EF4-FFF2-40B4-BE49-F238E27FC236}">
                <a16:creationId xmlns:a16="http://schemas.microsoft.com/office/drawing/2014/main" id="{FEEEEEC9-5554-964E-A3DA-B9C1880B7DA8}"/>
              </a:ext>
            </a:extLst>
          </p:cNvPr>
          <p:cNvSpPr>
            <a:spLocks noGrp="1"/>
          </p:cNvSpPr>
          <p:nvPr>
            <p:ph type="sldNum" sz="quarter" idx="4"/>
          </p:nvPr>
        </p:nvSpPr>
        <p:spPr>
          <a:xfrm>
            <a:off x="9255910" y="137659"/>
            <a:ext cx="2743200" cy="365125"/>
          </a:xfrm>
          <a:prstGeom prst="rect">
            <a:avLst/>
          </a:prstGeom>
        </p:spPr>
        <p:txBody>
          <a:bodyPr vert="horz" lIns="91440" tIns="45720" rIns="91440" bIns="45720" rtlCol="0" anchor="ctr"/>
          <a:lstStyle>
            <a:lvl1pPr algn="r">
              <a:defRPr sz="1000" b="0" i="0">
                <a:solidFill>
                  <a:schemeClr val="tx1"/>
                </a:solidFill>
                <a:latin typeface="Arial" panose="020B0604020202020204" pitchFamily="34" charset="0"/>
                <a:cs typeface="Arial" panose="020B0604020202020204" pitchFamily="34" charset="0"/>
              </a:defRPr>
            </a:lvl1pPr>
          </a:lstStyle>
          <a:p>
            <a:fld id="{28A7D70B-BA5B-454D-9E9C-85AA311AB73C}" type="slidenum">
              <a:rPr lang="en-US" smtClean="0"/>
              <a:pPr/>
              <a:t>‹#›</a:t>
            </a:fld>
            <a:endParaRPr lang="en-US"/>
          </a:p>
        </p:txBody>
      </p:sp>
      <p:pic>
        <p:nvPicPr>
          <p:cNvPr id="7" name="Google Shape;61;p15">
            <a:extLst>
              <a:ext uri="{FF2B5EF4-FFF2-40B4-BE49-F238E27FC236}">
                <a16:creationId xmlns:a16="http://schemas.microsoft.com/office/drawing/2014/main" id="{F1B974A8-CD3A-6348-9881-5C1533034BF3}"/>
              </a:ext>
            </a:extLst>
          </p:cNvPr>
          <p:cNvPicPr preferRelativeResize="0">
            <a:picLocks noChangeAspect="1"/>
          </p:cNvPicPr>
          <p:nvPr userDrawn="1"/>
        </p:nvPicPr>
        <p:blipFill>
          <a:blip r:embed="rId2" cstate="screen">
            <a:alphaModFix/>
            <a:extLst>
              <a:ext uri="{28A0092B-C50C-407E-A947-70E740481C1C}">
                <a14:useLocalDpi xmlns:a14="http://schemas.microsoft.com/office/drawing/2010/main"/>
              </a:ext>
            </a:extLst>
          </a:blip>
          <a:stretch>
            <a:fillRect/>
          </a:stretch>
        </p:blipFill>
        <p:spPr>
          <a:xfrm>
            <a:off x="11604056" y="6367040"/>
            <a:ext cx="365760" cy="365760"/>
          </a:xfrm>
          <a:prstGeom prst="rect">
            <a:avLst/>
          </a:prstGeom>
          <a:noFill/>
          <a:ln>
            <a:noFill/>
          </a:ln>
        </p:spPr>
      </p:pic>
      <p:pic>
        <p:nvPicPr>
          <p:cNvPr id="12" name="Google Shape;131;p29">
            <a:extLst>
              <a:ext uri="{FF2B5EF4-FFF2-40B4-BE49-F238E27FC236}">
                <a16:creationId xmlns:a16="http://schemas.microsoft.com/office/drawing/2014/main" id="{71B6B9FB-69CE-7C43-BE06-71DCF4228E11}"/>
              </a:ext>
            </a:extLst>
          </p:cNvPr>
          <p:cNvPicPr preferRelativeResize="0"/>
          <p:nvPr userDrawn="1"/>
        </p:nvPicPr>
        <p:blipFill rotWithShape="1">
          <a:blip r:embed="rId3" cstate="screen">
            <a:alphaModFix/>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3270710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45564E2-CDD9-3248-AC02-2C4420E009DA}"/>
              </a:ext>
            </a:extLst>
          </p:cNvPr>
          <p:cNvSpPr>
            <a:spLocks noGrp="1"/>
          </p:cNvSpPr>
          <p:nvPr>
            <p:ph type="ctrTitle" hasCustomPrompt="1"/>
          </p:nvPr>
        </p:nvSpPr>
        <p:spPr>
          <a:xfrm>
            <a:off x="381000" y="1992070"/>
            <a:ext cx="10477500" cy="2900363"/>
          </a:xfrm>
        </p:spPr>
        <p:txBody>
          <a:bodyPr lIns="0" tIns="0" rIns="0" bIns="0" anchor="ctr">
            <a:normAutofit/>
          </a:bodyPr>
          <a:lstStyle>
            <a:lvl1pPr algn="l">
              <a:defRPr sz="7200">
                <a:solidFill>
                  <a:schemeClr val="bg1"/>
                </a:solidFill>
              </a:defRPr>
            </a:lvl1pPr>
          </a:lstStyle>
          <a:p>
            <a:r>
              <a:rPr lang="en-US"/>
              <a:t>THANK YOU</a:t>
            </a:r>
          </a:p>
        </p:txBody>
      </p:sp>
      <p:pic>
        <p:nvPicPr>
          <p:cNvPr id="12" name="Google Shape;136;p29">
            <a:extLst>
              <a:ext uri="{FF2B5EF4-FFF2-40B4-BE49-F238E27FC236}">
                <a16:creationId xmlns:a16="http://schemas.microsoft.com/office/drawing/2014/main" id="{2964BD76-1804-1D41-94CE-842EFA7DED48}"/>
              </a:ext>
            </a:extLst>
          </p:cNvPr>
          <p:cNvPicPr preferRelativeResize="0"/>
          <p:nvPr userDrawn="1"/>
        </p:nvPicPr>
        <p:blipFill rotWithShape="1">
          <a:blip r:embed="rId2" cstate="screen">
            <a:alphaModFix/>
            <a:extLst>
              <a:ext uri="{28A0092B-C50C-407E-A947-70E740481C1C}">
                <a14:useLocalDpi xmlns:a14="http://schemas.microsoft.com/office/drawing/2010/main"/>
              </a:ext>
            </a:extLst>
          </a:blip>
          <a:srcRect/>
          <a:stretch/>
        </p:blipFill>
        <p:spPr>
          <a:xfrm>
            <a:off x="422565" y="235381"/>
            <a:ext cx="913550" cy="117463"/>
          </a:xfrm>
          <a:prstGeom prst="rect">
            <a:avLst/>
          </a:prstGeom>
          <a:noFill/>
          <a:ln>
            <a:noFill/>
          </a:ln>
        </p:spPr>
      </p:pic>
      <p:pic>
        <p:nvPicPr>
          <p:cNvPr id="13" name="Google Shape;246;p40">
            <a:extLst>
              <a:ext uri="{FF2B5EF4-FFF2-40B4-BE49-F238E27FC236}">
                <a16:creationId xmlns:a16="http://schemas.microsoft.com/office/drawing/2014/main" id="{92264890-E83C-0F47-946E-C95ABDD6E92C}"/>
              </a:ext>
            </a:extLst>
          </p:cNvPr>
          <p:cNvPicPr preferRelativeResize="0"/>
          <p:nvPr userDrawn="1"/>
        </p:nvPicPr>
        <p:blipFill>
          <a:blip r:embed="rId3" cstate="screen">
            <a:alphaModFix/>
            <a:extLst>
              <a:ext uri="{28A0092B-C50C-407E-A947-70E740481C1C}">
                <a14:useLocalDpi xmlns:a14="http://schemas.microsoft.com/office/drawing/2010/main"/>
              </a:ext>
            </a:extLst>
          </a:blip>
          <a:stretch>
            <a:fillRect/>
          </a:stretch>
        </p:blipFill>
        <p:spPr>
          <a:xfrm>
            <a:off x="11606460" y="6355008"/>
            <a:ext cx="365760" cy="365760"/>
          </a:xfrm>
          <a:prstGeom prst="rect">
            <a:avLst/>
          </a:prstGeom>
          <a:noFill/>
          <a:ln>
            <a:noFill/>
          </a:ln>
        </p:spPr>
      </p:pic>
      <p:pic>
        <p:nvPicPr>
          <p:cNvPr id="14" name="Google Shape;131;p29">
            <a:extLst>
              <a:ext uri="{FF2B5EF4-FFF2-40B4-BE49-F238E27FC236}">
                <a16:creationId xmlns:a16="http://schemas.microsoft.com/office/drawing/2014/main" id="{1F3895E6-7FC7-914C-A9A3-403E623C1AB3}"/>
              </a:ext>
            </a:extLst>
          </p:cNvPr>
          <p:cNvPicPr preferRelativeResize="0"/>
          <p:nvPr userDrawn="1"/>
        </p:nvPicPr>
        <p:blipFill rotWithShape="1">
          <a:blip r:embed="rId4" cstate="screen">
            <a:alphaModFix/>
            <a:extLst>
              <a:ext uri="{28A0092B-C50C-407E-A947-70E740481C1C}">
                <a14:useLocalDpi xmlns:a14="http://schemas.microsoft.com/office/drawing/2010/main"/>
              </a:ext>
            </a:extLst>
          </a:blip>
          <a:srcRect/>
          <a:stretch/>
        </p:blipFill>
        <p:spPr>
          <a:xfrm rot="5400000">
            <a:off x="10540085" y="3224886"/>
            <a:ext cx="2884729" cy="419099"/>
          </a:xfrm>
          <a:prstGeom prst="rect">
            <a:avLst/>
          </a:prstGeom>
          <a:noFill/>
          <a:ln>
            <a:noFill/>
          </a:ln>
        </p:spPr>
      </p:pic>
    </p:spTree>
    <p:extLst>
      <p:ext uri="{BB962C8B-B14F-4D97-AF65-F5344CB8AC3E}">
        <p14:creationId xmlns:p14="http://schemas.microsoft.com/office/powerpoint/2010/main" val="195662151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py Only" type="obj">
  <p:cSld name="OBJECT">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9100" y="495302"/>
            <a:ext cx="11353800" cy="914399"/>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100"/>
              <a:buFont typeface="Arial Black"/>
              <a:buNone/>
              <a:defRPr sz="2800" b="1" i="0">
                <a:latin typeface="Arial Black"/>
                <a:ea typeface="Arial Black"/>
                <a:cs typeface="Arial Black"/>
                <a:sym typeface="Arial Black"/>
              </a:defRPr>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6"/>
          <p:cNvSpPr txBox="1">
            <a:spLocks noGrp="1"/>
          </p:cNvSpPr>
          <p:nvPr>
            <p:ph type="body" idx="1"/>
          </p:nvPr>
        </p:nvSpPr>
        <p:spPr>
          <a:xfrm>
            <a:off x="419100" y="1981199"/>
            <a:ext cx="11353800" cy="4381499"/>
          </a:xfrm>
          <a:prstGeom prst="rect">
            <a:avLst/>
          </a:prstGeom>
          <a:noFill/>
          <a:ln>
            <a:noFill/>
          </a:ln>
        </p:spPr>
        <p:txBody>
          <a:bodyPr spcFirstLastPara="1" wrap="square" lIns="0" tIns="0" rIns="0" bIns="0" anchor="t" anchorCtr="0">
            <a:normAutofit/>
          </a:bodyPr>
          <a:lstStyle>
            <a:lvl1pPr marL="609585" lvl="0" indent="-406390" algn="l">
              <a:lnSpc>
                <a:spcPct val="90000"/>
              </a:lnSpc>
              <a:spcBef>
                <a:spcPts val="0"/>
              </a:spcBef>
              <a:spcAft>
                <a:spcPts val="0"/>
              </a:spcAft>
              <a:buClr>
                <a:schemeClr val="dk1"/>
              </a:buClr>
              <a:buSzPts val="1200"/>
              <a:buChar char="•"/>
              <a:defRPr sz="1600" b="0" i="0">
                <a:latin typeface="Arial"/>
                <a:ea typeface="Arial"/>
                <a:cs typeface="Arial"/>
                <a:sym typeface="Arial"/>
              </a:defRPr>
            </a:lvl1pPr>
            <a:lvl2pPr marL="1219170" lvl="1" indent="-397923" algn="l">
              <a:lnSpc>
                <a:spcPct val="90000"/>
              </a:lnSpc>
              <a:spcBef>
                <a:spcPts val="1600"/>
              </a:spcBef>
              <a:spcAft>
                <a:spcPts val="0"/>
              </a:spcAft>
              <a:buClr>
                <a:schemeClr val="dk1"/>
              </a:buClr>
              <a:buSzPts val="1100"/>
              <a:buChar char="•"/>
              <a:defRPr sz="1467" b="0" i="0">
                <a:latin typeface="Arial"/>
                <a:ea typeface="Arial"/>
                <a:cs typeface="Arial"/>
                <a:sym typeface="Arial"/>
              </a:defRPr>
            </a:lvl2pPr>
            <a:lvl3pPr marL="1828754" lvl="2"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3pPr>
            <a:lvl4pPr marL="2438339" lvl="3"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4pPr>
            <a:lvl5pPr marL="3047924" lvl="4"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70" name="Google Shape;70;p16"/>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chemeClr val="dk1"/>
                </a:solidFill>
                <a:latin typeface="Arial"/>
                <a:ea typeface="Arial"/>
                <a:cs typeface="Arial"/>
                <a:sym typeface="Arial"/>
              </a:rPr>
              <a:t>© MOMENTUM WORLDWIDE 2020 IN CONFIDENCE. </a:t>
            </a:r>
            <a:br>
              <a:rPr lang="en" sz="667" b="0" i="0" u="none" strike="noStrike" cap="none">
                <a:solidFill>
                  <a:schemeClr val="dk1"/>
                </a:solidFill>
                <a:latin typeface="Arial"/>
                <a:ea typeface="Arial"/>
                <a:cs typeface="Arial"/>
                <a:sym typeface="Arial"/>
              </a:rPr>
            </a:br>
            <a:r>
              <a:rPr lang="en" sz="667" b="0" i="0" u="none" strike="noStrike" cap="none">
                <a:solidFill>
                  <a:schemeClr val="dk1"/>
                </a:solidFill>
                <a:latin typeface="Arial"/>
                <a:ea typeface="Arial"/>
                <a:cs typeface="Arial"/>
                <a:sym typeface="Arial"/>
              </a:rPr>
              <a:t>THIS DOCUMENT MAY NOT BE DISTRIBUTED OR COPIED WITHOUT PRIOR CONSENT.</a:t>
            </a:r>
            <a:endParaRPr sz="667" b="0" i="0" u="none" strike="noStrike" cap="none">
              <a:solidFill>
                <a:schemeClr val="dk1"/>
              </a:solidFill>
              <a:latin typeface="Arial"/>
              <a:ea typeface="Arial"/>
              <a:cs typeface="Arial"/>
              <a:sym typeface="Arial"/>
            </a:endParaRPr>
          </a:p>
        </p:txBody>
      </p:sp>
      <p:sp>
        <p:nvSpPr>
          <p:cNvPr id="71" name="Google Shape;71;p16"/>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u="none" strike="noStrike" cap="none">
                <a:solidFill>
                  <a:schemeClr val="dk1"/>
                </a:solidFill>
                <a:latin typeface="Arial"/>
                <a:ea typeface="Arial"/>
                <a:cs typeface="Arial"/>
                <a:sym typeface="Arial"/>
              </a:defRPr>
            </a:lvl1pPr>
            <a:lvl2pPr marL="0" lvl="1" indent="0" algn="r">
              <a:spcBef>
                <a:spcPts val="0"/>
              </a:spcBef>
              <a:buNone/>
              <a:defRPr sz="1067" b="0" i="0" u="none" strike="noStrike" cap="none">
                <a:solidFill>
                  <a:schemeClr val="dk1"/>
                </a:solidFill>
                <a:latin typeface="Arial"/>
                <a:ea typeface="Arial"/>
                <a:cs typeface="Arial"/>
                <a:sym typeface="Arial"/>
              </a:defRPr>
            </a:lvl2pPr>
            <a:lvl3pPr marL="0" lvl="2" indent="0" algn="r">
              <a:spcBef>
                <a:spcPts val="0"/>
              </a:spcBef>
              <a:buNone/>
              <a:defRPr sz="1067" b="0" i="0" u="none" strike="noStrike" cap="none">
                <a:solidFill>
                  <a:schemeClr val="dk1"/>
                </a:solidFill>
                <a:latin typeface="Arial"/>
                <a:ea typeface="Arial"/>
                <a:cs typeface="Arial"/>
                <a:sym typeface="Arial"/>
              </a:defRPr>
            </a:lvl3pPr>
            <a:lvl4pPr marL="0" lvl="3" indent="0" algn="r">
              <a:spcBef>
                <a:spcPts val="0"/>
              </a:spcBef>
              <a:buNone/>
              <a:defRPr sz="1067" b="0" i="0" u="none" strike="noStrike" cap="none">
                <a:solidFill>
                  <a:schemeClr val="dk1"/>
                </a:solidFill>
                <a:latin typeface="Arial"/>
                <a:ea typeface="Arial"/>
                <a:cs typeface="Arial"/>
                <a:sym typeface="Arial"/>
              </a:defRPr>
            </a:lvl4pPr>
            <a:lvl5pPr marL="0" lvl="4" indent="0" algn="r">
              <a:spcBef>
                <a:spcPts val="0"/>
              </a:spcBef>
              <a:buNone/>
              <a:defRPr sz="1067" b="0" i="0" u="none" strike="noStrike" cap="none">
                <a:solidFill>
                  <a:schemeClr val="dk1"/>
                </a:solidFill>
                <a:latin typeface="Arial"/>
                <a:ea typeface="Arial"/>
                <a:cs typeface="Arial"/>
                <a:sym typeface="Arial"/>
              </a:defRPr>
            </a:lvl5pPr>
            <a:lvl6pPr marL="0" lvl="5" indent="0" algn="r">
              <a:spcBef>
                <a:spcPts val="0"/>
              </a:spcBef>
              <a:buNone/>
              <a:defRPr sz="1067" b="0" i="0" u="none" strike="noStrike" cap="none">
                <a:solidFill>
                  <a:schemeClr val="dk1"/>
                </a:solidFill>
                <a:latin typeface="Arial"/>
                <a:ea typeface="Arial"/>
                <a:cs typeface="Arial"/>
                <a:sym typeface="Arial"/>
              </a:defRPr>
            </a:lvl6pPr>
            <a:lvl7pPr marL="0" lvl="6" indent="0" algn="r">
              <a:spcBef>
                <a:spcPts val="0"/>
              </a:spcBef>
              <a:buNone/>
              <a:defRPr sz="1067" b="0" i="0" u="none" strike="noStrike" cap="none">
                <a:solidFill>
                  <a:schemeClr val="dk1"/>
                </a:solidFill>
                <a:latin typeface="Arial"/>
                <a:ea typeface="Arial"/>
                <a:cs typeface="Arial"/>
                <a:sym typeface="Arial"/>
              </a:defRPr>
            </a:lvl7pPr>
            <a:lvl8pPr marL="0" lvl="7" indent="0" algn="r">
              <a:spcBef>
                <a:spcPts val="0"/>
              </a:spcBef>
              <a:buNone/>
              <a:defRPr sz="1067" b="0" i="0" u="none" strike="noStrike" cap="none">
                <a:solidFill>
                  <a:schemeClr val="dk1"/>
                </a:solidFill>
                <a:latin typeface="Arial"/>
                <a:ea typeface="Arial"/>
                <a:cs typeface="Arial"/>
                <a:sym typeface="Arial"/>
              </a:defRPr>
            </a:lvl8pPr>
            <a:lvl9pPr marL="0" lvl="8" indent="0" algn="r">
              <a:spcBef>
                <a:spcPts val="0"/>
              </a:spcBef>
              <a:buNone/>
              <a:defRPr sz="1067"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72" name="Google Shape;72;p16"/>
          <p:cNvPicPr preferRelativeResize="0"/>
          <p:nvPr/>
        </p:nvPicPr>
        <p:blipFill rotWithShape="1">
          <a:blip r:embed="rId2">
            <a:alphaModFix/>
          </a:blip>
          <a:srcRect/>
          <a:stretch/>
        </p:blipFill>
        <p:spPr>
          <a:xfrm>
            <a:off x="11604056" y="6367040"/>
            <a:ext cx="365760" cy="365760"/>
          </a:xfrm>
          <a:prstGeom prst="rect">
            <a:avLst/>
          </a:prstGeom>
          <a:noFill/>
          <a:ln>
            <a:noFill/>
          </a:ln>
        </p:spPr>
      </p:pic>
      <p:pic>
        <p:nvPicPr>
          <p:cNvPr id="73" name="Google Shape;73;p16"/>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Slide" type="secHead">
  <p:cSld name="SECTION_HEADER">
    <p:bg>
      <p:bgPr>
        <a:solidFill>
          <a:srgbClr val="004AD6"/>
        </a:solidFill>
        <a:effectLst/>
      </p:bgPr>
    </p:bg>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419102" y="1943100"/>
            <a:ext cx="10928348" cy="1447801"/>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10400"/>
              <a:buFont typeface="Arial Black"/>
              <a:buNone/>
              <a:defRPr sz="13866" b="1" i="0">
                <a:solidFill>
                  <a:schemeClr val="lt1"/>
                </a:solidFill>
                <a:latin typeface="Arial Black"/>
                <a:ea typeface="Arial Black"/>
                <a:cs typeface="Arial Black"/>
                <a:sym typeface="Arial Black"/>
              </a:defRPr>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8"/>
          <p:cNvSpPr txBox="1">
            <a:spLocks noGrp="1"/>
          </p:cNvSpPr>
          <p:nvPr>
            <p:ph type="body" idx="1"/>
          </p:nvPr>
        </p:nvSpPr>
        <p:spPr>
          <a:xfrm>
            <a:off x="419102" y="3476791"/>
            <a:ext cx="10928348" cy="1500187"/>
          </a:xfrm>
          <a:prstGeom prst="rect">
            <a:avLst/>
          </a:prstGeom>
          <a:noFill/>
          <a:ln>
            <a:noFill/>
          </a:ln>
        </p:spPr>
        <p:txBody>
          <a:bodyPr spcFirstLastPara="1" wrap="square" lIns="0" tIns="0" rIns="0" bIns="0" anchor="t" anchorCtr="0">
            <a:normAutofit/>
          </a:bodyPr>
          <a:lstStyle>
            <a:lvl1pPr marL="609585" lvl="0" indent="-304792" algn="l">
              <a:lnSpc>
                <a:spcPct val="90000"/>
              </a:lnSpc>
              <a:spcBef>
                <a:spcPts val="0"/>
              </a:spcBef>
              <a:spcAft>
                <a:spcPts val="0"/>
              </a:spcAft>
              <a:buClr>
                <a:schemeClr val="lt1"/>
              </a:buClr>
              <a:buSzPts val="3600"/>
              <a:buNone/>
              <a:defRPr sz="4800" b="1" i="0">
                <a:solidFill>
                  <a:schemeClr val="lt1"/>
                </a:solidFill>
                <a:latin typeface="Arial Black"/>
                <a:ea typeface="Arial Black"/>
                <a:cs typeface="Arial Black"/>
                <a:sym typeface="Arial Black"/>
              </a:defRPr>
            </a:lvl1pPr>
            <a:lvl2pPr marL="1219170" lvl="1" indent="-304792" algn="l">
              <a:lnSpc>
                <a:spcPct val="90000"/>
              </a:lnSpc>
              <a:spcBef>
                <a:spcPts val="1600"/>
              </a:spcBef>
              <a:spcAft>
                <a:spcPts val="0"/>
              </a:spcAft>
              <a:buClr>
                <a:srgbClr val="888888"/>
              </a:buClr>
              <a:buSzPts val="1500"/>
              <a:buNone/>
              <a:defRPr sz="2000">
                <a:solidFill>
                  <a:srgbClr val="888888"/>
                </a:solidFill>
              </a:defRPr>
            </a:lvl2pPr>
            <a:lvl3pPr marL="1828754" lvl="2" indent="-304792" algn="l">
              <a:lnSpc>
                <a:spcPct val="90000"/>
              </a:lnSpc>
              <a:spcBef>
                <a:spcPts val="1600"/>
              </a:spcBef>
              <a:spcAft>
                <a:spcPts val="0"/>
              </a:spcAft>
              <a:buClr>
                <a:srgbClr val="888888"/>
              </a:buClr>
              <a:buSzPts val="1400"/>
              <a:buNone/>
              <a:defRPr sz="1867">
                <a:solidFill>
                  <a:srgbClr val="888888"/>
                </a:solidFill>
              </a:defRPr>
            </a:lvl3pPr>
            <a:lvl4pPr marL="2438339" lvl="3" indent="-304792" algn="l">
              <a:lnSpc>
                <a:spcPct val="90000"/>
              </a:lnSpc>
              <a:spcBef>
                <a:spcPts val="1600"/>
              </a:spcBef>
              <a:spcAft>
                <a:spcPts val="0"/>
              </a:spcAft>
              <a:buClr>
                <a:srgbClr val="888888"/>
              </a:buClr>
              <a:buSzPts val="1200"/>
              <a:buNone/>
              <a:defRPr sz="1600">
                <a:solidFill>
                  <a:srgbClr val="888888"/>
                </a:solidFill>
              </a:defRPr>
            </a:lvl4pPr>
            <a:lvl5pPr marL="3047924" lvl="4" indent="-304792" algn="l">
              <a:lnSpc>
                <a:spcPct val="90000"/>
              </a:lnSpc>
              <a:spcBef>
                <a:spcPts val="1600"/>
              </a:spcBef>
              <a:spcAft>
                <a:spcPts val="0"/>
              </a:spcAft>
              <a:buClr>
                <a:srgbClr val="888888"/>
              </a:buClr>
              <a:buSzPts val="1200"/>
              <a:buNone/>
              <a:defRPr sz="1600">
                <a:solidFill>
                  <a:srgbClr val="888888"/>
                </a:solidFill>
              </a:defRPr>
            </a:lvl5pPr>
            <a:lvl6pPr marL="3657509" lvl="5" indent="-304792" algn="l">
              <a:lnSpc>
                <a:spcPct val="90000"/>
              </a:lnSpc>
              <a:spcBef>
                <a:spcPts val="1600"/>
              </a:spcBef>
              <a:spcAft>
                <a:spcPts val="0"/>
              </a:spcAft>
              <a:buClr>
                <a:srgbClr val="888888"/>
              </a:buClr>
              <a:buSzPts val="1200"/>
              <a:buNone/>
              <a:defRPr sz="1600">
                <a:solidFill>
                  <a:srgbClr val="888888"/>
                </a:solidFill>
              </a:defRPr>
            </a:lvl6pPr>
            <a:lvl7pPr marL="4267093" lvl="6" indent="-304792" algn="l">
              <a:lnSpc>
                <a:spcPct val="90000"/>
              </a:lnSpc>
              <a:spcBef>
                <a:spcPts val="533"/>
              </a:spcBef>
              <a:spcAft>
                <a:spcPts val="0"/>
              </a:spcAft>
              <a:buClr>
                <a:srgbClr val="888888"/>
              </a:buClr>
              <a:buSzPts val="1200"/>
              <a:buNone/>
              <a:defRPr sz="1600">
                <a:solidFill>
                  <a:srgbClr val="888888"/>
                </a:solidFill>
              </a:defRPr>
            </a:lvl7pPr>
            <a:lvl8pPr marL="4876678" lvl="7" indent="-304792" algn="l">
              <a:lnSpc>
                <a:spcPct val="90000"/>
              </a:lnSpc>
              <a:spcBef>
                <a:spcPts val="533"/>
              </a:spcBef>
              <a:spcAft>
                <a:spcPts val="0"/>
              </a:spcAft>
              <a:buClr>
                <a:srgbClr val="888888"/>
              </a:buClr>
              <a:buSzPts val="1200"/>
              <a:buNone/>
              <a:defRPr sz="1600">
                <a:solidFill>
                  <a:srgbClr val="888888"/>
                </a:solidFill>
              </a:defRPr>
            </a:lvl8pPr>
            <a:lvl9pPr marL="5486263" lvl="8" indent="-304792" algn="l">
              <a:lnSpc>
                <a:spcPct val="90000"/>
              </a:lnSpc>
              <a:spcBef>
                <a:spcPts val="533"/>
              </a:spcBef>
              <a:spcAft>
                <a:spcPts val="0"/>
              </a:spcAft>
              <a:buClr>
                <a:srgbClr val="888888"/>
              </a:buClr>
              <a:buSzPts val="1200"/>
              <a:buNone/>
              <a:defRPr sz="1600">
                <a:solidFill>
                  <a:srgbClr val="888888"/>
                </a:solidFill>
              </a:defRPr>
            </a:lvl9pPr>
          </a:lstStyle>
          <a:p>
            <a:endParaRPr/>
          </a:p>
        </p:txBody>
      </p:sp>
      <p:sp>
        <p:nvSpPr>
          <p:cNvPr id="83" name="Google Shape;83;p18"/>
          <p:cNvSpPr txBox="1"/>
          <p:nvPr/>
        </p:nvSpPr>
        <p:spPr>
          <a:xfrm>
            <a:off x="419104" y="6362700"/>
            <a:ext cx="3666873"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rgbClr val="FFFFFF"/>
                </a:solidFill>
                <a:latin typeface="Arial"/>
                <a:ea typeface="Arial"/>
                <a:cs typeface="Arial"/>
                <a:sym typeface="Arial"/>
              </a:rPr>
              <a:t>© MOMENTUM WORLDWIDE 2020 IN CONFIDENCE. </a:t>
            </a:r>
            <a:br>
              <a:rPr lang="en" sz="667" b="0" i="0" u="none" strike="noStrike" cap="none">
                <a:solidFill>
                  <a:srgbClr val="FFFFFF"/>
                </a:solidFill>
                <a:latin typeface="Arial"/>
                <a:ea typeface="Arial"/>
                <a:cs typeface="Arial"/>
                <a:sym typeface="Arial"/>
              </a:rPr>
            </a:br>
            <a:r>
              <a:rPr lang="en" sz="667" b="0" i="0" u="none" strike="noStrike" cap="none">
                <a:solidFill>
                  <a:srgbClr val="FFFFFF"/>
                </a:solidFill>
                <a:latin typeface="Arial"/>
                <a:ea typeface="Arial"/>
                <a:cs typeface="Arial"/>
                <a:sym typeface="Arial"/>
              </a:rPr>
              <a:t>THIS DOCUMENT MAY NOT BE DISTRIBUTED OR COPIED WITHOUT PRIOR CONSENT.</a:t>
            </a:r>
            <a:endParaRPr sz="667" b="0" i="0" u="none" strike="noStrike" cap="none">
              <a:solidFill>
                <a:srgbClr val="FFFFFF"/>
              </a:solidFill>
              <a:latin typeface="Arial"/>
              <a:ea typeface="Arial"/>
              <a:cs typeface="Arial"/>
              <a:sym typeface="Arial"/>
            </a:endParaRPr>
          </a:p>
        </p:txBody>
      </p:sp>
      <p:pic>
        <p:nvPicPr>
          <p:cNvPr id="84" name="Google Shape;84;p18"/>
          <p:cNvPicPr preferRelativeResize="0"/>
          <p:nvPr/>
        </p:nvPicPr>
        <p:blipFill rotWithShape="1">
          <a:blip r:embed="rId2">
            <a:alphaModFix/>
          </a:blip>
          <a:srcRect/>
          <a:stretch/>
        </p:blipFill>
        <p:spPr>
          <a:xfrm>
            <a:off x="11604056" y="6367040"/>
            <a:ext cx="365760" cy="365760"/>
          </a:xfrm>
          <a:prstGeom prst="rect">
            <a:avLst/>
          </a:prstGeom>
          <a:noFill/>
          <a:ln>
            <a:noFill/>
          </a:ln>
        </p:spPr>
      </p:pic>
      <p:sp>
        <p:nvSpPr>
          <p:cNvPr id="85" name="Google Shape;85;p18"/>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lt1"/>
                </a:solidFill>
                <a:latin typeface="Arial"/>
                <a:ea typeface="Arial"/>
                <a:cs typeface="Arial"/>
                <a:sym typeface="Arial"/>
              </a:defRPr>
            </a:lvl1pPr>
            <a:lvl2pPr marL="0" lvl="1" indent="0" algn="r">
              <a:spcBef>
                <a:spcPts val="0"/>
              </a:spcBef>
              <a:buNone/>
              <a:defRPr sz="1067" b="0" i="0">
                <a:solidFill>
                  <a:schemeClr val="lt1"/>
                </a:solidFill>
                <a:latin typeface="Arial"/>
                <a:ea typeface="Arial"/>
                <a:cs typeface="Arial"/>
                <a:sym typeface="Arial"/>
              </a:defRPr>
            </a:lvl2pPr>
            <a:lvl3pPr marL="0" lvl="2" indent="0" algn="r">
              <a:spcBef>
                <a:spcPts val="0"/>
              </a:spcBef>
              <a:buNone/>
              <a:defRPr sz="1067" b="0" i="0">
                <a:solidFill>
                  <a:schemeClr val="lt1"/>
                </a:solidFill>
                <a:latin typeface="Arial"/>
                <a:ea typeface="Arial"/>
                <a:cs typeface="Arial"/>
                <a:sym typeface="Arial"/>
              </a:defRPr>
            </a:lvl3pPr>
            <a:lvl4pPr marL="0" lvl="3" indent="0" algn="r">
              <a:spcBef>
                <a:spcPts val="0"/>
              </a:spcBef>
              <a:buNone/>
              <a:defRPr sz="1067" b="0" i="0">
                <a:solidFill>
                  <a:schemeClr val="lt1"/>
                </a:solidFill>
                <a:latin typeface="Arial"/>
                <a:ea typeface="Arial"/>
                <a:cs typeface="Arial"/>
                <a:sym typeface="Arial"/>
              </a:defRPr>
            </a:lvl4pPr>
            <a:lvl5pPr marL="0" lvl="4" indent="0" algn="r">
              <a:spcBef>
                <a:spcPts val="0"/>
              </a:spcBef>
              <a:buNone/>
              <a:defRPr sz="1067" b="0" i="0">
                <a:solidFill>
                  <a:schemeClr val="lt1"/>
                </a:solidFill>
                <a:latin typeface="Arial"/>
                <a:ea typeface="Arial"/>
                <a:cs typeface="Arial"/>
                <a:sym typeface="Arial"/>
              </a:defRPr>
            </a:lvl5pPr>
            <a:lvl6pPr marL="0" lvl="5" indent="0" algn="r">
              <a:spcBef>
                <a:spcPts val="0"/>
              </a:spcBef>
              <a:buNone/>
              <a:defRPr sz="1067" b="0" i="0">
                <a:solidFill>
                  <a:schemeClr val="lt1"/>
                </a:solidFill>
                <a:latin typeface="Arial"/>
                <a:ea typeface="Arial"/>
                <a:cs typeface="Arial"/>
                <a:sym typeface="Arial"/>
              </a:defRPr>
            </a:lvl6pPr>
            <a:lvl7pPr marL="0" lvl="6" indent="0" algn="r">
              <a:spcBef>
                <a:spcPts val="0"/>
              </a:spcBef>
              <a:buNone/>
              <a:defRPr sz="1067" b="0" i="0">
                <a:solidFill>
                  <a:schemeClr val="lt1"/>
                </a:solidFill>
                <a:latin typeface="Arial"/>
                <a:ea typeface="Arial"/>
                <a:cs typeface="Arial"/>
                <a:sym typeface="Arial"/>
              </a:defRPr>
            </a:lvl7pPr>
            <a:lvl8pPr marL="0" lvl="7" indent="0" algn="r">
              <a:spcBef>
                <a:spcPts val="0"/>
              </a:spcBef>
              <a:buNone/>
              <a:defRPr sz="1067" b="0" i="0">
                <a:solidFill>
                  <a:schemeClr val="lt1"/>
                </a:solidFill>
                <a:latin typeface="Arial"/>
                <a:ea typeface="Arial"/>
                <a:cs typeface="Arial"/>
                <a:sym typeface="Arial"/>
              </a:defRPr>
            </a:lvl8pPr>
            <a:lvl9pPr marL="0" lvl="8" indent="0" algn="r">
              <a:spcBef>
                <a:spcPts val="0"/>
              </a:spcBef>
              <a:buNone/>
              <a:defRPr sz="1067" b="0"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86" name="Google Shape;86;p18"/>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7"/>
        <p:cNvGrpSpPr/>
        <p:nvPr/>
      </p:nvGrpSpPr>
      <p:grpSpPr>
        <a:xfrm>
          <a:off x="0" y="0"/>
          <a:ext cx="0" cy="0"/>
          <a:chOff x="0" y="0"/>
          <a:chExt cx="0" cy="0"/>
        </a:xfrm>
      </p:grpSpPr>
      <p:sp>
        <p:nvSpPr>
          <p:cNvPr id="88" name="Google Shape;88;p19"/>
          <p:cNvSpPr txBox="1">
            <a:spLocks noGrp="1"/>
          </p:cNvSpPr>
          <p:nvPr>
            <p:ph type="title"/>
          </p:nvPr>
        </p:nvSpPr>
        <p:spPr>
          <a:xfrm>
            <a:off x="419100" y="495302"/>
            <a:ext cx="11353800" cy="914399"/>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100"/>
              <a:buFont typeface="Arial Black"/>
              <a:buNone/>
              <a:defRPr sz="2800"/>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9" name="Google Shape;89;p19"/>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chemeClr val="dk1"/>
                </a:solidFill>
                <a:latin typeface="Arial"/>
                <a:ea typeface="Arial"/>
                <a:cs typeface="Arial"/>
                <a:sym typeface="Arial"/>
              </a:rPr>
              <a:t>© MOMENTUM WORLDWIDE 2020 IN CONFIDENCE. </a:t>
            </a:r>
            <a:br>
              <a:rPr lang="en" sz="667" b="0" i="0" u="none" strike="noStrike" cap="none">
                <a:solidFill>
                  <a:schemeClr val="dk1"/>
                </a:solidFill>
                <a:latin typeface="Arial"/>
                <a:ea typeface="Arial"/>
                <a:cs typeface="Arial"/>
                <a:sym typeface="Arial"/>
              </a:rPr>
            </a:br>
            <a:r>
              <a:rPr lang="en" sz="667" b="0" i="0" u="none" strike="noStrike" cap="none">
                <a:solidFill>
                  <a:schemeClr val="dk1"/>
                </a:solidFill>
                <a:latin typeface="Arial"/>
                <a:ea typeface="Arial"/>
                <a:cs typeface="Arial"/>
                <a:sym typeface="Arial"/>
              </a:rPr>
              <a:t>THIS DOCUMENT MAY NOT BE DISTRIBUTED OR COPIED WITHOUT PRIOR CONSENT.</a:t>
            </a:r>
            <a:endParaRPr sz="667" b="0" i="0" u="none" strike="noStrike" cap="none">
              <a:solidFill>
                <a:schemeClr val="dk1"/>
              </a:solidFill>
              <a:latin typeface="Arial"/>
              <a:ea typeface="Arial"/>
              <a:cs typeface="Arial"/>
              <a:sym typeface="Arial"/>
            </a:endParaRPr>
          </a:p>
        </p:txBody>
      </p:sp>
      <p:sp>
        <p:nvSpPr>
          <p:cNvPr id="90" name="Google Shape;90;p19"/>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dk1"/>
                </a:solidFill>
                <a:latin typeface="Arial"/>
                <a:ea typeface="Arial"/>
                <a:cs typeface="Arial"/>
                <a:sym typeface="Arial"/>
              </a:defRPr>
            </a:lvl1pPr>
            <a:lvl2pPr marL="0" lvl="1" indent="0" algn="r">
              <a:spcBef>
                <a:spcPts val="0"/>
              </a:spcBef>
              <a:buNone/>
              <a:defRPr sz="1067" b="0" i="0">
                <a:solidFill>
                  <a:schemeClr val="dk1"/>
                </a:solidFill>
                <a:latin typeface="Arial"/>
                <a:ea typeface="Arial"/>
                <a:cs typeface="Arial"/>
                <a:sym typeface="Arial"/>
              </a:defRPr>
            </a:lvl2pPr>
            <a:lvl3pPr marL="0" lvl="2" indent="0" algn="r">
              <a:spcBef>
                <a:spcPts val="0"/>
              </a:spcBef>
              <a:buNone/>
              <a:defRPr sz="1067" b="0" i="0">
                <a:solidFill>
                  <a:schemeClr val="dk1"/>
                </a:solidFill>
                <a:latin typeface="Arial"/>
                <a:ea typeface="Arial"/>
                <a:cs typeface="Arial"/>
                <a:sym typeface="Arial"/>
              </a:defRPr>
            </a:lvl3pPr>
            <a:lvl4pPr marL="0" lvl="3" indent="0" algn="r">
              <a:spcBef>
                <a:spcPts val="0"/>
              </a:spcBef>
              <a:buNone/>
              <a:defRPr sz="1067" b="0" i="0">
                <a:solidFill>
                  <a:schemeClr val="dk1"/>
                </a:solidFill>
                <a:latin typeface="Arial"/>
                <a:ea typeface="Arial"/>
                <a:cs typeface="Arial"/>
                <a:sym typeface="Arial"/>
              </a:defRPr>
            </a:lvl4pPr>
            <a:lvl5pPr marL="0" lvl="4" indent="0" algn="r">
              <a:spcBef>
                <a:spcPts val="0"/>
              </a:spcBef>
              <a:buNone/>
              <a:defRPr sz="1067" b="0" i="0">
                <a:solidFill>
                  <a:schemeClr val="dk1"/>
                </a:solidFill>
                <a:latin typeface="Arial"/>
                <a:ea typeface="Arial"/>
                <a:cs typeface="Arial"/>
                <a:sym typeface="Arial"/>
              </a:defRPr>
            </a:lvl5pPr>
            <a:lvl6pPr marL="0" lvl="5" indent="0" algn="r">
              <a:spcBef>
                <a:spcPts val="0"/>
              </a:spcBef>
              <a:buNone/>
              <a:defRPr sz="1067" b="0" i="0">
                <a:solidFill>
                  <a:schemeClr val="dk1"/>
                </a:solidFill>
                <a:latin typeface="Arial"/>
                <a:ea typeface="Arial"/>
                <a:cs typeface="Arial"/>
                <a:sym typeface="Arial"/>
              </a:defRPr>
            </a:lvl6pPr>
            <a:lvl7pPr marL="0" lvl="6" indent="0" algn="r">
              <a:spcBef>
                <a:spcPts val="0"/>
              </a:spcBef>
              <a:buNone/>
              <a:defRPr sz="1067" b="0" i="0">
                <a:solidFill>
                  <a:schemeClr val="dk1"/>
                </a:solidFill>
                <a:latin typeface="Arial"/>
                <a:ea typeface="Arial"/>
                <a:cs typeface="Arial"/>
                <a:sym typeface="Arial"/>
              </a:defRPr>
            </a:lvl7pPr>
            <a:lvl8pPr marL="0" lvl="7" indent="0" algn="r">
              <a:spcBef>
                <a:spcPts val="0"/>
              </a:spcBef>
              <a:buNone/>
              <a:defRPr sz="1067" b="0" i="0">
                <a:solidFill>
                  <a:schemeClr val="dk1"/>
                </a:solidFill>
                <a:latin typeface="Arial"/>
                <a:ea typeface="Arial"/>
                <a:cs typeface="Arial"/>
                <a:sym typeface="Arial"/>
              </a:defRPr>
            </a:lvl8pPr>
            <a:lvl9pPr marL="0" lvl="8" indent="0" algn="r">
              <a:spcBef>
                <a:spcPts val="0"/>
              </a:spcBef>
              <a:buNone/>
              <a:defRPr sz="1067" b="0" i="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91" name="Google Shape;91;p19"/>
          <p:cNvPicPr preferRelativeResize="0"/>
          <p:nvPr/>
        </p:nvPicPr>
        <p:blipFill rotWithShape="1">
          <a:blip r:embed="rId2">
            <a:alphaModFix/>
          </a:blip>
          <a:srcRect/>
          <a:stretch/>
        </p:blipFill>
        <p:spPr>
          <a:xfrm>
            <a:off x="11604056" y="6367040"/>
            <a:ext cx="365760" cy="365760"/>
          </a:xfrm>
          <a:prstGeom prst="rect">
            <a:avLst/>
          </a:prstGeom>
          <a:noFill/>
          <a:ln>
            <a:noFill/>
          </a:ln>
        </p:spPr>
      </p:pic>
      <p:pic>
        <p:nvPicPr>
          <p:cNvPr id="92" name="Google Shape;92;p19"/>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3"/>
        <p:cNvGrpSpPr/>
        <p:nvPr/>
      </p:nvGrpSpPr>
      <p:grpSpPr>
        <a:xfrm>
          <a:off x="0" y="0"/>
          <a:ext cx="0" cy="0"/>
          <a:chOff x="0" y="0"/>
          <a:chExt cx="0" cy="0"/>
        </a:xfrm>
      </p:grpSpPr>
      <p:sp>
        <p:nvSpPr>
          <p:cNvPr id="94" name="Google Shape;94;p20"/>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chemeClr val="dk1"/>
                </a:solidFill>
                <a:latin typeface="Arial"/>
                <a:ea typeface="Arial"/>
                <a:cs typeface="Arial"/>
                <a:sym typeface="Arial"/>
              </a:rPr>
              <a:t>© MOMENTUM WORLDWIDE 2020 IN CONFIDENCE. </a:t>
            </a:r>
            <a:br>
              <a:rPr lang="en" sz="667" b="0" i="0" u="none" strike="noStrike" cap="none">
                <a:solidFill>
                  <a:schemeClr val="dk1"/>
                </a:solidFill>
                <a:latin typeface="Arial"/>
                <a:ea typeface="Arial"/>
                <a:cs typeface="Arial"/>
                <a:sym typeface="Arial"/>
              </a:rPr>
            </a:br>
            <a:r>
              <a:rPr lang="en" sz="667" b="0" i="0" u="none" strike="noStrike" cap="none">
                <a:solidFill>
                  <a:schemeClr val="dk1"/>
                </a:solidFill>
                <a:latin typeface="Arial"/>
                <a:ea typeface="Arial"/>
                <a:cs typeface="Arial"/>
                <a:sym typeface="Arial"/>
              </a:rPr>
              <a:t>THIS DOCUMENT MAY NOT BE DISTRIBUTED OR COPIED WITHOUT PRIOR CONSENT.</a:t>
            </a:r>
            <a:endParaRPr sz="667" b="0" i="0" u="none" strike="noStrike" cap="none">
              <a:solidFill>
                <a:schemeClr val="dk1"/>
              </a:solidFill>
              <a:latin typeface="Arial"/>
              <a:ea typeface="Arial"/>
              <a:cs typeface="Arial"/>
              <a:sym typeface="Arial"/>
            </a:endParaRPr>
          </a:p>
        </p:txBody>
      </p:sp>
      <p:sp>
        <p:nvSpPr>
          <p:cNvPr id="95" name="Google Shape;95;p20"/>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dk1"/>
                </a:solidFill>
                <a:latin typeface="Arial"/>
                <a:ea typeface="Arial"/>
                <a:cs typeface="Arial"/>
                <a:sym typeface="Arial"/>
              </a:defRPr>
            </a:lvl1pPr>
            <a:lvl2pPr marL="0" lvl="1" indent="0" algn="r">
              <a:spcBef>
                <a:spcPts val="0"/>
              </a:spcBef>
              <a:buNone/>
              <a:defRPr sz="1067" b="0" i="0">
                <a:solidFill>
                  <a:schemeClr val="dk1"/>
                </a:solidFill>
                <a:latin typeface="Arial"/>
                <a:ea typeface="Arial"/>
                <a:cs typeface="Arial"/>
                <a:sym typeface="Arial"/>
              </a:defRPr>
            </a:lvl2pPr>
            <a:lvl3pPr marL="0" lvl="2" indent="0" algn="r">
              <a:spcBef>
                <a:spcPts val="0"/>
              </a:spcBef>
              <a:buNone/>
              <a:defRPr sz="1067" b="0" i="0">
                <a:solidFill>
                  <a:schemeClr val="dk1"/>
                </a:solidFill>
                <a:latin typeface="Arial"/>
                <a:ea typeface="Arial"/>
                <a:cs typeface="Arial"/>
                <a:sym typeface="Arial"/>
              </a:defRPr>
            </a:lvl3pPr>
            <a:lvl4pPr marL="0" lvl="3" indent="0" algn="r">
              <a:spcBef>
                <a:spcPts val="0"/>
              </a:spcBef>
              <a:buNone/>
              <a:defRPr sz="1067" b="0" i="0">
                <a:solidFill>
                  <a:schemeClr val="dk1"/>
                </a:solidFill>
                <a:latin typeface="Arial"/>
                <a:ea typeface="Arial"/>
                <a:cs typeface="Arial"/>
                <a:sym typeface="Arial"/>
              </a:defRPr>
            </a:lvl4pPr>
            <a:lvl5pPr marL="0" lvl="4" indent="0" algn="r">
              <a:spcBef>
                <a:spcPts val="0"/>
              </a:spcBef>
              <a:buNone/>
              <a:defRPr sz="1067" b="0" i="0">
                <a:solidFill>
                  <a:schemeClr val="dk1"/>
                </a:solidFill>
                <a:latin typeface="Arial"/>
                <a:ea typeface="Arial"/>
                <a:cs typeface="Arial"/>
                <a:sym typeface="Arial"/>
              </a:defRPr>
            </a:lvl5pPr>
            <a:lvl6pPr marL="0" lvl="5" indent="0" algn="r">
              <a:spcBef>
                <a:spcPts val="0"/>
              </a:spcBef>
              <a:buNone/>
              <a:defRPr sz="1067" b="0" i="0">
                <a:solidFill>
                  <a:schemeClr val="dk1"/>
                </a:solidFill>
                <a:latin typeface="Arial"/>
                <a:ea typeface="Arial"/>
                <a:cs typeface="Arial"/>
                <a:sym typeface="Arial"/>
              </a:defRPr>
            </a:lvl6pPr>
            <a:lvl7pPr marL="0" lvl="6" indent="0" algn="r">
              <a:spcBef>
                <a:spcPts val="0"/>
              </a:spcBef>
              <a:buNone/>
              <a:defRPr sz="1067" b="0" i="0">
                <a:solidFill>
                  <a:schemeClr val="dk1"/>
                </a:solidFill>
                <a:latin typeface="Arial"/>
                <a:ea typeface="Arial"/>
                <a:cs typeface="Arial"/>
                <a:sym typeface="Arial"/>
              </a:defRPr>
            </a:lvl7pPr>
            <a:lvl8pPr marL="0" lvl="7" indent="0" algn="r">
              <a:spcBef>
                <a:spcPts val="0"/>
              </a:spcBef>
              <a:buNone/>
              <a:defRPr sz="1067" b="0" i="0">
                <a:solidFill>
                  <a:schemeClr val="dk1"/>
                </a:solidFill>
                <a:latin typeface="Arial"/>
                <a:ea typeface="Arial"/>
                <a:cs typeface="Arial"/>
                <a:sym typeface="Arial"/>
              </a:defRPr>
            </a:lvl8pPr>
            <a:lvl9pPr marL="0" lvl="8" indent="0" algn="r">
              <a:spcBef>
                <a:spcPts val="0"/>
              </a:spcBef>
              <a:buNone/>
              <a:defRPr sz="1067" b="0" i="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96" name="Google Shape;96;p20"/>
          <p:cNvPicPr preferRelativeResize="0"/>
          <p:nvPr/>
        </p:nvPicPr>
        <p:blipFill rotWithShape="1">
          <a:blip r:embed="rId2">
            <a:alphaModFix/>
          </a:blip>
          <a:srcRect/>
          <a:stretch/>
        </p:blipFill>
        <p:spPr>
          <a:xfrm>
            <a:off x="11604056" y="6367040"/>
            <a:ext cx="365760" cy="3657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edium Image">
  <p:cSld name="Medium Image">
    <p:spTree>
      <p:nvGrpSpPr>
        <p:cNvPr id="1" name="Shape 97"/>
        <p:cNvGrpSpPr/>
        <p:nvPr/>
      </p:nvGrpSpPr>
      <p:grpSpPr>
        <a:xfrm>
          <a:off x="0" y="0"/>
          <a:ext cx="0" cy="0"/>
          <a:chOff x="0" y="0"/>
          <a:chExt cx="0" cy="0"/>
        </a:xfrm>
      </p:grpSpPr>
      <p:sp>
        <p:nvSpPr>
          <p:cNvPr id="98" name="Google Shape;98;p21"/>
          <p:cNvSpPr txBox="1">
            <a:spLocks noGrp="1"/>
          </p:cNvSpPr>
          <p:nvPr>
            <p:ph type="body" idx="1"/>
          </p:nvPr>
        </p:nvSpPr>
        <p:spPr>
          <a:xfrm>
            <a:off x="6134101" y="1"/>
            <a:ext cx="6057900" cy="6842616"/>
          </a:xfrm>
          <a:prstGeom prst="rect">
            <a:avLst/>
          </a:prstGeom>
          <a:noFill/>
          <a:ln>
            <a:noFill/>
          </a:ln>
        </p:spPr>
        <p:txBody>
          <a:bodyPr spcFirstLastPara="1" wrap="square" lIns="0" tIns="0" rIns="0" bIns="0" anchor="t" anchorCtr="0">
            <a:normAutofit/>
          </a:bodyPr>
          <a:lstStyle>
            <a:lvl1pPr marL="609585" lvl="0" indent="-507987" algn="l">
              <a:lnSpc>
                <a:spcPct val="90000"/>
              </a:lnSpc>
              <a:spcBef>
                <a:spcPts val="0"/>
              </a:spcBef>
              <a:spcAft>
                <a:spcPts val="0"/>
              </a:spcAft>
              <a:buClr>
                <a:schemeClr val="dk1"/>
              </a:buClr>
              <a:buSzPts val="2400"/>
              <a:buChar char="•"/>
              <a:defRPr sz="3200" b="0" i="0">
                <a:latin typeface="Arial"/>
                <a:ea typeface="Arial"/>
                <a:cs typeface="Arial"/>
                <a:sym typeface="Arial"/>
              </a:defRPr>
            </a:lvl1pPr>
            <a:lvl2pPr marL="1219170" lvl="1" indent="-482588" algn="l">
              <a:lnSpc>
                <a:spcPct val="90000"/>
              </a:lnSpc>
              <a:spcBef>
                <a:spcPts val="1600"/>
              </a:spcBef>
              <a:spcAft>
                <a:spcPts val="0"/>
              </a:spcAft>
              <a:buClr>
                <a:schemeClr val="dk1"/>
              </a:buClr>
              <a:buSzPts val="2100"/>
              <a:buChar char="•"/>
              <a:defRPr sz="2800" b="0" i="0">
                <a:latin typeface="Arial"/>
                <a:ea typeface="Arial"/>
                <a:cs typeface="Arial"/>
                <a:sym typeface="Arial"/>
              </a:defRPr>
            </a:lvl2pPr>
            <a:lvl3pPr marL="1828754" lvl="2" indent="-457189" algn="l">
              <a:lnSpc>
                <a:spcPct val="90000"/>
              </a:lnSpc>
              <a:spcBef>
                <a:spcPts val="1600"/>
              </a:spcBef>
              <a:spcAft>
                <a:spcPts val="0"/>
              </a:spcAft>
              <a:buClr>
                <a:schemeClr val="dk1"/>
              </a:buClr>
              <a:buSzPts val="1800"/>
              <a:buChar char="•"/>
              <a:defRPr sz="2400" b="0" i="0">
                <a:latin typeface="Arial"/>
                <a:ea typeface="Arial"/>
                <a:cs typeface="Arial"/>
                <a:sym typeface="Arial"/>
              </a:defRPr>
            </a:lvl3pPr>
            <a:lvl4pPr marL="2438339" lvl="3" indent="-431789" algn="l">
              <a:lnSpc>
                <a:spcPct val="90000"/>
              </a:lnSpc>
              <a:spcBef>
                <a:spcPts val="1600"/>
              </a:spcBef>
              <a:spcAft>
                <a:spcPts val="0"/>
              </a:spcAft>
              <a:buClr>
                <a:schemeClr val="dk1"/>
              </a:buClr>
              <a:buSzPts val="1500"/>
              <a:buChar char="•"/>
              <a:defRPr sz="2000" b="0" i="0">
                <a:latin typeface="Arial"/>
                <a:ea typeface="Arial"/>
                <a:cs typeface="Arial"/>
                <a:sym typeface="Arial"/>
              </a:defRPr>
            </a:lvl4pPr>
            <a:lvl5pPr marL="3047924" lvl="4" indent="-431789" algn="l">
              <a:lnSpc>
                <a:spcPct val="90000"/>
              </a:lnSpc>
              <a:spcBef>
                <a:spcPts val="1600"/>
              </a:spcBef>
              <a:spcAft>
                <a:spcPts val="0"/>
              </a:spcAft>
              <a:buClr>
                <a:schemeClr val="dk1"/>
              </a:buClr>
              <a:buSzPts val="1500"/>
              <a:buChar char="•"/>
              <a:defRPr sz="2000" b="0" i="0">
                <a:latin typeface="Arial"/>
                <a:ea typeface="Arial"/>
                <a:cs typeface="Arial"/>
                <a:sym typeface="Arial"/>
              </a:defRPr>
            </a:lvl5pPr>
            <a:lvl6pPr marL="3657509" lvl="5" indent="-431789" algn="l">
              <a:lnSpc>
                <a:spcPct val="90000"/>
              </a:lnSpc>
              <a:spcBef>
                <a:spcPts val="1600"/>
              </a:spcBef>
              <a:spcAft>
                <a:spcPts val="0"/>
              </a:spcAft>
              <a:buClr>
                <a:schemeClr val="dk1"/>
              </a:buClr>
              <a:buSzPts val="1500"/>
              <a:buChar char="•"/>
              <a:defRPr sz="2000"/>
            </a:lvl6pPr>
            <a:lvl7pPr marL="4267093" lvl="6" indent="-431789" algn="l">
              <a:lnSpc>
                <a:spcPct val="90000"/>
              </a:lnSpc>
              <a:spcBef>
                <a:spcPts val="533"/>
              </a:spcBef>
              <a:spcAft>
                <a:spcPts val="0"/>
              </a:spcAft>
              <a:buClr>
                <a:schemeClr val="dk1"/>
              </a:buClr>
              <a:buSzPts val="1500"/>
              <a:buChar char="•"/>
              <a:defRPr sz="2000"/>
            </a:lvl7pPr>
            <a:lvl8pPr marL="4876678" lvl="7" indent="-431789" algn="l">
              <a:lnSpc>
                <a:spcPct val="90000"/>
              </a:lnSpc>
              <a:spcBef>
                <a:spcPts val="533"/>
              </a:spcBef>
              <a:spcAft>
                <a:spcPts val="0"/>
              </a:spcAft>
              <a:buClr>
                <a:schemeClr val="dk1"/>
              </a:buClr>
              <a:buSzPts val="1500"/>
              <a:buChar char="•"/>
              <a:defRPr sz="2000"/>
            </a:lvl8pPr>
            <a:lvl9pPr marL="5486263" lvl="8" indent="-431789" algn="l">
              <a:lnSpc>
                <a:spcPct val="90000"/>
              </a:lnSpc>
              <a:spcBef>
                <a:spcPts val="533"/>
              </a:spcBef>
              <a:spcAft>
                <a:spcPts val="0"/>
              </a:spcAft>
              <a:buClr>
                <a:schemeClr val="dk1"/>
              </a:buClr>
              <a:buSzPts val="1500"/>
              <a:buChar char="•"/>
              <a:defRPr sz="2000"/>
            </a:lvl9pPr>
          </a:lstStyle>
          <a:p>
            <a:endParaRPr/>
          </a:p>
        </p:txBody>
      </p:sp>
      <p:sp>
        <p:nvSpPr>
          <p:cNvPr id="99" name="Google Shape;99;p21"/>
          <p:cNvSpPr txBox="1">
            <a:spLocks noGrp="1"/>
          </p:cNvSpPr>
          <p:nvPr>
            <p:ph type="title"/>
          </p:nvPr>
        </p:nvSpPr>
        <p:spPr>
          <a:xfrm>
            <a:off x="419100" y="502784"/>
            <a:ext cx="4876800" cy="1402216"/>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100"/>
              <a:buFont typeface="Arial Black"/>
              <a:buNone/>
              <a:defRPr sz="2800"/>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0" name="Google Shape;100;p21"/>
          <p:cNvSpPr txBox="1">
            <a:spLocks noGrp="1"/>
          </p:cNvSpPr>
          <p:nvPr>
            <p:ph type="body" idx="2"/>
          </p:nvPr>
        </p:nvSpPr>
        <p:spPr>
          <a:xfrm>
            <a:off x="419100" y="1981201"/>
            <a:ext cx="4876800" cy="4391209"/>
          </a:xfrm>
          <a:prstGeom prst="rect">
            <a:avLst/>
          </a:prstGeom>
          <a:noFill/>
          <a:ln>
            <a:noFill/>
          </a:ln>
        </p:spPr>
        <p:txBody>
          <a:bodyPr spcFirstLastPara="1" wrap="square" lIns="0" tIns="0" rIns="0" bIns="0" anchor="t" anchorCtr="0">
            <a:normAutofit/>
          </a:bodyPr>
          <a:lstStyle>
            <a:lvl1pPr marL="609585" lvl="0" indent="-406390" algn="l">
              <a:lnSpc>
                <a:spcPct val="90000"/>
              </a:lnSpc>
              <a:spcBef>
                <a:spcPts val="0"/>
              </a:spcBef>
              <a:spcAft>
                <a:spcPts val="0"/>
              </a:spcAft>
              <a:buClr>
                <a:schemeClr val="dk1"/>
              </a:buClr>
              <a:buSzPts val="1200"/>
              <a:buChar char="•"/>
              <a:defRPr sz="1600" b="0" i="0">
                <a:latin typeface="Arial"/>
                <a:ea typeface="Arial"/>
                <a:cs typeface="Arial"/>
                <a:sym typeface="Arial"/>
              </a:defRPr>
            </a:lvl1pPr>
            <a:lvl2pPr marL="1219170" lvl="1" indent="-397923" algn="l">
              <a:lnSpc>
                <a:spcPct val="90000"/>
              </a:lnSpc>
              <a:spcBef>
                <a:spcPts val="1600"/>
              </a:spcBef>
              <a:spcAft>
                <a:spcPts val="0"/>
              </a:spcAft>
              <a:buClr>
                <a:schemeClr val="dk1"/>
              </a:buClr>
              <a:buSzPts val="1100"/>
              <a:buChar char="•"/>
              <a:defRPr sz="1467" b="0" i="0">
                <a:latin typeface="Arial"/>
                <a:ea typeface="Arial"/>
                <a:cs typeface="Arial"/>
                <a:sym typeface="Arial"/>
              </a:defRPr>
            </a:lvl2pPr>
            <a:lvl3pPr marL="1828754" lvl="2"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3pPr>
            <a:lvl4pPr marL="2438339" lvl="3"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4pPr>
            <a:lvl5pPr marL="3047924" lvl="4"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101" name="Google Shape;101;p21"/>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chemeClr val="dk1"/>
                </a:solidFill>
                <a:latin typeface="Arial"/>
                <a:ea typeface="Arial"/>
                <a:cs typeface="Arial"/>
                <a:sym typeface="Arial"/>
              </a:rPr>
              <a:t>© MOMENTUM WORLDWIDE 2020 IN CONFIDENCE. </a:t>
            </a:r>
            <a:br>
              <a:rPr lang="en" sz="667" b="0" i="0" u="none" strike="noStrike" cap="none">
                <a:solidFill>
                  <a:schemeClr val="dk1"/>
                </a:solidFill>
                <a:latin typeface="Arial"/>
                <a:ea typeface="Arial"/>
                <a:cs typeface="Arial"/>
                <a:sym typeface="Arial"/>
              </a:rPr>
            </a:br>
            <a:r>
              <a:rPr lang="en" sz="667" b="0" i="0" u="none" strike="noStrike" cap="none">
                <a:solidFill>
                  <a:schemeClr val="dk1"/>
                </a:solidFill>
                <a:latin typeface="Arial"/>
                <a:ea typeface="Arial"/>
                <a:cs typeface="Arial"/>
                <a:sym typeface="Arial"/>
              </a:rPr>
              <a:t>THIS DOCUMENT MAY NOT BE DISTRIBUTED OR COPIED WITHOUT PRIOR CONSENT.</a:t>
            </a:r>
            <a:endParaRPr sz="667" b="0" i="0" u="none" strike="noStrike" cap="none">
              <a:solidFill>
                <a:schemeClr val="dk1"/>
              </a:solidFill>
              <a:latin typeface="Arial"/>
              <a:ea typeface="Arial"/>
              <a:cs typeface="Arial"/>
              <a:sym typeface="Arial"/>
            </a:endParaRPr>
          </a:p>
        </p:txBody>
      </p:sp>
      <p:sp>
        <p:nvSpPr>
          <p:cNvPr id="102" name="Google Shape;102;p21"/>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dk1"/>
                </a:solidFill>
                <a:latin typeface="Arial"/>
                <a:ea typeface="Arial"/>
                <a:cs typeface="Arial"/>
                <a:sym typeface="Arial"/>
              </a:defRPr>
            </a:lvl1pPr>
            <a:lvl2pPr marL="0" lvl="1" indent="0" algn="r">
              <a:spcBef>
                <a:spcPts val="0"/>
              </a:spcBef>
              <a:buNone/>
              <a:defRPr sz="1067" b="0" i="0">
                <a:solidFill>
                  <a:schemeClr val="dk1"/>
                </a:solidFill>
                <a:latin typeface="Arial"/>
                <a:ea typeface="Arial"/>
                <a:cs typeface="Arial"/>
                <a:sym typeface="Arial"/>
              </a:defRPr>
            </a:lvl2pPr>
            <a:lvl3pPr marL="0" lvl="2" indent="0" algn="r">
              <a:spcBef>
                <a:spcPts val="0"/>
              </a:spcBef>
              <a:buNone/>
              <a:defRPr sz="1067" b="0" i="0">
                <a:solidFill>
                  <a:schemeClr val="dk1"/>
                </a:solidFill>
                <a:latin typeface="Arial"/>
                <a:ea typeface="Arial"/>
                <a:cs typeface="Arial"/>
                <a:sym typeface="Arial"/>
              </a:defRPr>
            </a:lvl3pPr>
            <a:lvl4pPr marL="0" lvl="3" indent="0" algn="r">
              <a:spcBef>
                <a:spcPts val="0"/>
              </a:spcBef>
              <a:buNone/>
              <a:defRPr sz="1067" b="0" i="0">
                <a:solidFill>
                  <a:schemeClr val="dk1"/>
                </a:solidFill>
                <a:latin typeface="Arial"/>
                <a:ea typeface="Arial"/>
                <a:cs typeface="Arial"/>
                <a:sym typeface="Arial"/>
              </a:defRPr>
            </a:lvl4pPr>
            <a:lvl5pPr marL="0" lvl="4" indent="0" algn="r">
              <a:spcBef>
                <a:spcPts val="0"/>
              </a:spcBef>
              <a:buNone/>
              <a:defRPr sz="1067" b="0" i="0">
                <a:solidFill>
                  <a:schemeClr val="dk1"/>
                </a:solidFill>
                <a:latin typeface="Arial"/>
                <a:ea typeface="Arial"/>
                <a:cs typeface="Arial"/>
                <a:sym typeface="Arial"/>
              </a:defRPr>
            </a:lvl5pPr>
            <a:lvl6pPr marL="0" lvl="5" indent="0" algn="r">
              <a:spcBef>
                <a:spcPts val="0"/>
              </a:spcBef>
              <a:buNone/>
              <a:defRPr sz="1067" b="0" i="0">
                <a:solidFill>
                  <a:schemeClr val="dk1"/>
                </a:solidFill>
                <a:latin typeface="Arial"/>
                <a:ea typeface="Arial"/>
                <a:cs typeface="Arial"/>
                <a:sym typeface="Arial"/>
              </a:defRPr>
            </a:lvl6pPr>
            <a:lvl7pPr marL="0" lvl="6" indent="0" algn="r">
              <a:spcBef>
                <a:spcPts val="0"/>
              </a:spcBef>
              <a:buNone/>
              <a:defRPr sz="1067" b="0" i="0">
                <a:solidFill>
                  <a:schemeClr val="dk1"/>
                </a:solidFill>
                <a:latin typeface="Arial"/>
                <a:ea typeface="Arial"/>
                <a:cs typeface="Arial"/>
                <a:sym typeface="Arial"/>
              </a:defRPr>
            </a:lvl7pPr>
            <a:lvl8pPr marL="0" lvl="7" indent="0" algn="r">
              <a:spcBef>
                <a:spcPts val="0"/>
              </a:spcBef>
              <a:buNone/>
              <a:defRPr sz="1067" b="0" i="0">
                <a:solidFill>
                  <a:schemeClr val="dk1"/>
                </a:solidFill>
                <a:latin typeface="Arial"/>
                <a:ea typeface="Arial"/>
                <a:cs typeface="Arial"/>
                <a:sym typeface="Arial"/>
              </a:defRPr>
            </a:lvl8pPr>
            <a:lvl9pPr marL="0" lvl="8" indent="0" algn="r">
              <a:spcBef>
                <a:spcPts val="0"/>
              </a:spcBef>
              <a:buNone/>
              <a:defRPr sz="1067" b="0" i="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103" name="Google Shape;103;p21"/>
          <p:cNvPicPr preferRelativeResize="0"/>
          <p:nvPr/>
        </p:nvPicPr>
        <p:blipFill rotWithShape="1">
          <a:blip r:embed="rId2">
            <a:alphaModFix/>
          </a:blip>
          <a:srcRect/>
          <a:stretch/>
        </p:blipFill>
        <p:spPr>
          <a:xfrm>
            <a:off x="11604056" y="6367040"/>
            <a:ext cx="365760" cy="365760"/>
          </a:xfrm>
          <a:prstGeom prst="rect">
            <a:avLst/>
          </a:prstGeom>
          <a:noFill/>
          <a:ln>
            <a:noFill/>
          </a:ln>
        </p:spPr>
      </p:pic>
      <p:pic>
        <p:nvPicPr>
          <p:cNvPr id="104" name="Google Shape;104;p21"/>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arge Image">
  <p:cSld name="Large Image">
    <p:spTree>
      <p:nvGrpSpPr>
        <p:cNvPr id="1" name="Shape 105"/>
        <p:cNvGrpSpPr/>
        <p:nvPr/>
      </p:nvGrpSpPr>
      <p:grpSpPr>
        <a:xfrm>
          <a:off x="0" y="0"/>
          <a:ext cx="0" cy="0"/>
          <a:chOff x="0" y="0"/>
          <a:chExt cx="0" cy="0"/>
        </a:xfrm>
      </p:grpSpPr>
      <p:sp>
        <p:nvSpPr>
          <p:cNvPr id="106" name="Google Shape;106;p22"/>
          <p:cNvSpPr txBox="1">
            <a:spLocks noGrp="1"/>
          </p:cNvSpPr>
          <p:nvPr>
            <p:ph type="body" idx="1"/>
          </p:nvPr>
        </p:nvSpPr>
        <p:spPr>
          <a:xfrm>
            <a:off x="4381501" y="1"/>
            <a:ext cx="7810500" cy="6842616"/>
          </a:xfrm>
          <a:prstGeom prst="rect">
            <a:avLst/>
          </a:prstGeom>
          <a:noFill/>
          <a:ln>
            <a:noFill/>
          </a:ln>
        </p:spPr>
        <p:txBody>
          <a:bodyPr spcFirstLastPara="1" wrap="square" lIns="0" tIns="0" rIns="0" bIns="0" anchor="t" anchorCtr="0">
            <a:normAutofit/>
          </a:bodyPr>
          <a:lstStyle>
            <a:lvl1pPr marL="609585" lvl="0" indent="-406390" algn="l">
              <a:lnSpc>
                <a:spcPct val="90000"/>
              </a:lnSpc>
              <a:spcBef>
                <a:spcPts val="0"/>
              </a:spcBef>
              <a:spcAft>
                <a:spcPts val="0"/>
              </a:spcAft>
              <a:buClr>
                <a:schemeClr val="dk1"/>
              </a:buClr>
              <a:buSzPts val="1200"/>
              <a:buChar char="•"/>
              <a:defRPr sz="1600" b="0" i="0">
                <a:latin typeface="Arial"/>
                <a:ea typeface="Arial"/>
                <a:cs typeface="Arial"/>
                <a:sym typeface="Arial"/>
              </a:defRPr>
            </a:lvl1pPr>
            <a:lvl2pPr marL="1219170" lvl="1" indent="-397923" algn="l">
              <a:lnSpc>
                <a:spcPct val="90000"/>
              </a:lnSpc>
              <a:spcBef>
                <a:spcPts val="1600"/>
              </a:spcBef>
              <a:spcAft>
                <a:spcPts val="0"/>
              </a:spcAft>
              <a:buClr>
                <a:schemeClr val="dk1"/>
              </a:buClr>
              <a:buSzPts val="1100"/>
              <a:buChar char="•"/>
              <a:defRPr sz="1467" b="0" i="0">
                <a:latin typeface="Arial"/>
                <a:ea typeface="Arial"/>
                <a:cs typeface="Arial"/>
                <a:sym typeface="Arial"/>
              </a:defRPr>
            </a:lvl2pPr>
            <a:lvl3pPr marL="1828754" lvl="2"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3pPr>
            <a:lvl4pPr marL="2438339" lvl="3" indent="-372524" algn="l">
              <a:lnSpc>
                <a:spcPct val="90000"/>
              </a:lnSpc>
              <a:spcBef>
                <a:spcPts val="1600"/>
              </a:spcBef>
              <a:spcAft>
                <a:spcPts val="0"/>
              </a:spcAft>
              <a:buClr>
                <a:schemeClr val="dk1"/>
              </a:buClr>
              <a:buSzPts val="800"/>
              <a:buChar char="•"/>
              <a:defRPr sz="1067" b="0" i="0">
                <a:latin typeface="Arial"/>
                <a:ea typeface="Arial"/>
                <a:cs typeface="Arial"/>
                <a:sym typeface="Arial"/>
              </a:defRPr>
            </a:lvl4pPr>
            <a:lvl5pPr marL="3047924" lvl="4" indent="-372524" algn="l">
              <a:lnSpc>
                <a:spcPct val="90000"/>
              </a:lnSpc>
              <a:spcBef>
                <a:spcPts val="1600"/>
              </a:spcBef>
              <a:spcAft>
                <a:spcPts val="0"/>
              </a:spcAft>
              <a:buClr>
                <a:schemeClr val="dk1"/>
              </a:buClr>
              <a:buSzPts val="800"/>
              <a:buChar char="•"/>
              <a:defRPr sz="1067" b="0" i="0">
                <a:latin typeface="Arial"/>
                <a:ea typeface="Arial"/>
                <a:cs typeface="Arial"/>
                <a:sym typeface="Arial"/>
              </a:defRPr>
            </a:lvl5pPr>
            <a:lvl6pPr marL="3657509" lvl="5" indent="-431789" algn="l">
              <a:lnSpc>
                <a:spcPct val="90000"/>
              </a:lnSpc>
              <a:spcBef>
                <a:spcPts val="1600"/>
              </a:spcBef>
              <a:spcAft>
                <a:spcPts val="0"/>
              </a:spcAft>
              <a:buClr>
                <a:schemeClr val="dk1"/>
              </a:buClr>
              <a:buSzPts val="1500"/>
              <a:buChar char="•"/>
              <a:defRPr sz="2000"/>
            </a:lvl6pPr>
            <a:lvl7pPr marL="4267093" lvl="6" indent="-431789" algn="l">
              <a:lnSpc>
                <a:spcPct val="90000"/>
              </a:lnSpc>
              <a:spcBef>
                <a:spcPts val="533"/>
              </a:spcBef>
              <a:spcAft>
                <a:spcPts val="0"/>
              </a:spcAft>
              <a:buClr>
                <a:schemeClr val="dk1"/>
              </a:buClr>
              <a:buSzPts val="1500"/>
              <a:buChar char="•"/>
              <a:defRPr sz="2000"/>
            </a:lvl7pPr>
            <a:lvl8pPr marL="4876678" lvl="7" indent="-431789" algn="l">
              <a:lnSpc>
                <a:spcPct val="90000"/>
              </a:lnSpc>
              <a:spcBef>
                <a:spcPts val="533"/>
              </a:spcBef>
              <a:spcAft>
                <a:spcPts val="0"/>
              </a:spcAft>
              <a:buClr>
                <a:schemeClr val="dk1"/>
              </a:buClr>
              <a:buSzPts val="1500"/>
              <a:buChar char="•"/>
              <a:defRPr sz="2000"/>
            </a:lvl8pPr>
            <a:lvl9pPr marL="5486263" lvl="8" indent="-431789" algn="l">
              <a:lnSpc>
                <a:spcPct val="90000"/>
              </a:lnSpc>
              <a:spcBef>
                <a:spcPts val="533"/>
              </a:spcBef>
              <a:spcAft>
                <a:spcPts val="0"/>
              </a:spcAft>
              <a:buClr>
                <a:schemeClr val="dk1"/>
              </a:buClr>
              <a:buSzPts val="1500"/>
              <a:buChar char="•"/>
              <a:defRPr sz="2000"/>
            </a:lvl9pPr>
          </a:lstStyle>
          <a:p>
            <a:endParaRPr/>
          </a:p>
        </p:txBody>
      </p:sp>
      <p:sp>
        <p:nvSpPr>
          <p:cNvPr id="107" name="Google Shape;107;p22"/>
          <p:cNvSpPr txBox="1">
            <a:spLocks noGrp="1"/>
          </p:cNvSpPr>
          <p:nvPr>
            <p:ph type="title"/>
          </p:nvPr>
        </p:nvSpPr>
        <p:spPr>
          <a:xfrm>
            <a:off x="419101" y="502786"/>
            <a:ext cx="3390900" cy="140221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100"/>
              <a:buFont typeface="Arial Black"/>
              <a:buNone/>
              <a:defRPr sz="2800"/>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txBox="1">
            <a:spLocks noGrp="1"/>
          </p:cNvSpPr>
          <p:nvPr>
            <p:ph type="body" idx="2"/>
          </p:nvPr>
        </p:nvSpPr>
        <p:spPr>
          <a:xfrm>
            <a:off x="419101" y="1981201"/>
            <a:ext cx="3390900" cy="4381500"/>
          </a:xfrm>
          <a:prstGeom prst="rect">
            <a:avLst/>
          </a:prstGeom>
          <a:noFill/>
          <a:ln>
            <a:noFill/>
          </a:ln>
        </p:spPr>
        <p:txBody>
          <a:bodyPr spcFirstLastPara="1" wrap="square" lIns="0" tIns="0" rIns="0" bIns="0" anchor="t" anchorCtr="0">
            <a:normAutofit/>
          </a:bodyPr>
          <a:lstStyle>
            <a:lvl1pPr marL="609585" lvl="0" indent="-406390" algn="l">
              <a:lnSpc>
                <a:spcPct val="90000"/>
              </a:lnSpc>
              <a:spcBef>
                <a:spcPts val="0"/>
              </a:spcBef>
              <a:spcAft>
                <a:spcPts val="0"/>
              </a:spcAft>
              <a:buClr>
                <a:schemeClr val="dk1"/>
              </a:buClr>
              <a:buSzPts val="1200"/>
              <a:buChar char="•"/>
              <a:defRPr sz="1600" b="0" i="0">
                <a:latin typeface="Arial"/>
                <a:ea typeface="Arial"/>
                <a:cs typeface="Arial"/>
                <a:sym typeface="Arial"/>
              </a:defRPr>
            </a:lvl1pPr>
            <a:lvl2pPr marL="1219170" lvl="1" indent="-397923" algn="l">
              <a:lnSpc>
                <a:spcPct val="90000"/>
              </a:lnSpc>
              <a:spcBef>
                <a:spcPts val="1600"/>
              </a:spcBef>
              <a:spcAft>
                <a:spcPts val="0"/>
              </a:spcAft>
              <a:buClr>
                <a:schemeClr val="dk1"/>
              </a:buClr>
              <a:buSzPts val="1100"/>
              <a:buChar char="•"/>
              <a:defRPr sz="1467" b="0" i="0">
                <a:latin typeface="Arial"/>
                <a:ea typeface="Arial"/>
                <a:cs typeface="Arial"/>
                <a:sym typeface="Arial"/>
              </a:defRPr>
            </a:lvl2pPr>
            <a:lvl3pPr marL="1828754" lvl="2"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3pPr>
            <a:lvl4pPr marL="2438339" lvl="3"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4pPr>
            <a:lvl5pPr marL="3047924" lvl="4"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109" name="Google Shape;109;p22"/>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chemeClr val="dk1"/>
                </a:solidFill>
                <a:latin typeface="Arial"/>
                <a:ea typeface="Arial"/>
                <a:cs typeface="Arial"/>
                <a:sym typeface="Arial"/>
              </a:rPr>
              <a:t>© MOMENTUM WORLDWIDE 2020 IN CONFIDENCE. </a:t>
            </a:r>
            <a:br>
              <a:rPr lang="en" sz="667" b="0" i="0" u="none" strike="noStrike" cap="none">
                <a:solidFill>
                  <a:schemeClr val="dk1"/>
                </a:solidFill>
                <a:latin typeface="Arial"/>
                <a:ea typeface="Arial"/>
                <a:cs typeface="Arial"/>
                <a:sym typeface="Arial"/>
              </a:rPr>
            </a:br>
            <a:r>
              <a:rPr lang="en" sz="667" b="0" i="0" u="none" strike="noStrike" cap="none">
                <a:solidFill>
                  <a:schemeClr val="dk1"/>
                </a:solidFill>
                <a:latin typeface="Arial"/>
                <a:ea typeface="Arial"/>
                <a:cs typeface="Arial"/>
                <a:sym typeface="Arial"/>
              </a:rPr>
              <a:t>THIS DOCUMENT MAY NOT BE DISTRIBUTED OR COPIED WITHOUT PRIOR CONSENT.</a:t>
            </a:r>
            <a:endParaRPr sz="667" b="0" i="0" u="none" strike="noStrike" cap="none">
              <a:solidFill>
                <a:schemeClr val="dk1"/>
              </a:solidFill>
              <a:latin typeface="Arial"/>
              <a:ea typeface="Arial"/>
              <a:cs typeface="Arial"/>
              <a:sym typeface="Arial"/>
            </a:endParaRPr>
          </a:p>
        </p:txBody>
      </p:sp>
      <p:sp>
        <p:nvSpPr>
          <p:cNvPr id="110" name="Google Shape;110;p22"/>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dk1"/>
                </a:solidFill>
                <a:latin typeface="Arial"/>
                <a:ea typeface="Arial"/>
                <a:cs typeface="Arial"/>
                <a:sym typeface="Arial"/>
              </a:defRPr>
            </a:lvl1pPr>
            <a:lvl2pPr marL="0" lvl="1" indent="0" algn="r">
              <a:spcBef>
                <a:spcPts val="0"/>
              </a:spcBef>
              <a:buNone/>
              <a:defRPr sz="1067" b="0" i="0">
                <a:solidFill>
                  <a:schemeClr val="dk1"/>
                </a:solidFill>
                <a:latin typeface="Arial"/>
                <a:ea typeface="Arial"/>
                <a:cs typeface="Arial"/>
                <a:sym typeface="Arial"/>
              </a:defRPr>
            </a:lvl2pPr>
            <a:lvl3pPr marL="0" lvl="2" indent="0" algn="r">
              <a:spcBef>
                <a:spcPts val="0"/>
              </a:spcBef>
              <a:buNone/>
              <a:defRPr sz="1067" b="0" i="0">
                <a:solidFill>
                  <a:schemeClr val="dk1"/>
                </a:solidFill>
                <a:latin typeface="Arial"/>
                <a:ea typeface="Arial"/>
                <a:cs typeface="Arial"/>
                <a:sym typeface="Arial"/>
              </a:defRPr>
            </a:lvl3pPr>
            <a:lvl4pPr marL="0" lvl="3" indent="0" algn="r">
              <a:spcBef>
                <a:spcPts val="0"/>
              </a:spcBef>
              <a:buNone/>
              <a:defRPr sz="1067" b="0" i="0">
                <a:solidFill>
                  <a:schemeClr val="dk1"/>
                </a:solidFill>
                <a:latin typeface="Arial"/>
                <a:ea typeface="Arial"/>
                <a:cs typeface="Arial"/>
                <a:sym typeface="Arial"/>
              </a:defRPr>
            </a:lvl4pPr>
            <a:lvl5pPr marL="0" lvl="4" indent="0" algn="r">
              <a:spcBef>
                <a:spcPts val="0"/>
              </a:spcBef>
              <a:buNone/>
              <a:defRPr sz="1067" b="0" i="0">
                <a:solidFill>
                  <a:schemeClr val="dk1"/>
                </a:solidFill>
                <a:latin typeface="Arial"/>
                <a:ea typeface="Arial"/>
                <a:cs typeface="Arial"/>
                <a:sym typeface="Arial"/>
              </a:defRPr>
            </a:lvl5pPr>
            <a:lvl6pPr marL="0" lvl="5" indent="0" algn="r">
              <a:spcBef>
                <a:spcPts val="0"/>
              </a:spcBef>
              <a:buNone/>
              <a:defRPr sz="1067" b="0" i="0">
                <a:solidFill>
                  <a:schemeClr val="dk1"/>
                </a:solidFill>
                <a:latin typeface="Arial"/>
                <a:ea typeface="Arial"/>
                <a:cs typeface="Arial"/>
                <a:sym typeface="Arial"/>
              </a:defRPr>
            </a:lvl6pPr>
            <a:lvl7pPr marL="0" lvl="6" indent="0" algn="r">
              <a:spcBef>
                <a:spcPts val="0"/>
              </a:spcBef>
              <a:buNone/>
              <a:defRPr sz="1067" b="0" i="0">
                <a:solidFill>
                  <a:schemeClr val="dk1"/>
                </a:solidFill>
                <a:latin typeface="Arial"/>
                <a:ea typeface="Arial"/>
                <a:cs typeface="Arial"/>
                <a:sym typeface="Arial"/>
              </a:defRPr>
            </a:lvl7pPr>
            <a:lvl8pPr marL="0" lvl="7" indent="0" algn="r">
              <a:spcBef>
                <a:spcPts val="0"/>
              </a:spcBef>
              <a:buNone/>
              <a:defRPr sz="1067" b="0" i="0">
                <a:solidFill>
                  <a:schemeClr val="dk1"/>
                </a:solidFill>
                <a:latin typeface="Arial"/>
                <a:ea typeface="Arial"/>
                <a:cs typeface="Arial"/>
                <a:sym typeface="Arial"/>
              </a:defRPr>
            </a:lvl8pPr>
            <a:lvl9pPr marL="0" lvl="8" indent="0" algn="r">
              <a:spcBef>
                <a:spcPts val="0"/>
              </a:spcBef>
              <a:buNone/>
              <a:defRPr sz="1067" b="0" i="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111" name="Google Shape;111;p22"/>
          <p:cNvPicPr preferRelativeResize="0"/>
          <p:nvPr/>
        </p:nvPicPr>
        <p:blipFill rotWithShape="1">
          <a:blip r:embed="rId2">
            <a:alphaModFix/>
          </a:blip>
          <a:srcRect/>
          <a:stretch/>
        </p:blipFill>
        <p:spPr>
          <a:xfrm>
            <a:off x="11604056" y="6367040"/>
            <a:ext cx="365760" cy="365760"/>
          </a:xfrm>
          <a:prstGeom prst="rect">
            <a:avLst/>
          </a:prstGeom>
          <a:noFill/>
          <a:ln>
            <a:noFill/>
          </a:ln>
        </p:spPr>
      </p:pic>
      <p:pic>
        <p:nvPicPr>
          <p:cNvPr id="112" name="Google Shape;112;p22"/>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ull-Bleed Image">
  <p:cSld name="Full-Bleed Image">
    <p:bg>
      <p:bgPr>
        <a:solidFill>
          <a:srgbClr val="6BF0D9"/>
        </a:solidFill>
        <a:effectLst/>
      </p:bgPr>
    </p:bg>
    <p:spTree>
      <p:nvGrpSpPr>
        <p:cNvPr id="1" name="Shape 113"/>
        <p:cNvGrpSpPr/>
        <p:nvPr/>
      </p:nvGrpSpPr>
      <p:grpSpPr>
        <a:xfrm>
          <a:off x="0" y="0"/>
          <a:ext cx="0" cy="0"/>
          <a:chOff x="0" y="0"/>
          <a:chExt cx="0" cy="0"/>
        </a:xfrm>
      </p:grpSpPr>
      <p:sp>
        <p:nvSpPr>
          <p:cNvPr id="114" name="Google Shape;114;p23"/>
          <p:cNvSpPr txBox="1">
            <a:spLocks noGrp="1"/>
          </p:cNvSpPr>
          <p:nvPr>
            <p:ph type="body" idx="1"/>
          </p:nvPr>
        </p:nvSpPr>
        <p:spPr>
          <a:xfrm>
            <a:off x="-1" y="1"/>
            <a:ext cx="12192001" cy="6842616"/>
          </a:xfrm>
          <a:prstGeom prst="rect">
            <a:avLst/>
          </a:prstGeom>
          <a:noFill/>
          <a:ln>
            <a:noFill/>
          </a:ln>
        </p:spPr>
        <p:txBody>
          <a:bodyPr spcFirstLastPara="1" wrap="square" lIns="0" tIns="0" rIns="0" bIns="0" anchor="t" anchorCtr="0">
            <a:normAutofit/>
          </a:bodyPr>
          <a:lstStyle>
            <a:lvl1pPr marL="609585" lvl="0" indent="-406390" algn="l">
              <a:lnSpc>
                <a:spcPct val="90000"/>
              </a:lnSpc>
              <a:spcBef>
                <a:spcPts val="0"/>
              </a:spcBef>
              <a:spcAft>
                <a:spcPts val="0"/>
              </a:spcAft>
              <a:buClr>
                <a:schemeClr val="dk1"/>
              </a:buClr>
              <a:buSzPts val="1200"/>
              <a:buChar char="•"/>
              <a:defRPr sz="1600" b="0" i="0">
                <a:latin typeface="Arial"/>
                <a:ea typeface="Arial"/>
                <a:cs typeface="Arial"/>
                <a:sym typeface="Arial"/>
              </a:defRPr>
            </a:lvl1pPr>
            <a:lvl2pPr marL="1219170" lvl="1" indent="-397923" algn="l">
              <a:lnSpc>
                <a:spcPct val="90000"/>
              </a:lnSpc>
              <a:spcBef>
                <a:spcPts val="1600"/>
              </a:spcBef>
              <a:spcAft>
                <a:spcPts val="0"/>
              </a:spcAft>
              <a:buClr>
                <a:schemeClr val="dk1"/>
              </a:buClr>
              <a:buSzPts val="1100"/>
              <a:buChar char="•"/>
              <a:defRPr sz="1467" b="0" i="0">
                <a:latin typeface="Arial"/>
                <a:ea typeface="Arial"/>
                <a:cs typeface="Arial"/>
                <a:sym typeface="Arial"/>
              </a:defRPr>
            </a:lvl2pPr>
            <a:lvl3pPr marL="1828754" lvl="2" indent="-380990" algn="l">
              <a:lnSpc>
                <a:spcPct val="90000"/>
              </a:lnSpc>
              <a:spcBef>
                <a:spcPts val="1600"/>
              </a:spcBef>
              <a:spcAft>
                <a:spcPts val="0"/>
              </a:spcAft>
              <a:buClr>
                <a:schemeClr val="dk1"/>
              </a:buClr>
              <a:buSzPts val="900"/>
              <a:buChar char="•"/>
              <a:defRPr sz="1200" b="0" i="0">
                <a:latin typeface="Arial"/>
                <a:ea typeface="Arial"/>
                <a:cs typeface="Arial"/>
                <a:sym typeface="Arial"/>
              </a:defRPr>
            </a:lvl3pPr>
            <a:lvl4pPr marL="2438339" lvl="3" indent="-372524" algn="l">
              <a:lnSpc>
                <a:spcPct val="90000"/>
              </a:lnSpc>
              <a:spcBef>
                <a:spcPts val="1600"/>
              </a:spcBef>
              <a:spcAft>
                <a:spcPts val="0"/>
              </a:spcAft>
              <a:buClr>
                <a:schemeClr val="dk1"/>
              </a:buClr>
              <a:buSzPts val="800"/>
              <a:buChar char="•"/>
              <a:defRPr sz="1067" b="0" i="0">
                <a:latin typeface="Arial"/>
                <a:ea typeface="Arial"/>
                <a:cs typeface="Arial"/>
                <a:sym typeface="Arial"/>
              </a:defRPr>
            </a:lvl4pPr>
            <a:lvl5pPr marL="3047924" lvl="4" indent="-372524" algn="l">
              <a:lnSpc>
                <a:spcPct val="90000"/>
              </a:lnSpc>
              <a:spcBef>
                <a:spcPts val="1600"/>
              </a:spcBef>
              <a:spcAft>
                <a:spcPts val="0"/>
              </a:spcAft>
              <a:buClr>
                <a:schemeClr val="dk1"/>
              </a:buClr>
              <a:buSzPts val="800"/>
              <a:buChar char="•"/>
              <a:defRPr sz="1067" b="0" i="0">
                <a:latin typeface="Arial"/>
                <a:ea typeface="Arial"/>
                <a:cs typeface="Arial"/>
                <a:sym typeface="Arial"/>
              </a:defRPr>
            </a:lvl5pPr>
            <a:lvl6pPr marL="3657509" lvl="5" indent="-431789" algn="l">
              <a:lnSpc>
                <a:spcPct val="90000"/>
              </a:lnSpc>
              <a:spcBef>
                <a:spcPts val="1600"/>
              </a:spcBef>
              <a:spcAft>
                <a:spcPts val="0"/>
              </a:spcAft>
              <a:buClr>
                <a:schemeClr val="dk1"/>
              </a:buClr>
              <a:buSzPts val="1500"/>
              <a:buChar char="•"/>
              <a:defRPr sz="2000"/>
            </a:lvl6pPr>
            <a:lvl7pPr marL="4267093" lvl="6" indent="-431789" algn="l">
              <a:lnSpc>
                <a:spcPct val="90000"/>
              </a:lnSpc>
              <a:spcBef>
                <a:spcPts val="533"/>
              </a:spcBef>
              <a:spcAft>
                <a:spcPts val="0"/>
              </a:spcAft>
              <a:buClr>
                <a:schemeClr val="dk1"/>
              </a:buClr>
              <a:buSzPts val="1500"/>
              <a:buChar char="•"/>
              <a:defRPr sz="2000"/>
            </a:lvl7pPr>
            <a:lvl8pPr marL="4876678" lvl="7" indent="-431789" algn="l">
              <a:lnSpc>
                <a:spcPct val="90000"/>
              </a:lnSpc>
              <a:spcBef>
                <a:spcPts val="533"/>
              </a:spcBef>
              <a:spcAft>
                <a:spcPts val="0"/>
              </a:spcAft>
              <a:buClr>
                <a:schemeClr val="dk1"/>
              </a:buClr>
              <a:buSzPts val="1500"/>
              <a:buChar char="•"/>
              <a:defRPr sz="2000"/>
            </a:lvl8pPr>
            <a:lvl9pPr marL="5486263" lvl="8" indent="-431789" algn="l">
              <a:lnSpc>
                <a:spcPct val="90000"/>
              </a:lnSpc>
              <a:spcBef>
                <a:spcPts val="533"/>
              </a:spcBef>
              <a:spcAft>
                <a:spcPts val="0"/>
              </a:spcAft>
              <a:buClr>
                <a:schemeClr val="dk1"/>
              </a:buClr>
              <a:buSzPts val="1500"/>
              <a:buChar char="•"/>
              <a:defRPr sz="2000"/>
            </a:lvl9pPr>
          </a:lstStyle>
          <a:p>
            <a:endParaRPr/>
          </a:p>
        </p:txBody>
      </p:sp>
      <p:sp>
        <p:nvSpPr>
          <p:cNvPr id="115" name="Google Shape;115;p23"/>
          <p:cNvSpPr txBox="1">
            <a:spLocks noGrp="1"/>
          </p:cNvSpPr>
          <p:nvPr>
            <p:ph type="title"/>
          </p:nvPr>
        </p:nvSpPr>
        <p:spPr>
          <a:xfrm>
            <a:off x="419100" y="502786"/>
            <a:ext cx="4876800" cy="1402215"/>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lt1"/>
              </a:buClr>
              <a:buSzPts val="2100"/>
              <a:buFont typeface="Arial Black"/>
              <a:buNone/>
              <a:defRPr sz="2800">
                <a:solidFill>
                  <a:schemeClr val="lt1"/>
                </a:solidFill>
              </a:defRPr>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6" name="Google Shape;116;p23"/>
          <p:cNvSpPr txBox="1">
            <a:spLocks noGrp="1"/>
          </p:cNvSpPr>
          <p:nvPr>
            <p:ph type="body" idx="2"/>
          </p:nvPr>
        </p:nvSpPr>
        <p:spPr>
          <a:xfrm>
            <a:off x="419100" y="1981201"/>
            <a:ext cx="4876800" cy="4381500"/>
          </a:xfrm>
          <a:prstGeom prst="rect">
            <a:avLst/>
          </a:prstGeom>
          <a:noFill/>
          <a:ln>
            <a:noFill/>
          </a:ln>
        </p:spPr>
        <p:txBody>
          <a:bodyPr spcFirstLastPara="1" wrap="square" lIns="0" tIns="0" rIns="0" bIns="0" anchor="t" anchorCtr="0">
            <a:normAutofit/>
          </a:bodyPr>
          <a:lstStyle>
            <a:lvl1pPr marL="609585" lvl="0" indent="-406390" algn="l">
              <a:lnSpc>
                <a:spcPct val="90000"/>
              </a:lnSpc>
              <a:spcBef>
                <a:spcPts val="0"/>
              </a:spcBef>
              <a:spcAft>
                <a:spcPts val="0"/>
              </a:spcAft>
              <a:buClr>
                <a:schemeClr val="lt1"/>
              </a:buClr>
              <a:buSzPts val="1200"/>
              <a:buChar char="•"/>
              <a:defRPr sz="1600" b="0" i="0">
                <a:solidFill>
                  <a:schemeClr val="lt1"/>
                </a:solidFill>
                <a:latin typeface="Arial"/>
                <a:ea typeface="Arial"/>
                <a:cs typeface="Arial"/>
                <a:sym typeface="Arial"/>
              </a:defRPr>
            </a:lvl1pPr>
            <a:lvl2pPr marL="1219170" lvl="1" indent="-397923" algn="l">
              <a:lnSpc>
                <a:spcPct val="90000"/>
              </a:lnSpc>
              <a:spcBef>
                <a:spcPts val="1600"/>
              </a:spcBef>
              <a:spcAft>
                <a:spcPts val="0"/>
              </a:spcAft>
              <a:buClr>
                <a:schemeClr val="lt1"/>
              </a:buClr>
              <a:buSzPts val="1100"/>
              <a:buChar char="•"/>
              <a:defRPr sz="1467" b="0" i="0">
                <a:solidFill>
                  <a:schemeClr val="lt1"/>
                </a:solidFill>
                <a:latin typeface="Arial"/>
                <a:ea typeface="Arial"/>
                <a:cs typeface="Arial"/>
                <a:sym typeface="Arial"/>
              </a:defRPr>
            </a:lvl2pPr>
            <a:lvl3pPr marL="1828754" lvl="2" indent="-380990" algn="l">
              <a:lnSpc>
                <a:spcPct val="90000"/>
              </a:lnSpc>
              <a:spcBef>
                <a:spcPts val="1600"/>
              </a:spcBef>
              <a:spcAft>
                <a:spcPts val="0"/>
              </a:spcAft>
              <a:buClr>
                <a:schemeClr val="lt1"/>
              </a:buClr>
              <a:buSzPts val="900"/>
              <a:buChar char="•"/>
              <a:defRPr sz="1200" b="0" i="0">
                <a:solidFill>
                  <a:schemeClr val="lt1"/>
                </a:solidFill>
                <a:latin typeface="Arial"/>
                <a:ea typeface="Arial"/>
                <a:cs typeface="Arial"/>
                <a:sym typeface="Arial"/>
              </a:defRPr>
            </a:lvl3pPr>
            <a:lvl4pPr marL="2438339" lvl="3" indent="-380990" algn="l">
              <a:lnSpc>
                <a:spcPct val="90000"/>
              </a:lnSpc>
              <a:spcBef>
                <a:spcPts val="1600"/>
              </a:spcBef>
              <a:spcAft>
                <a:spcPts val="0"/>
              </a:spcAft>
              <a:buClr>
                <a:schemeClr val="lt1"/>
              </a:buClr>
              <a:buSzPts val="900"/>
              <a:buChar char="•"/>
              <a:defRPr sz="1200" b="0" i="0">
                <a:solidFill>
                  <a:schemeClr val="lt1"/>
                </a:solidFill>
                <a:latin typeface="Arial"/>
                <a:ea typeface="Arial"/>
                <a:cs typeface="Arial"/>
                <a:sym typeface="Arial"/>
              </a:defRPr>
            </a:lvl4pPr>
            <a:lvl5pPr marL="3047924" lvl="4" indent="-380990" algn="l">
              <a:lnSpc>
                <a:spcPct val="90000"/>
              </a:lnSpc>
              <a:spcBef>
                <a:spcPts val="1600"/>
              </a:spcBef>
              <a:spcAft>
                <a:spcPts val="0"/>
              </a:spcAft>
              <a:buClr>
                <a:schemeClr val="lt1"/>
              </a:buClr>
              <a:buSzPts val="900"/>
              <a:buChar char="•"/>
              <a:defRPr sz="1200" b="0" i="0">
                <a:solidFill>
                  <a:schemeClr val="lt1"/>
                </a:solidFill>
                <a:latin typeface="Arial"/>
                <a:ea typeface="Arial"/>
                <a:cs typeface="Arial"/>
                <a:sym typeface="Arial"/>
              </a:defRPr>
            </a:lvl5pPr>
            <a:lvl6pPr marL="3657509" lvl="5" indent="-423323" algn="l">
              <a:lnSpc>
                <a:spcPct val="90000"/>
              </a:lnSpc>
              <a:spcBef>
                <a:spcPts val="1600"/>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117" name="Google Shape;117;p23"/>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chemeClr val="dk1"/>
                </a:solidFill>
                <a:latin typeface="Arial"/>
                <a:ea typeface="Arial"/>
                <a:cs typeface="Arial"/>
                <a:sym typeface="Arial"/>
              </a:rPr>
              <a:t>© MOMENTUM WORLDWIDE 2020 IN CONFIDENCE. </a:t>
            </a:r>
            <a:br>
              <a:rPr lang="en" sz="667" b="0" i="0" u="none" strike="noStrike" cap="none">
                <a:solidFill>
                  <a:schemeClr val="dk1"/>
                </a:solidFill>
                <a:latin typeface="Arial"/>
                <a:ea typeface="Arial"/>
                <a:cs typeface="Arial"/>
                <a:sym typeface="Arial"/>
              </a:rPr>
            </a:br>
            <a:r>
              <a:rPr lang="en" sz="667" b="0" i="0" u="none" strike="noStrike" cap="none">
                <a:solidFill>
                  <a:schemeClr val="dk1"/>
                </a:solidFill>
                <a:latin typeface="Arial"/>
                <a:ea typeface="Arial"/>
                <a:cs typeface="Arial"/>
                <a:sym typeface="Arial"/>
              </a:rPr>
              <a:t>THIS DOCUMENT MAY NOT BE DISTRIBUTED OR COPIED WITHOUT PRIOR CONSENT.</a:t>
            </a:r>
            <a:endParaRPr sz="667" b="0" i="0" u="none" strike="noStrike" cap="none">
              <a:solidFill>
                <a:schemeClr val="dk1"/>
              </a:solidFill>
              <a:latin typeface="Arial"/>
              <a:ea typeface="Arial"/>
              <a:cs typeface="Arial"/>
              <a:sym typeface="Arial"/>
            </a:endParaRPr>
          </a:p>
        </p:txBody>
      </p:sp>
      <p:sp>
        <p:nvSpPr>
          <p:cNvPr id="118" name="Google Shape;118;p23"/>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lt1"/>
                </a:solidFill>
                <a:latin typeface="Arial"/>
                <a:ea typeface="Arial"/>
                <a:cs typeface="Arial"/>
                <a:sym typeface="Arial"/>
              </a:defRPr>
            </a:lvl1pPr>
            <a:lvl2pPr marL="0" lvl="1" indent="0" algn="r">
              <a:spcBef>
                <a:spcPts val="0"/>
              </a:spcBef>
              <a:buNone/>
              <a:defRPr sz="1067" b="0" i="0">
                <a:solidFill>
                  <a:schemeClr val="lt1"/>
                </a:solidFill>
                <a:latin typeface="Arial"/>
                <a:ea typeface="Arial"/>
                <a:cs typeface="Arial"/>
                <a:sym typeface="Arial"/>
              </a:defRPr>
            </a:lvl2pPr>
            <a:lvl3pPr marL="0" lvl="2" indent="0" algn="r">
              <a:spcBef>
                <a:spcPts val="0"/>
              </a:spcBef>
              <a:buNone/>
              <a:defRPr sz="1067" b="0" i="0">
                <a:solidFill>
                  <a:schemeClr val="lt1"/>
                </a:solidFill>
                <a:latin typeface="Arial"/>
                <a:ea typeface="Arial"/>
                <a:cs typeface="Arial"/>
                <a:sym typeface="Arial"/>
              </a:defRPr>
            </a:lvl3pPr>
            <a:lvl4pPr marL="0" lvl="3" indent="0" algn="r">
              <a:spcBef>
                <a:spcPts val="0"/>
              </a:spcBef>
              <a:buNone/>
              <a:defRPr sz="1067" b="0" i="0">
                <a:solidFill>
                  <a:schemeClr val="lt1"/>
                </a:solidFill>
                <a:latin typeface="Arial"/>
                <a:ea typeface="Arial"/>
                <a:cs typeface="Arial"/>
                <a:sym typeface="Arial"/>
              </a:defRPr>
            </a:lvl4pPr>
            <a:lvl5pPr marL="0" lvl="4" indent="0" algn="r">
              <a:spcBef>
                <a:spcPts val="0"/>
              </a:spcBef>
              <a:buNone/>
              <a:defRPr sz="1067" b="0" i="0">
                <a:solidFill>
                  <a:schemeClr val="lt1"/>
                </a:solidFill>
                <a:latin typeface="Arial"/>
                <a:ea typeface="Arial"/>
                <a:cs typeface="Arial"/>
                <a:sym typeface="Arial"/>
              </a:defRPr>
            </a:lvl5pPr>
            <a:lvl6pPr marL="0" lvl="5" indent="0" algn="r">
              <a:spcBef>
                <a:spcPts val="0"/>
              </a:spcBef>
              <a:buNone/>
              <a:defRPr sz="1067" b="0" i="0">
                <a:solidFill>
                  <a:schemeClr val="lt1"/>
                </a:solidFill>
                <a:latin typeface="Arial"/>
                <a:ea typeface="Arial"/>
                <a:cs typeface="Arial"/>
                <a:sym typeface="Arial"/>
              </a:defRPr>
            </a:lvl6pPr>
            <a:lvl7pPr marL="0" lvl="6" indent="0" algn="r">
              <a:spcBef>
                <a:spcPts val="0"/>
              </a:spcBef>
              <a:buNone/>
              <a:defRPr sz="1067" b="0" i="0">
                <a:solidFill>
                  <a:schemeClr val="lt1"/>
                </a:solidFill>
                <a:latin typeface="Arial"/>
                <a:ea typeface="Arial"/>
                <a:cs typeface="Arial"/>
                <a:sym typeface="Arial"/>
              </a:defRPr>
            </a:lvl7pPr>
            <a:lvl8pPr marL="0" lvl="7" indent="0" algn="r">
              <a:spcBef>
                <a:spcPts val="0"/>
              </a:spcBef>
              <a:buNone/>
              <a:defRPr sz="1067" b="0" i="0">
                <a:solidFill>
                  <a:schemeClr val="lt1"/>
                </a:solidFill>
                <a:latin typeface="Arial"/>
                <a:ea typeface="Arial"/>
                <a:cs typeface="Arial"/>
                <a:sym typeface="Arial"/>
              </a:defRPr>
            </a:lvl8pPr>
            <a:lvl9pPr marL="0" lvl="8" indent="0" algn="r">
              <a:spcBef>
                <a:spcPts val="0"/>
              </a:spcBef>
              <a:buNone/>
              <a:defRPr sz="1067" b="0"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119" name="Google Shape;119;p23"/>
          <p:cNvPicPr preferRelativeResize="0"/>
          <p:nvPr/>
        </p:nvPicPr>
        <p:blipFill rotWithShape="1">
          <a:blip r:embed="rId2">
            <a:alphaModFix/>
          </a:blip>
          <a:srcRect/>
          <a:stretch/>
        </p:blipFill>
        <p:spPr>
          <a:xfrm>
            <a:off x="11606460" y="6355008"/>
            <a:ext cx="365760" cy="365760"/>
          </a:xfrm>
          <a:prstGeom prst="rect">
            <a:avLst/>
          </a:prstGeom>
          <a:noFill/>
          <a:ln>
            <a:noFill/>
          </a:ln>
        </p:spPr>
      </p:pic>
      <p:pic>
        <p:nvPicPr>
          <p:cNvPr id="120" name="Google Shape;120;p23"/>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Key Statement Black">
  <p:cSld name="Key Statement Black">
    <p:bg>
      <p:bgPr>
        <a:solidFill>
          <a:schemeClr val="dk1"/>
        </a:solidFill>
        <a:effectLst/>
      </p:bgPr>
    </p:bg>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419100" y="502786"/>
            <a:ext cx="11353800" cy="5859916"/>
          </a:xfrm>
          <a:prstGeom prst="rect">
            <a:avLst/>
          </a:prstGeom>
          <a:noFill/>
          <a:ln>
            <a:noFill/>
          </a:ln>
        </p:spPr>
        <p:txBody>
          <a:bodyPr spcFirstLastPara="1" wrap="square" lIns="0" tIns="0" rIns="0" bIns="0" anchor="ctr" anchorCtr="0">
            <a:noAutofit/>
          </a:bodyPr>
          <a:lstStyle>
            <a:lvl1pPr lvl="0" algn="l">
              <a:lnSpc>
                <a:spcPct val="85000"/>
              </a:lnSpc>
              <a:spcBef>
                <a:spcPts val="0"/>
              </a:spcBef>
              <a:spcAft>
                <a:spcPts val="0"/>
              </a:spcAft>
              <a:buClr>
                <a:schemeClr val="lt1"/>
              </a:buClr>
              <a:buSzPts val="4100"/>
              <a:buFont typeface="Arial Black"/>
              <a:buNone/>
              <a:defRPr sz="5467">
                <a:solidFill>
                  <a:schemeClr val="lt1"/>
                </a:solidFill>
              </a:defRPr>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0" name="Google Shape;130;p25"/>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rgbClr val="FFFFFF"/>
                </a:solidFill>
                <a:latin typeface="Arial"/>
                <a:ea typeface="Arial"/>
                <a:cs typeface="Arial"/>
                <a:sym typeface="Arial"/>
              </a:rPr>
              <a:t>© MOMENTUM WORLDWIDE 2020 IN CONFIDENCE. </a:t>
            </a:r>
            <a:br>
              <a:rPr lang="en" sz="667" b="0" i="0" u="none" strike="noStrike" cap="none">
                <a:solidFill>
                  <a:srgbClr val="FFFFFF"/>
                </a:solidFill>
                <a:latin typeface="Arial"/>
                <a:ea typeface="Arial"/>
                <a:cs typeface="Arial"/>
                <a:sym typeface="Arial"/>
              </a:rPr>
            </a:br>
            <a:r>
              <a:rPr lang="en" sz="667" b="0" i="0" u="none" strike="noStrike" cap="none">
                <a:solidFill>
                  <a:srgbClr val="FFFFFF"/>
                </a:solidFill>
                <a:latin typeface="Arial"/>
                <a:ea typeface="Arial"/>
                <a:cs typeface="Arial"/>
                <a:sym typeface="Arial"/>
              </a:rPr>
              <a:t>THIS DOCUMENT MAY NOT BE DISTRIBUTED OR COPIED WITHOUT PRIOR CONSENT.</a:t>
            </a:r>
            <a:endParaRPr sz="667" b="0" i="0" u="none" strike="noStrike" cap="none">
              <a:solidFill>
                <a:srgbClr val="FFFFFF"/>
              </a:solidFill>
              <a:latin typeface="Arial"/>
              <a:ea typeface="Arial"/>
              <a:cs typeface="Arial"/>
              <a:sym typeface="Arial"/>
            </a:endParaRPr>
          </a:p>
        </p:txBody>
      </p:sp>
      <p:sp>
        <p:nvSpPr>
          <p:cNvPr id="131" name="Google Shape;131;p25"/>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lt1"/>
                </a:solidFill>
                <a:latin typeface="Arial"/>
                <a:ea typeface="Arial"/>
                <a:cs typeface="Arial"/>
                <a:sym typeface="Arial"/>
              </a:defRPr>
            </a:lvl1pPr>
            <a:lvl2pPr marL="0" lvl="1" indent="0" algn="r">
              <a:spcBef>
                <a:spcPts val="0"/>
              </a:spcBef>
              <a:buNone/>
              <a:defRPr sz="1067" b="0" i="0">
                <a:solidFill>
                  <a:schemeClr val="lt1"/>
                </a:solidFill>
                <a:latin typeface="Arial"/>
                <a:ea typeface="Arial"/>
                <a:cs typeface="Arial"/>
                <a:sym typeface="Arial"/>
              </a:defRPr>
            </a:lvl2pPr>
            <a:lvl3pPr marL="0" lvl="2" indent="0" algn="r">
              <a:spcBef>
                <a:spcPts val="0"/>
              </a:spcBef>
              <a:buNone/>
              <a:defRPr sz="1067" b="0" i="0">
                <a:solidFill>
                  <a:schemeClr val="lt1"/>
                </a:solidFill>
                <a:latin typeface="Arial"/>
                <a:ea typeface="Arial"/>
                <a:cs typeface="Arial"/>
                <a:sym typeface="Arial"/>
              </a:defRPr>
            </a:lvl3pPr>
            <a:lvl4pPr marL="0" lvl="3" indent="0" algn="r">
              <a:spcBef>
                <a:spcPts val="0"/>
              </a:spcBef>
              <a:buNone/>
              <a:defRPr sz="1067" b="0" i="0">
                <a:solidFill>
                  <a:schemeClr val="lt1"/>
                </a:solidFill>
                <a:latin typeface="Arial"/>
                <a:ea typeface="Arial"/>
                <a:cs typeface="Arial"/>
                <a:sym typeface="Arial"/>
              </a:defRPr>
            </a:lvl4pPr>
            <a:lvl5pPr marL="0" lvl="4" indent="0" algn="r">
              <a:spcBef>
                <a:spcPts val="0"/>
              </a:spcBef>
              <a:buNone/>
              <a:defRPr sz="1067" b="0" i="0">
                <a:solidFill>
                  <a:schemeClr val="lt1"/>
                </a:solidFill>
                <a:latin typeface="Arial"/>
                <a:ea typeface="Arial"/>
                <a:cs typeface="Arial"/>
                <a:sym typeface="Arial"/>
              </a:defRPr>
            </a:lvl5pPr>
            <a:lvl6pPr marL="0" lvl="5" indent="0" algn="r">
              <a:spcBef>
                <a:spcPts val="0"/>
              </a:spcBef>
              <a:buNone/>
              <a:defRPr sz="1067" b="0" i="0">
                <a:solidFill>
                  <a:schemeClr val="lt1"/>
                </a:solidFill>
                <a:latin typeface="Arial"/>
                <a:ea typeface="Arial"/>
                <a:cs typeface="Arial"/>
                <a:sym typeface="Arial"/>
              </a:defRPr>
            </a:lvl6pPr>
            <a:lvl7pPr marL="0" lvl="6" indent="0" algn="r">
              <a:spcBef>
                <a:spcPts val="0"/>
              </a:spcBef>
              <a:buNone/>
              <a:defRPr sz="1067" b="0" i="0">
                <a:solidFill>
                  <a:schemeClr val="lt1"/>
                </a:solidFill>
                <a:latin typeface="Arial"/>
                <a:ea typeface="Arial"/>
                <a:cs typeface="Arial"/>
                <a:sym typeface="Arial"/>
              </a:defRPr>
            </a:lvl7pPr>
            <a:lvl8pPr marL="0" lvl="7" indent="0" algn="r">
              <a:spcBef>
                <a:spcPts val="0"/>
              </a:spcBef>
              <a:buNone/>
              <a:defRPr sz="1067" b="0" i="0">
                <a:solidFill>
                  <a:schemeClr val="lt1"/>
                </a:solidFill>
                <a:latin typeface="Arial"/>
                <a:ea typeface="Arial"/>
                <a:cs typeface="Arial"/>
                <a:sym typeface="Arial"/>
              </a:defRPr>
            </a:lvl8pPr>
            <a:lvl9pPr marL="0" lvl="8" indent="0" algn="r">
              <a:spcBef>
                <a:spcPts val="0"/>
              </a:spcBef>
              <a:buNone/>
              <a:defRPr sz="1067" b="0" i="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132" name="Google Shape;132;p25"/>
          <p:cNvPicPr preferRelativeResize="0"/>
          <p:nvPr/>
        </p:nvPicPr>
        <p:blipFill rotWithShape="1">
          <a:blip r:embed="rId2">
            <a:alphaModFix/>
          </a:blip>
          <a:srcRect/>
          <a:stretch/>
        </p:blipFill>
        <p:spPr>
          <a:xfrm>
            <a:off x="11606460" y="6355008"/>
            <a:ext cx="365760" cy="365760"/>
          </a:xfrm>
          <a:prstGeom prst="rect">
            <a:avLst/>
          </a:prstGeom>
          <a:noFill/>
          <a:ln>
            <a:noFill/>
          </a:ln>
        </p:spPr>
      </p:pic>
      <p:pic>
        <p:nvPicPr>
          <p:cNvPr id="133" name="Google Shape;133;p25"/>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Key Statement White">
  <p:cSld name="Key Statement White">
    <p:bg>
      <p:bgPr>
        <a:solidFill>
          <a:schemeClr val="lt1"/>
        </a:solidFill>
        <a:effectLst/>
      </p:bgPr>
    </p:bg>
    <p:spTree>
      <p:nvGrpSpPr>
        <p:cNvPr id="1" name="Shape 134"/>
        <p:cNvGrpSpPr/>
        <p:nvPr/>
      </p:nvGrpSpPr>
      <p:grpSpPr>
        <a:xfrm>
          <a:off x="0" y="0"/>
          <a:ext cx="0" cy="0"/>
          <a:chOff x="0" y="0"/>
          <a:chExt cx="0" cy="0"/>
        </a:xfrm>
      </p:grpSpPr>
      <p:sp>
        <p:nvSpPr>
          <p:cNvPr id="135" name="Google Shape;135;p26"/>
          <p:cNvSpPr txBox="1">
            <a:spLocks noGrp="1"/>
          </p:cNvSpPr>
          <p:nvPr>
            <p:ph type="title"/>
          </p:nvPr>
        </p:nvSpPr>
        <p:spPr>
          <a:xfrm>
            <a:off x="419100" y="502783"/>
            <a:ext cx="11353800" cy="5859917"/>
          </a:xfrm>
          <a:prstGeom prst="rect">
            <a:avLst/>
          </a:prstGeom>
          <a:noFill/>
          <a:ln>
            <a:noFill/>
          </a:ln>
        </p:spPr>
        <p:txBody>
          <a:bodyPr spcFirstLastPara="1" wrap="square" lIns="0" tIns="0" rIns="0" bIns="0" anchor="ctr" anchorCtr="0">
            <a:noAutofit/>
          </a:bodyPr>
          <a:lstStyle>
            <a:lvl1pPr lvl="0" algn="l">
              <a:lnSpc>
                <a:spcPct val="85000"/>
              </a:lnSpc>
              <a:spcBef>
                <a:spcPts val="0"/>
              </a:spcBef>
              <a:spcAft>
                <a:spcPts val="0"/>
              </a:spcAft>
              <a:buClr>
                <a:schemeClr val="dk1"/>
              </a:buClr>
              <a:buSzPts val="4100"/>
              <a:buFont typeface="Arial Black"/>
              <a:buNone/>
              <a:defRPr sz="5467">
                <a:solidFill>
                  <a:schemeClr val="dk1"/>
                </a:solidFill>
              </a:defRPr>
            </a:lvl1pPr>
            <a:lvl2pPr lvl="1">
              <a:spcBef>
                <a:spcPts val="16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6" name="Google Shape;136;p26"/>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400"/>
              <a:buFont typeface="Arial"/>
              <a:buNone/>
            </a:pPr>
            <a:r>
              <a:rPr lang="en" sz="667" b="0" i="0" u="none" strike="noStrike" cap="none">
                <a:solidFill>
                  <a:schemeClr val="dk1"/>
                </a:solidFill>
                <a:latin typeface="Arial"/>
                <a:ea typeface="Arial"/>
                <a:cs typeface="Arial"/>
                <a:sym typeface="Arial"/>
              </a:rPr>
              <a:t>© MOMENTUM WORLDWIDE 2020 IN CONFIDENCE. </a:t>
            </a:r>
            <a:br>
              <a:rPr lang="en" sz="667" b="0" i="0" u="none" strike="noStrike" cap="none">
                <a:solidFill>
                  <a:schemeClr val="dk1"/>
                </a:solidFill>
                <a:latin typeface="Arial"/>
                <a:ea typeface="Arial"/>
                <a:cs typeface="Arial"/>
                <a:sym typeface="Arial"/>
              </a:rPr>
            </a:br>
            <a:r>
              <a:rPr lang="en" sz="667" b="0" i="0" u="none" strike="noStrike" cap="none">
                <a:solidFill>
                  <a:schemeClr val="dk1"/>
                </a:solidFill>
                <a:latin typeface="Arial"/>
                <a:ea typeface="Arial"/>
                <a:cs typeface="Arial"/>
                <a:sym typeface="Arial"/>
              </a:rPr>
              <a:t>THIS DOCUMENT MAY NOT BE DISTRIBUTED OR COPIED WITHOUT PRIOR CONSENT.</a:t>
            </a:r>
            <a:endParaRPr sz="667" b="0" i="0" u="none" strike="noStrike" cap="none">
              <a:solidFill>
                <a:schemeClr val="dk1"/>
              </a:solidFill>
              <a:latin typeface="Arial"/>
              <a:ea typeface="Arial"/>
              <a:cs typeface="Arial"/>
              <a:sym typeface="Arial"/>
            </a:endParaRPr>
          </a:p>
        </p:txBody>
      </p:sp>
      <p:sp>
        <p:nvSpPr>
          <p:cNvPr id="137" name="Google Shape;137;p26"/>
          <p:cNvSpPr txBox="1">
            <a:spLocks noGrp="1"/>
          </p:cNvSpPr>
          <p:nvPr>
            <p:ph type="sldNum" idx="12"/>
          </p:nvPr>
        </p:nvSpPr>
        <p:spPr>
          <a:xfrm>
            <a:off x="9255911" y="137659"/>
            <a:ext cx="2743200" cy="365125"/>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067" b="0" i="0">
                <a:solidFill>
                  <a:schemeClr val="dk1"/>
                </a:solidFill>
                <a:latin typeface="Arial"/>
                <a:ea typeface="Arial"/>
                <a:cs typeface="Arial"/>
                <a:sym typeface="Arial"/>
              </a:defRPr>
            </a:lvl1pPr>
            <a:lvl2pPr marL="0" lvl="1" indent="0" algn="r">
              <a:spcBef>
                <a:spcPts val="0"/>
              </a:spcBef>
              <a:buNone/>
              <a:defRPr sz="1067" b="0" i="0">
                <a:solidFill>
                  <a:schemeClr val="dk1"/>
                </a:solidFill>
                <a:latin typeface="Arial"/>
                <a:ea typeface="Arial"/>
                <a:cs typeface="Arial"/>
                <a:sym typeface="Arial"/>
              </a:defRPr>
            </a:lvl2pPr>
            <a:lvl3pPr marL="0" lvl="2" indent="0" algn="r">
              <a:spcBef>
                <a:spcPts val="0"/>
              </a:spcBef>
              <a:buNone/>
              <a:defRPr sz="1067" b="0" i="0">
                <a:solidFill>
                  <a:schemeClr val="dk1"/>
                </a:solidFill>
                <a:latin typeface="Arial"/>
                <a:ea typeface="Arial"/>
                <a:cs typeface="Arial"/>
                <a:sym typeface="Arial"/>
              </a:defRPr>
            </a:lvl3pPr>
            <a:lvl4pPr marL="0" lvl="3" indent="0" algn="r">
              <a:spcBef>
                <a:spcPts val="0"/>
              </a:spcBef>
              <a:buNone/>
              <a:defRPr sz="1067" b="0" i="0">
                <a:solidFill>
                  <a:schemeClr val="dk1"/>
                </a:solidFill>
                <a:latin typeface="Arial"/>
                <a:ea typeface="Arial"/>
                <a:cs typeface="Arial"/>
                <a:sym typeface="Arial"/>
              </a:defRPr>
            </a:lvl4pPr>
            <a:lvl5pPr marL="0" lvl="4" indent="0" algn="r">
              <a:spcBef>
                <a:spcPts val="0"/>
              </a:spcBef>
              <a:buNone/>
              <a:defRPr sz="1067" b="0" i="0">
                <a:solidFill>
                  <a:schemeClr val="dk1"/>
                </a:solidFill>
                <a:latin typeface="Arial"/>
                <a:ea typeface="Arial"/>
                <a:cs typeface="Arial"/>
                <a:sym typeface="Arial"/>
              </a:defRPr>
            </a:lvl5pPr>
            <a:lvl6pPr marL="0" lvl="5" indent="0" algn="r">
              <a:spcBef>
                <a:spcPts val="0"/>
              </a:spcBef>
              <a:buNone/>
              <a:defRPr sz="1067" b="0" i="0">
                <a:solidFill>
                  <a:schemeClr val="dk1"/>
                </a:solidFill>
                <a:latin typeface="Arial"/>
                <a:ea typeface="Arial"/>
                <a:cs typeface="Arial"/>
                <a:sym typeface="Arial"/>
              </a:defRPr>
            </a:lvl6pPr>
            <a:lvl7pPr marL="0" lvl="6" indent="0" algn="r">
              <a:spcBef>
                <a:spcPts val="0"/>
              </a:spcBef>
              <a:buNone/>
              <a:defRPr sz="1067" b="0" i="0">
                <a:solidFill>
                  <a:schemeClr val="dk1"/>
                </a:solidFill>
                <a:latin typeface="Arial"/>
                <a:ea typeface="Arial"/>
                <a:cs typeface="Arial"/>
                <a:sym typeface="Arial"/>
              </a:defRPr>
            </a:lvl7pPr>
            <a:lvl8pPr marL="0" lvl="7" indent="0" algn="r">
              <a:spcBef>
                <a:spcPts val="0"/>
              </a:spcBef>
              <a:buNone/>
              <a:defRPr sz="1067" b="0" i="0">
                <a:solidFill>
                  <a:schemeClr val="dk1"/>
                </a:solidFill>
                <a:latin typeface="Arial"/>
                <a:ea typeface="Arial"/>
                <a:cs typeface="Arial"/>
                <a:sym typeface="Arial"/>
              </a:defRPr>
            </a:lvl8pPr>
            <a:lvl9pPr marL="0" lvl="8" indent="0" algn="r">
              <a:spcBef>
                <a:spcPts val="0"/>
              </a:spcBef>
              <a:buNone/>
              <a:defRPr sz="1067" b="0" i="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138" name="Google Shape;138;p26"/>
          <p:cNvPicPr preferRelativeResize="0"/>
          <p:nvPr/>
        </p:nvPicPr>
        <p:blipFill rotWithShape="1">
          <a:blip r:embed="rId2">
            <a:alphaModFix/>
          </a:blip>
          <a:srcRect/>
          <a:stretch/>
        </p:blipFill>
        <p:spPr>
          <a:xfrm>
            <a:off x="11604056" y="6367040"/>
            <a:ext cx="365760" cy="365760"/>
          </a:xfrm>
          <a:prstGeom prst="rect">
            <a:avLst/>
          </a:prstGeom>
          <a:noFill/>
          <a:ln>
            <a:noFill/>
          </a:ln>
        </p:spPr>
      </p:pic>
      <p:pic>
        <p:nvPicPr>
          <p:cNvPr id="139" name="Google Shape;139;p26"/>
          <p:cNvPicPr preferRelativeResize="0"/>
          <p:nvPr/>
        </p:nvPicPr>
        <p:blipFill rotWithShape="1">
          <a:blip r:embed="rId3">
            <a:alphaModFix/>
          </a:blip>
          <a:srcRect/>
          <a:stretch/>
        </p:blipFill>
        <p:spPr>
          <a:xfrm flipH="1">
            <a:off x="419103" y="1"/>
            <a:ext cx="2971797" cy="289417"/>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004AD6"/>
        </a:solidFill>
        <a:effectLst/>
      </p:bgPr>
    </p:bg>
    <p:spTree>
      <p:nvGrpSpPr>
        <p:cNvPr id="1" name="Shape 13"/>
        <p:cNvGrpSpPr/>
        <p:nvPr/>
      </p:nvGrpSpPr>
      <p:grpSpPr>
        <a:xfrm>
          <a:off x="0" y="0"/>
          <a:ext cx="0" cy="0"/>
          <a:chOff x="0" y="0"/>
          <a:chExt cx="0" cy="0"/>
        </a:xfrm>
      </p:grpSpPr>
      <p:sp>
        <p:nvSpPr>
          <p:cNvPr id="14" name="Google Shape;14;p29"/>
          <p:cNvSpPr txBox="1">
            <a:spLocks noGrp="1"/>
          </p:cNvSpPr>
          <p:nvPr>
            <p:ph type="ctrTitle"/>
          </p:nvPr>
        </p:nvSpPr>
        <p:spPr>
          <a:xfrm>
            <a:off x="419100" y="495300"/>
            <a:ext cx="10858500" cy="5867400"/>
          </a:xfrm>
          <a:prstGeom prst="rect">
            <a:avLst/>
          </a:prstGeom>
          <a:noFill/>
          <a:ln>
            <a:noFill/>
          </a:ln>
        </p:spPr>
        <p:txBody>
          <a:bodyPr spcFirstLastPara="1" wrap="square" lIns="0" tIns="0" rIns="0" bIns="0" anchor="ctr" anchorCtr="0">
            <a:noAutofit/>
          </a:bodyPr>
          <a:lstStyle>
            <a:lvl1pPr lvl="0" algn="l">
              <a:lnSpc>
                <a:spcPct val="85000"/>
              </a:lnSpc>
              <a:spcBef>
                <a:spcPts val="0"/>
              </a:spcBef>
              <a:spcAft>
                <a:spcPts val="0"/>
              </a:spcAft>
              <a:buClr>
                <a:schemeClr val="lt1"/>
              </a:buClr>
              <a:buSzPts val="5400"/>
              <a:buFont typeface="Arial Black"/>
              <a:buNone/>
              <a:defRPr sz="5400">
                <a:solidFill>
                  <a:schemeClr val="lt1"/>
                </a:solidFill>
              </a:defRPr>
            </a:lvl1pPr>
            <a:lvl2pPr lvl="1" algn="l">
              <a:lnSpc>
                <a:spcPct val="85000"/>
              </a:lnSpc>
              <a:spcBef>
                <a:spcPts val="160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15" name="Google Shape;15;p29"/>
          <p:cNvSpPr txBox="1">
            <a:spLocks noGrp="1"/>
          </p:cNvSpPr>
          <p:nvPr>
            <p:ph type="subTitle" idx="1"/>
          </p:nvPr>
        </p:nvSpPr>
        <p:spPr>
          <a:xfrm>
            <a:off x="419100" y="5470892"/>
            <a:ext cx="10858500" cy="47270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1800"/>
              <a:buNone/>
              <a:defRPr sz="1800" i="0">
                <a:solidFill>
                  <a:schemeClr val="lt1"/>
                </a:solidFill>
              </a:defRPr>
            </a:lvl1pPr>
            <a:lvl2pPr lvl="1" algn="ctr">
              <a:lnSpc>
                <a:spcPct val="90000"/>
              </a:lnSpc>
              <a:spcBef>
                <a:spcPts val="1600"/>
              </a:spcBef>
              <a:spcAft>
                <a:spcPts val="0"/>
              </a:spcAft>
              <a:buClr>
                <a:schemeClr val="dk1"/>
              </a:buClr>
              <a:buSzPts val="2000"/>
              <a:buNone/>
              <a:defRPr sz="2000"/>
            </a:lvl2pPr>
            <a:lvl3pPr lvl="2" algn="ctr">
              <a:lnSpc>
                <a:spcPct val="90000"/>
              </a:lnSpc>
              <a:spcBef>
                <a:spcPts val="1600"/>
              </a:spcBef>
              <a:spcAft>
                <a:spcPts val="0"/>
              </a:spcAft>
              <a:buClr>
                <a:schemeClr val="dk1"/>
              </a:buClr>
              <a:buSzPts val="1800"/>
              <a:buNone/>
              <a:defRPr sz="1800"/>
            </a:lvl3pPr>
            <a:lvl4pPr lvl="3" algn="ctr">
              <a:lnSpc>
                <a:spcPct val="90000"/>
              </a:lnSpc>
              <a:spcBef>
                <a:spcPts val="1600"/>
              </a:spcBef>
              <a:spcAft>
                <a:spcPts val="0"/>
              </a:spcAft>
              <a:buClr>
                <a:schemeClr val="dk1"/>
              </a:buClr>
              <a:buSzPts val="1600"/>
              <a:buNone/>
              <a:defRPr sz="1600"/>
            </a:lvl4pPr>
            <a:lvl5pPr lvl="4" algn="ctr">
              <a:lnSpc>
                <a:spcPct val="90000"/>
              </a:lnSpc>
              <a:spcBef>
                <a:spcPts val="1600"/>
              </a:spcBef>
              <a:spcAft>
                <a:spcPts val="0"/>
              </a:spcAft>
              <a:buClr>
                <a:schemeClr val="dk1"/>
              </a:buClr>
              <a:buSzPts val="1600"/>
              <a:buNone/>
              <a:defRPr sz="1600"/>
            </a:lvl5pPr>
            <a:lvl6pPr lvl="5" algn="ctr">
              <a:lnSpc>
                <a:spcPct val="90000"/>
              </a:lnSpc>
              <a:spcBef>
                <a:spcPts val="1600"/>
              </a:spcBef>
              <a:spcAft>
                <a:spcPts val="0"/>
              </a:spcAft>
              <a:buClr>
                <a:schemeClr val="dk1"/>
              </a:buClr>
              <a:buSzPts val="1600"/>
              <a:buNone/>
              <a:defRPr sz="1600"/>
            </a:lvl6pPr>
            <a:lvl7pPr lvl="6" algn="ctr">
              <a:lnSpc>
                <a:spcPct val="90000"/>
              </a:lnSpc>
              <a:spcBef>
                <a:spcPts val="1600"/>
              </a:spcBef>
              <a:spcAft>
                <a:spcPts val="0"/>
              </a:spcAft>
              <a:buClr>
                <a:schemeClr val="dk1"/>
              </a:buClr>
              <a:buSzPts val="1600"/>
              <a:buNone/>
              <a:defRPr sz="1600"/>
            </a:lvl7pPr>
            <a:lvl8pPr lvl="7" algn="ctr">
              <a:lnSpc>
                <a:spcPct val="90000"/>
              </a:lnSpc>
              <a:spcBef>
                <a:spcPts val="1600"/>
              </a:spcBef>
              <a:spcAft>
                <a:spcPts val="0"/>
              </a:spcAft>
              <a:buClr>
                <a:schemeClr val="dk1"/>
              </a:buClr>
              <a:buSzPts val="1600"/>
              <a:buNone/>
              <a:defRPr sz="1600"/>
            </a:lvl8pPr>
            <a:lvl9pPr lvl="8" algn="ctr">
              <a:lnSpc>
                <a:spcPct val="90000"/>
              </a:lnSpc>
              <a:spcBef>
                <a:spcPts val="1600"/>
              </a:spcBef>
              <a:spcAft>
                <a:spcPts val="1600"/>
              </a:spcAft>
              <a:buClr>
                <a:schemeClr val="dk1"/>
              </a:buClr>
              <a:buSzPts val="1600"/>
              <a:buNone/>
              <a:defRPr sz="1600"/>
            </a:lvl9pPr>
          </a:lstStyle>
          <a:p>
            <a:endParaRPr/>
          </a:p>
        </p:txBody>
      </p:sp>
      <p:sp>
        <p:nvSpPr>
          <p:cNvPr id="16" name="Google Shape;16;p29"/>
          <p:cNvSpPr txBox="1"/>
          <p:nvPr/>
        </p:nvSpPr>
        <p:spPr>
          <a:xfrm>
            <a:off x="419100" y="6362700"/>
            <a:ext cx="3666875" cy="479917"/>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500"/>
              <a:buFont typeface="Arial"/>
              <a:buNone/>
            </a:pPr>
            <a:r>
              <a:rPr lang="en-US" sz="600" b="0" i="0" u="none" strike="noStrike" cap="none">
                <a:solidFill>
                  <a:srgbClr val="FFFFFF"/>
                </a:solidFill>
                <a:latin typeface="Poppins Light"/>
                <a:ea typeface="Poppins Light"/>
                <a:cs typeface="Poppins Light"/>
                <a:sym typeface="Poppins Light"/>
              </a:rPr>
              <a:t>© MOMENTUM WORLDWIDE 2021 IN CONFIDENCE. </a:t>
            </a:r>
            <a:br>
              <a:rPr lang="en-US" sz="600" b="0" i="0" u="none" strike="noStrike" cap="none">
                <a:solidFill>
                  <a:srgbClr val="FFFFFF"/>
                </a:solidFill>
                <a:latin typeface="Poppins Light"/>
                <a:ea typeface="Poppins Light"/>
                <a:cs typeface="Poppins Light"/>
                <a:sym typeface="Poppins Light"/>
              </a:rPr>
            </a:br>
            <a:r>
              <a:rPr lang="en-US" sz="600" b="0" i="0" u="none" strike="noStrike" cap="none">
                <a:solidFill>
                  <a:srgbClr val="FFFFFF"/>
                </a:solidFill>
                <a:latin typeface="Poppins Light"/>
                <a:ea typeface="Poppins Light"/>
                <a:cs typeface="Poppins Light"/>
                <a:sym typeface="Poppins Light"/>
              </a:rPr>
              <a:t>THIS DOCUMENT MAY NOT BE DISTRIBUTED OR COPIED WITHOUT PRIOR CONSENT.</a:t>
            </a:r>
            <a:endParaRPr sz="600" b="0" i="0" u="none" strike="noStrike" cap="none">
              <a:solidFill>
                <a:srgbClr val="FFFFFF"/>
              </a:solidFill>
              <a:latin typeface="Poppins Light"/>
              <a:ea typeface="Poppins Light"/>
              <a:cs typeface="Poppins Light"/>
              <a:sym typeface="Poppins Light"/>
            </a:endParaRPr>
          </a:p>
        </p:txBody>
      </p:sp>
      <p:pic>
        <p:nvPicPr>
          <p:cNvPr id="17" name="Google Shape;17;p29"/>
          <p:cNvPicPr preferRelativeResize="0"/>
          <p:nvPr/>
        </p:nvPicPr>
        <p:blipFill rotWithShape="1">
          <a:blip r:embed="rId2">
            <a:alphaModFix/>
          </a:blip>
          <a:srcRect/>
          <a:stretch/>
        </p:blipFill>
        <p:spPr>
          <a:xfrm>
            <a:off x="422565" y="235381"/>
            <a:ext cx="913550" cy="117463"/>
          </a:xfrm>
          <a:prstGeom prst="rect">
            <a:avLst/>
          </a:prstGeom>
          <a:noFill/>
          <a:ln>
            <a:noFill/>
          </a:ln>
        </p:spPr>
      </p:pic>
      <p:pic>
        <p:nvPicPr>
          <p:cNvPr id="18" name="Google Shape;18;p29"/>
          <p:cNvPicPr preferRelativeResize="0"/>
          <p:nvPr/>
        </p:nvPicPr>
        <p:blipFill rotWithShape="1">
          <a:blip r:embed="rId3">
            <a:alphaModFix/>
          </a:blip>
          <a:srcRect/>
          <a:stretch/>
        </p:blipFill>
        <p:spPr>
          <a:xfrm>
            <a:off x="11606460" y="6355008"/>
            <a:ext cx="365760" cy="365760"/>
          </a:xfrm>
          <a:prstGeom prst="rect">
            <a:avLst/>
          </a:prstGeom>
          <a:noFill/>
          <a:ln>
            <a:noFill/>
          </a:ln>
        </p:spPr>
      </p:pic>
      <p:pic>
        <p:nvPicPr>
          <p:cNvPr id="19" name="Google Shape;19;p29"/>
          <p:cNvPicPr preferRelativeResize="0"/>
          <p:nvPr/>
        </p:nvPicPr>
        <p:blipFill rotWithShape="1">
          <a:blip r:embed="rId4">
            <a:alphaModFix/>
          </a:blip>
          <a:srcRect/>
          <a:stretch/>
        </p:blipFill>
        <p:spPr>
          <a:xfrm rot="5400000">
            <a:off x="9791701" y="2476502"/>
            <a:ext cx="4381498" cy="419099"/>
          </a:xfrm>
          <a:prstGeom prst="rect">
            <a:avLst/>
          </a:prstGeom>
          <a:noFill/>
          <a:ln>
            <a:noFill/>
          </a:ln>
        </p:spPr>
      </p:pic>
    </p:spTree>
    <p:extLst>
      <p:ext uri="{BB962C8B-B14F-4D97-AF65-F5344CB8AC3E}">
        <p14:creationId xmlns:p14="http://schemas.microsoft.com/office/powerpoint/2010/main" val="1994009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edium Image">
  <p:cSld name="1_Medium Image">
    <p:bg>
      <p:bgPr>
        <a:solidFill>
          <a:srgbClr val="004AD6"/>
        </a:solidFill>
        <a:effectLst/>
      </p:bgPr>
    </p:bg>
    <p:spTree>
      <p:nvGrpSpPr>
        <p:cNvPr id="1" name="Shape 33"/>
        <p:cNvGrpSpPr/>
        <p:nvPr/>
      </p:nvGrpSpPr>
      <p:grpSpPr>
        <a:xfrm>
          <a:off x="0" y="0"/>
          <a:ext cx="0" cy="0"/>
          <a:chOff x="0" y="0"/>
          <a:chExt cx="0" cy="0"/>
        </a:xfrm>
      </p:grpSpPr>
      <p:sp>
        <p:nvSpPr>
          <p:cNvPr id="34" name="Google Shape;34;p37"/>
          <p:cNvSpPr/>
          <p:nvPr/>
        </p:nvSpPr>
        <p:spPr>
          <a:xfrm>
            <a:off x="6095999" y="0"/>
            <a:ext cx="6096000" cy="6858000"/>
          </a:xfrm>
          <a:prstGeom prst="rect">
            <a:avLst/>
          </a:prstGeom>
          <a:solidFill>
            <a:srgbClr val="FFFF4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ln>
                <a:noFill/>
              </a:ln>
              <a:solidFill>
                <a:srgbClr val="FFFFFF"/>
              </a:solidFill>
              <a:latin typeface="Arial"/>
              <a:ea typeface="Arial"/>
              <a:cs typeface="Arial"/>
              <a:sym typeface="Arial"/>
            </a:endParaRPr>
          </a:p>
        </p:txBody>
      </p:sp>
      <p:sp>
        <p:nvSpPr>
          <p:cNvPr id="35" name="Google Shape;35;p37"/>
          <p:cNvSpPr txBox="1">
            <a:spLocks noGrp="1"/>
          </p:cNvSpPr>
          <p:nvPr>
            <p:ph type="title"/>
          </p:nvPr>
        </p:nvSpPr>
        <p:spPr>
          <a:xfrm>
            <a:off x="419100" y="502784"/>
            <a:ext cx="4876800" cy="1402216"/>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800"/>
              <a:buFont typeface="Arial Black"/>
              <a:buNone/>
              <a:defRPr sz="2800">
                <a:solidFill>
                  <a:srgbClr val="F500C2"/>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6" name="Google Shape;36;p37"/>
          <p:cNvSpPr txBox="1">
            <a:spLocks noGrp="1"/>
          </p:cNvSpPr>
          <p:nvPr>
            <p:ph type="body" idx="1"/>
          </p:nvPr>
        </p:nvSpPr>
        <p:spPr>
          <a:xfrm>
            <a:off x="419100" y="1981200"/>
            <a:ext cx="4876800" cy="4391210"/>
          </a:xfrm>
          <a:prstGeom prst="rect">
            <a:avLst/>
          </a:prstGeom>
          <a:noFill/>
          <a:ln>
            <a:noFill/>
          </a:ln>
        </p:spPr>
        <p:txBody>
          <a:bodyPr spcFirstLastPara="1" wrap="square" lIns="0" tIns="0" rIns="0" bIns="0" anchor="t" anchorCtr="0">
            <a:noAutofit/>
          </a:bodyPr>
          <a:lstStyle>
            <a:lvl1pPr marL="457200" lvl="0" indent="-330200" algn="l">
              <a:lnSpc>
                <a:spcPct val="90000"/>
              </a:lnSpc>
              <a:spcBef>
                <a:spcPts val="0"/>
              </a:spcBef>
              <a:spcAft>
                <a:spcPts val="0"/>
              </a:spcAft>
              <a:buClr>
                <a:schemeClr val="dk1"/>
              </a:buClr>
              <a:buSzPts val="1600"/>
              <a:buChar char="•"/>
              <a:defRPr sz="1600" i="0">
                <a:solidFill>
                  <a:srgbClr val="F500C2"/>
                </a:solidFill>
              </a:defRPr>
            </a:lvl1pPr>
            <a:lvl2pPr marL="914400" lvl="1" indent="-317500" algn="l">
              <a:lnSpc>
                <a:spcPct val="90000"/>
              </a:lnSpc>
              <a:spcBef>
                <a:spcPts val="1600"/>
              </a:spcBef>
              <a:spcAft>
                <a:spcPts val="0"/>
              </a:spcAft>
              <a:buClr>
                <a:schemeClr val="dk1"/>
              </a:buClr>
              <a:buSzPts val="1400"/>
              <a:buChar char="•"/>
              <a:defRPr sz="1400" i="0"/>
            </a:lvl2pPr>
            <a:lvl3pPr marL="1371600" lvl="2" indent="-304800" algn="l">
              <a:lnSpc>
                <a:spcPct val="90000"/>
              </a:lnSpc>
              <a:spcBef>
                <a:spcPts val="1600"/>
              </a:spcBef>
              <a:spcAft>
                <a:spcPts val="0"/>
              </a:spcAft>
              <a:buClr>
                <a:schemeClr val="dk1"/>
              </a:buClr>
              <a:buSzPts val="1200"/>
              <a:buChar char="•"/>
              <a:defRPr sz="1200" i="0"/>
            </a:lvl3pPr>
            <a:lvl4pPr marL="1828800" lvl="3" indent="-304800" algn="l">
              <a:lnSpc>
                <a:spcPct val="90000"/>
              </a:lnSpc>
              <a:spcBef>
                <a:spcPts val="1600"/>
              </a:spcBef>
              <a:spcAft>
                <a:spcPts val="0"/>
              </a:spcAft>
              <a:buClr>
                <a:schemeClr val="dk1"/>
              </a:buClr>
              <a:buSzPts val="1200"/>
              <a:buChar char="•"/>
              <a:defRPr sz="1200" i="0"/>
            </a:lvl4pPr>
            <a:lvl5pPr marL="2286000" lvl="4" indent="-304800" algn="l">
              <a:lnSpc>
                <a:spcPct val="90000"/>
              </a:lnSpc>
              <a:spcBef>
                <a:spcPts val="1600"/>
              </a:spcBef>
              <a:spcAft>
                <a:spcPts val="0"/>
              </a:spcAft>
              <a:buClr>
                <a:schemeClr val="dk1"/>
              </a:buClr>
              <a:buSzPts val="1200"/>
              <a:buChar char="•"/>
              <a:defRPr sz="1200" i="0"/>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
        <p:nvSpPr>
          <p:cNvPr id="37" name="Google Shape;37;p37"/>
          <p:cNvSpPr txBox="1">
            <a:spLocks noGrp="1"/>
          </p:cNvSpPr>
          <p:nvPr>
            <p:ph type="sldNum" idx="12"/>
          </p:nvPr>
        </p:nvSpPr>
        <p:spPr>
          <a:xfrm>
            <a:off x="9255910" y="137659"/>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p37"/>
          <p:cNvSpPr txBox="1"/>
          <p:nvPr/>
        </p:nvSpPr>
        <p:spPr>
          <a:xfrm>
            <a:off x="-1" y="7483814"/>
            <a:ext cx="12192000" cy="502596"/>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500"/>
              <a:buFont typeface="Arial"/>
              <a:buNone/>
            </a:pPr>
            <a:r>
              <a:rPr lang="en-US" sz="1200" b="0" i="0" u="none" strike="noStrike" cap="none">
                <a:solidFill>
                  <a:schemeClr val="dk1"/>
                </a:solidFill>
                <a:latin typeface="Arial"/>
                <a:ea typeface="Arial"/>
                <a:cs typeface="Arial"/>
                <a:sym typeface="Arial"/>
              </a:rPr>
              <a:t>Please make sure that page numbers, graphic patterns, legal, and the logo bug are all visible over images.</a:t>
            </a:r>
            <a:endParaRPr sz="1200" b="0" i="0" u="none" strike="noStrike" cap="none">
              <a:solidFill>
                <a:schemeClr val="dk1"/>
              </a:solidFill>
              <a:latin typeface="Arial"/>
              <a:ea typeface="Arial"/>
              <a:cs typeface="Arial"/>
              <a:sym typeface="Arial"/>
            </a:endParaRPr>
          </a:p>
        </p:txBody>
      </p:sp>
      <p:pic>
        <p:nvPicPr>
          <p:cNvPr id="39" name="Google Shape;39;p37"/>
          <p:cNvPicPr preferRelativeResize="0"/>
          <p:nvPr/>
        </p:nvPicPr>
        <p:blipFill rotWithShape="1">
          <a:blip r:embed="rId2">
            <a:alphaModFix/>
          </a:blip>
          <a:srcRect/>
          <a:stretch/>
        </p:blipFill>
        <p:spPr>
          <a:xfrm>
            <a:off x="11604056" y="6367040"/>
            <a:ext cx="365760" cy="365760"/>
          </a:xfrm>
          <a:prstGeom prst="rect">
            <a:avLst/>
          </a:prstGeom>
          <a:noFill/>
          <a:ln>
            <a:noFill/>
          </a:ln>
        </p:spPr>
      </p:pic>
      <p:pic>
        <p:nvPicPr>
          <p:cNvPr id="40" name="Google Shape;40;p37"/>
          <p:cNvPicPr preferRelativeResize="0"/>
          <p:nvPr/>
        </p:nvPicPr>
        <p:blipFill rotWithShape="1">
          <a:blip r:embed="rId3">
            <a:alphaModFix/>
          </a:blip>
          <a:srcRect/>
          <a:stretch/>
        </p:blipFill>
        <p:spPr>
          <a:xfrm flipH="1">
            <a:off x="419102" y="0"/>
            <a:ext cx="2971798" cy="289418"/>
          </a:xfrm>
          <a:prstGeom prst="rect">
            <a:avLst/>
          </a:prstGeom>
          <a:noFill/>
          <a:ln>
            <a:noFill/>
          </a:ln>
        </p:spPr>
      </p:pic>
    </p:spTree>
    <p:extLst>
      <p:ext uri="{BB962C8B-B14F-4D97-AF65-F5344CB8AC3E}">
        <p14:creationId xmlns:p14="http://schemas.microsoft.com/office/powerpoint/2010/main" val="1874939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EE2858-06F6-E845-A5E6-D742407A3363}"/>
              </a:ext>
            </a:extLst>
          </p:cNvPr>
          <p:cNvSpPr>
            <a:spLocks noGrp="1"/>
          </p:cNvSpPr>
          <p:nvPr>
            <p:ph type="title"/>
          </p:nvPr>
        </p:nvSpPr>
        <p:spPr>
          <a:xfrm>
            <a:off x="419100" y="495301"/>
            <a:ext cx="11353800" cy="914399"/>
          </a:xfrm>
          <a:prstGeom prst="rect">
            <a:avLst/>
          </a:prstGeom>
        </p:spPr>
        <p:txBody>
          <a:bodyPr vert="horz" lIns="0" tIns="0" rIns="0" bIns="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70BCFE26-3B7A-DF48-9126-B2DF9FEF74F0}"/>
              </a:ext>
            </a:extLst>
          </p:cNvPr>
          <p:cNvSpPr>
            <a:spLocks noGrp="1"/>
          </p:cNvSpPr>
          <p:nvPr>
            <p:ph type="body" idx="1"/>
          </p:nvPr>
        </p:nvSpPr>
        <p:spPr>
          <a:xfrm>
            <a:off x="419100" y="1485901"/>
            <a:ext cx="11353800" cy="487679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6150FCF4-9159-0C44-AC0F-17B414A7E411}"/>
              </a:ext>
            </a:extLst>
          </p:cNvPr>
          <p:cNvSpPr>
            <a:spLocks noGrp="1"/>
          </p:cNvSpPr>
          <p:nvPr>
            <p:ph type="sldNum" sz="quarter" idx="4"/>
          </p:nvPr>
        </p:nvSpPr>
        <p:spPr>
          <a:xfrm>
            <a:off x="9323709" y="169743"/>
            <a:ext cx="2743200" cy="365125"/>
          </a:xfrm>
          <a:prstGeom prst="rect">
            <a:avLst/>
          </a:prstGeom>
        </p:spPr>
        <p:txBody>
          <a:bodyPr vert="horz" lIns="91440" tIns="45720" rIns="91440" bIns="45720" rtlCol="0" anchor="ctr"/>
          <a:lstStyle>
            <a:lvl1pPr algn="r">
              <a:defRPr sz="1000" b="0" i="0">
                <a:solidFill>
                  <a:schemeClr val="tx1">
                    <a:tint val="75000"/>
                  </a:schemeClr>
                </a:solidFill>
                <a:latin typeface="Arial" panose="020B0604020202020204" pitchFamily="34" charset="0"/>
                <a:ea typeface="Helvetica Neue" panose="02000503000000020004" pitchFamily="2" charset="0"/>
                <a:cs typeface="Arial" panose="020B0604020202020204" pitchFamily="34" charset="0"/>
              </a:defRPr>
            </a:lvl1pPr>
          </a:lstStyle>
          <a:p>
            <a:fld id="{28A7D70B-BA5B-454D-9E9C-85AA311AB73C}" type="slidenum">
              <a:rPr lang="en-US" smtClean="0"/>
              <a:pPr/>
              <a:t>‹#›</a:t>
            </a:fld>
            <a:endParaRPr lang="en-US"/>
          </a:p>
        </p:txBody>
      </p:sp>
    </p:spTree>
    <p:extLst>
      <p:ext uri="{BB962C8B-B14F-4D97-AF65-F5344CB8AC3E}">
        <p14:creationId xmlns:p14="http://schemas.microsoft.com/office/powerpoint/2010/main" val="3709289528"/>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59" r:id="rId8"/>
    <p:sldLayoutId id="2147483882" r:id="rId9"/>
    <p:sldLayoutId id="2147483883" r:id="rId10"/>
    <p:sldLayoutId id="2147483884" r:id="rId11"/>
    <p:sldLayoutId id="2147483804" r:id="rId12"/>
    <p:sldLayoutId id="2147483792" r:id="rId13"/>
  </p:sldLayoutIdLst>
  <p:hf hdr="0" ftr="0" dt="0"/>
  <p:txStyles>
    <p:titleStyle>
      <a:lvl1pPr algn="l" defTabSz="914400" rtl="0" eaLnBrk="1" latinLnBrk="0" hangingPunct="1">
        <a:lnSpc>
          <a:spcPct val="85000"/>
        </a:lnSpc>
        <a:spcBef>
          <a:spcPct val="0"/>
        </a:spcBef>
        <a:spcAft>
          <a:spcPts val="1600"/>
        </a:spcAft>
        <a:buNone/>
        <a:defRPr sz="2800" b="1" i="0" kern="1200">
          <a:solidFill>
            <a:schemeClr val="tx1"/>
          </a:solidFill>
          <a:latin typeface="Arial Black" panose="020B0604020202020204" pitchFamily="34" charset="0"/>
          <a:ea typeface="Arial Black" panose="020B0604020202020204" pitchFamily="34" charset="0"/>
          <a:cs typeface="Arial Black" panose="020B0604020202020204" pitchFamily="34" charset="0"/>
        </a:defRPr>
      </a:lvl1pPr>
    </p:titleStyle>
    <p:bodyStyle>
      <a:lvl1pPr marL="228600" indent="-228600" algn="l" defTabSz="914400" rtl="0" eaLnBrk="1" latinLnBrk="0" hangingPunct="1">
        <a:lnSpc>
          <a:spcPct val="90000"/>
        </a:lnSpc>
        <a:spcBef>
          <a:spcPts val="0"/>
        </a:spcBef>
        <a:spcAft>
          <a:spcPts val="1600"/>
        </a:spcAft>
        <a:buFont typeface="Arial" panose="020B0604020202020204" pitchFamily="34" charset="0"/>
        <a:buChar char="•"/>
        <a:defRPr sz="1600" b="0" i="0" kern="1200">
          <a:solidFill>
            <a:schemeClr val="tx1"/>
          </a:solidFill>
          <a:latin typeface="Arial" panose="020B0604020202020204" pitchFamily="34" charset="0"/>
          <a:ea typeface="Helvetica Neue Light" panose="02000403000000020004" pitchFamily="2" charset="0"/>
          <a:cs typeface="Arial" panose="020B0604020202020204" pitchFamily="34" charset="0"/>
        </a:defRPr>
      </a:lvl1pPr>
      <a:lvl2pPr marL="685800" indent="-228600" algn="l" defTabSz="914400" rtl="0" eaLnBrk="1" latinLnBrk="0" hangingPunct="1">
        <a:lnSpc>
          <a:spcPct val="90000"/>
        </a:lnSpc>
        <a:spcBef>
          <a:spcPts val="0"/>
        </a:spcBef>
        <a:spcAft>
          <a:spcPts val="1600"/>
        </a:spcAft>
        <a:buFont typeface="Arial" panose="020B0604020202020204" pitchFamily="34" charset="0"/>
        <a:buChar char="•"/>
        <a:defRPr sz="1400" b="0" i="0" kern="1200">
          <a:solidFill>
            <a:schemeClr val="tx1"/>
          </a:solidFill>
          <a:latin typeface="Arial" panose="020B0604020202020204" pitchFamily="34" charset="0"/>
          <a:ea typeface="Helvetica Neue Light" panose="02000403000000020004" pitchFamily="2" charset="0"/>
          <a:cs typeface="Arial" panose="020B0604020202020204" pitchFamily="34" charset="0"/>
        </a:defRPr>
      </a:lvl2pPr>
      <a:lvl3pPr marL="1143000" indent="-228600" algn="l" defTabSz="914400" rtl="0" eaLnBrk="1" latinLnBrk="0" hangingPunct="1">
        <a:lnSpc>
          <a:spcPct val="90000"/>
        </a:lnSpc>
        <a:spcBef>
          <a:spcPts val="0"/>
        </a:spcBef>
        <a:spcAft>
          <a:spcPts val="1600"/>
        </a:spcAft>
        <a:buFont typeface="Arial" panose="020B0604020202020204" pitchFamily="34" charset="0"/>
        <a:buChar char="•"/>
        <a:defRPr sz="1200" b="0" i="0" kern="1200">
          <a:solidFill>
            <a:schemeClr val="tx1"/>
          </a:solidFill>
          <a:latin typeface="Arial" panose="020B0604020202020204" pitchFamily="34" charset="0"/>
          <a:ea typeface="Helvetica Neue Light" panose="02000403000000020004" pitchFamily="2" charset="0"/>
          <a:cs typeface="Arial" panose="020B0604020202020204" pitchFamily="34" charset="0"/>
        </a:defRPr>
      </a:lvl3pPr>
      <a:lvl4pPr marL="1600200" indent="-228600" algn="l" defTabSz="914400" rtl="0" eaLnBrk="1" latinLnBrk="0" hangingPunct="1">
        <a:lnSpc>
          <a:spcPct val="90000"/>
        </a:lnSpc>
        <a:spcBef>
          <a:spcPts val="0"/>
        </a:spcBef>
        <a:spcAft>
          <a:spcPts val="1600"/>
        </a:spcAft>
        <a:buFont typeface="Arial" panose="020B0604020202020204" pitchFamily="34" charset="0"/>
        <a:buChar char="•"/>
        <a:defRPr sz="1200" b="0" i="0" kern="1200">
          <a:solidFill>
            <a:schemeClr val="tx1"/>
          </a:solidFill>
          <a:latin typeface="Arial" panose="020B0604020202020204" pitchFamily="34" charset="0"/>
          <a:ea typeface="Helvetica Neue Light" panose="02000403000000020004" pitchFamily="2" charset="0"/>
          <a:cs typeface="Arial" panose="020B0604020202020204" pitchFamily="34" charset="0"/>
        </a:defRPr>
      </a:lvl4pPr>
      <a:lvl5pPr marL="2057400" indent="-228600" algn="l" defTabSz="914400" rtl="0" eaLnBrk="1" latinLnBrk="0" hangingPunct="1">
        <a:lnSpc>
          <a:spcPct val="90000"/>
        </a:lnSpc>
        <a:spcBef>
          <a:spcPts val="0"/>
        </a:spcBef>
        <a:spcAft>
          <a:spcPts val="1600"/>
        </a:spcAft>
        <a:buFont typeface="Arial" panose="020B0604020202020204" pitchFamily="34" charset="0"/>
        <a:buChar char="•"/>
        <a:defRPr sz="1200" b="0" i="0" kern="1200">
          <a:solidFill>
            <a:schemeClr val="tx1"/>
          </a:solidFill>
          <a:latin typeface="Arial" panose="020B0604020202020204" pitchFamily="34" charset="0"/>
          <a:ea typeface="Helvetica Neue Light" panose="02000403000000020004"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104">
          <p15:clr>
            <a:srgbClr val="F26B43"/>
          </p15:clr>
        </p15:guide>
        <p15:guide id="2" pos="264">
          <p15:clr>
            <a:srgbClr val="9FCC3B"/>
          </p15:clr>
        </p15:guide>
        <p15:guide id="3" pos="3384">
          <p15:clr>
            <a:srgbClr val="547EBF"/>
          </p15:clr>
        </p15:guide>
        <p15:guide id="4" pos="7416">
          <p15:clr>
            <a:srgbClr val="9FCC3B"/>
          </p15:clr>
        </p15:guide>
        <p15:guide id="5" pos="3072">
          <p15:clr>
            <a:srgbClr val="F26B43"/>
          </p15:clr>
        </p15:guide>
        <p15:guide id="6" pos="2712">
          <p15:clr>
            <a:srgbClr val="547EBF"/>
          </p15:clr>
        </p15:guide>
        <p15:guide id="7" pos="2448">
          <p15:clr>
            <a:srgbClr val="F26B43"/>
          </p15:clr>
        </p15:guide>
        <p15:guide id="8" pos="3024">
          <p15:clr>
            <a:srgbClr val="F26B43"/>
          </p15:clr>
        </p15:guide>
        <p15:guide id="9" pos="3336">
          <p15:clr>
            <a:srgbClr val="547EBF"/>
          </p15:clr>
        </p15:guide>
        <p15:guide id="10" pos="2400">
          <p15:clr>
            <a:srgbClr val="F26B43"/>
          </p15:clr>
        </p15:guide>
        <p15:guide id="11" pos="2760">
          <p15:clr>
            <a:srgbClr val="547EBF"/>
          </p15:clr>
        </p15:guide>
        <p15:guide id="12" pos="1824">
          <p15:clr>
            <a:srgbClr val="F26B43"/>
          </p15:clr>
        </p15:guide>
        <p15:guide id="13" pos="1464">
          <p15:clr>
            <a:srgbClr val="547EBF"/>
          </p15:clr>
        </p15:guide>
        <p15:guide id="14" pos="1200">
          <p15:clr>
            <a:srgbClr val="F26B43"/>
          </p15:clr>
        </p15:guide>
        <p15:guide id="15" pos="528">
          <p15:clr>
            <a:srgbClr val="F26B43"/>
          </p15:clr>
        </p15:guide>
        <p15:guide id="16" pos="840">
          <p15:clr>
            <a:srgbClr val="547EBF"/>
          </p15:clr>
        </p15:guide>
        <p15:guide id="17" pos="576">
          <p15:clr>
            <a:srgbClr val="F26B43"/>
          </p15:clr>
        </p15:guide>
        <p15:guide id="19" pos="888">
          <p15:clr>
            <a:srgbClr val="547EBF"/>
          </p15:clr>
        </p15:guide>
        <p15:guide id="20" pos="1152">
          <p15:clr>
            <a:srgbClr val="F26B43"/>
          </p15:clr>
        </p15:guide>
        <p15:guide id="21" pos="1512">
          <p15:clr>
            <a:srgbClr val="547EBF"/>
          </p15:clr>
        </p15:guide>
        <p15:guide id="22" pos="1776">
          <p15:clr>
            <a:srgbClr val="F26B43"/>
          </p15:clr>
        </p15:guide>
        <p15:guide id="23" pos="2088">
          <p15:clr>
            <a:srgbClr val="547EBF"/>
          </p15:clr>
        </p15:guide>
        <p15:guide id="24" pos="2136">
          <p15:clr>
            <a:srgbClr val="547EBF"/>
          </p15:clr>
        </p15:guide>
        <p15:guide id="25" orient="horz" pos="3072">
          <p15:clr>
            <a:srgbClr val="F26B43"/>
          </p15:clr>
        </p15:guide>
        <p15:guide id="26" orient="horz" pos="2448">
          <p15:clr>
            <a:srgbClr val="F26B43"/>
          </p15:clr>
        </p15:guide>
        <p15:guide id="27" orient="horz" pos="312">
          <p15:clr>
            <a:srgbClr val="9FCC3B"/>
          </p15:clr>
        </p15:guide>
        <p15:guide id="28" orient="horz" pos="2496">
          <p15:clr>
            <a:srgbClr val="F26B43"/>
          </p15:clr>
        </p15:guide>
        <p15:guide id="29" orient="horz" pos="3120">
          <p15:clr>
            <a:srgbClr val="F26B43"/>
          </p15:clr>
        </p15:guide>
        <p15:guide id="30" orient="horz" pos="4008">
          <p15:clr>
            <a:srgbClr val="9FCC3B"/>
          </p15:clr>
        </p15:guide>
        <p15:guide id="31" orient="horz" pos="2760">
          <p15:clr>
            <a:srgbClr val="547EBF"/>
          </p15:clr>
        </p15:guide>
        <p15:guide id="32" orient="horz" pos="2808">
          <p15:clr>
            <a:srgbClr val="547EBF"/>
          </p15:clr>
        </p15:guide>
        <p15:guide id="33" pos="7152">
          <p15:clr>
            <a:srgbClr val="F26B43"/>
          </p15:clr>
        </p15:guide>
        <p15:guide id="34" pos="5592">
          <p15:clr>
            <a:srgbClr val="547EBF"/>
          </p15:clr>
        </p15:guide>
        <p15:guide id="35" pos="5544">
          <p15:clr>
            <a:srgbClr val="547EBF"/>
          </p15:clr>
        </p15:guide>
        <p15:guide id="36" pos="5904">
          <p15:clr>
            <a:srgbClr val="F26B43"/>
          </p15:clr>
        </p15:guide>
        <p15:guide id="37" pos="5856">
          <p15:clr>
            <a:srgbClr val="F26B43"/>
          </p15:clr>
        </p15:guide>
        <p15:guide id="38" pos="6216">
          <p15:clr>
            <a:srgbClr val="547EBF"/>
          </p15:clr>
        </p15:guide>
        <p15:guide id="39" pos="6168">
          <p15:clr>
            <a:srgbClr val="547EBF"/>
          </p15:clr>
        </p15:guide>
        <p15:guide id="40" pos="6792">
          <p15:clr>
            <a:srgbClr val="547EBF"/>
          </p15:clr>
        </p15:guide>
        <p15:guide id="41" pos="6840">
          <p15:clr>
            <a:srgbClr val="547EBF"/>
          </p15:clr>
        </p15:guide>
        <p15:guide id="42" pos="6480">
          <p15:clr>
            <a:srgbClr val="F26B43"/>
          </p15:clr>
        </p15:guide>
        <p15:guide id="43" pos="6528">
          <p15:clr>
            <a:srgbClr val="F26B43"/>
          </p15:clr>
        </p15:guide>
        <p15:guide id="44" pos="4344">
          <p15:clr>
            <a:srgbClr val="547EBF"/>
          </p15:clr>
        </p15:guide>
        <p15:guide id="45" pos="4608">
          <p15:clr>
            <a:srgbClr val="F26B43"/>
          </p15:clr>
        </p15:guide>
        <p15:guide id="46" pos="4656">
          <p15:clr>
            <a:srgbClr val="F26B43"/>
          </p15:clr>
        </p15:guide>
        <p15:guide id="47" pos="4920">
          <p15:clr>
            <a:srgbClr val="547EBF"/>
          </p15:clr>
        </p15:guide>
        <p15:guide id="48" pos="4968">
          <p15:clr>
            <a:srgbClr val="547EBF"/>
          </p15:clr>
        </p15:guide>
        <p15:guide id="49" pos="5280">
          <p15:clr>
            <a:srgbClr val="F26B43"/>
          </p15:clr>
        </p15:guide>
        <p15:guide id="50" pos="5232">
          <p15:clr>
            <a:srgbClr val="F26B43"/>
          </p15:clr>
        </p15:guide>
        <p15:guide id="51" pos="3648">
          <p15:clr>
            <a:srgbClr val="F26B43"/>
          </p15:clr>
        </p15:guide>
        <p15:guide id="52" pos="3696">
          <p15:clr>
            <a:srgbClr val="F26B43"/>
          </p15:clr>
        </p15:guide>
        <p15:guide id="53" pos="3984">
          <p15:clr>
            <a:srgbClr val="F26B43"/>
          </p15:clr>
        </p15:guide>
        <p15:guide id="54" pos="4296">
          <p15:clr>
            <a:srgbClr val="547EBF"/>
          </p15:clr>
        </p15:guide>
        <p15:guide id="56" pos="3840">
          <p15:clr>
            <a:srgbClr val="547EBF"/>
          </p15:clr>
        </p15:guide>
        <p15:guide id="57" pos="4032">
          <p15:clr>
            <a:srgbClr val="F26B43"/>
          </p15:clr>
        </p15:guide>
        <p15:guide id="58" orient="horz" pos="1248">
          <p15:clr>
            <a:srgbClr val="F26B43"/>
          </p15:clr>
        </p15:guide>
        <p15:guide id="59" orient="horz" pos="1200">
          <p15:clr>
            <a:srgbClr val="F26B43"/>
          </p15:clr>
        </p15:guide>
        <p15:guide id="60" orient="horz" pos="1560">
          <p15:clr>
            <a:srgbClr val="547EBF"/>
          </p15:clr>
        </p15:guide>
        <p15:guide id="61" orient="horz" pos="1512">
          <p15:clr>
            <a:srgbClr val="547EBF"/>
          </p15:clr>
        </p15:guide>
        <p15:guide id="62" orient="horz" pos="1824">
          <p15:clr>
            <a:srgbClr val="F26B43"/>
          </p15:clr>
        </p15:guide>
        <p15:guide id="63" orient="horz" pos="1872">
          <p15:clr>
            <a:srgbClr val="F26B43"/>
          </p15:clr>
        </p15:guide>
        <p15:guide id="64" orient="horz" pos="2136">
          <p15:clr>
            <a:srgbClr val="547EBF"/>
          </p15:clr>
        </p15:guide>
        <p15:guide id="65" orient="horz" pos="2184">
          <p15:clr>
            <a:srgbClr val="547EBF"/>
          </p15:clr>
        </p15:guide>
        <p15:guide id="66" orient="horz" pos="576">
          <p15:clr>
            <a:srgbClr val="F26B43"/>
          </p15:clr>
        </p15:guide>
        <p15:guide id="67" orient="horz" pos="624">
          <p15:clr>
            <a:srgbClr val="F26B43"/>
          </p15:clr>
        </p15:guide>
        <p15:guide id="68" orient="horz" pos="936">
          <p15:clr>
            <a:srgbClr val="547EBF"/>
          </p15:clr>
        </p15:guide>
        <p15:guide id="69" orient="horz" pos="888">
          <p15:clr>
            <a:srgbClr val="547EBF"/>
          </p15:clr>
        </p15:guide>
        <p15:guide id="70" orient="horz" pos="3384">
          <p15:clr>
            <a:srgbClr val="547EBF"/>
          </p15:clr>
        </p15:guide>
        <p15:guide id="71" orient="horz" pos="3432">
          <p15:clr>
            <a:srgbClr val="547EBF"/>
          </p15:clr>
        </p15:guide>
        <p15:guide id="72" orient="horz" pos="3696">
          <p15:clr>
            <a:srgbClr val="F26B43"/>
          </p15:clr>
        </p15:guide>
        <p15:guide id="73" orient="horz" pos="37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19100" y="495302"/>
            <a:ext cx="11353800" cy="914399"/>
          </a:xfrm>
          <a:prstGeom prst="rect">
            <a:avLst/>
          </a:prstGeom>
          <a:noFill/>
          <a:ln>
            <a:noFill/>
          </a:ln>
        </p:spPr>
        <p:txBody>
          <a:bodyPr spcFirstLastPara="1" wrap="square" lIns="0" tIns="0" rIns="0" bIns="0" anchor="t" anchorCtr="0">
            <a:normAutofit/>
          </a:bodyPr>
          <a:lstStyle>
            <a:lvl1pPr marR="0" lvl="0" algn="l" rtl="0">
              <a:lnSpc>
                <a:spcPct val="85000"/>
              </a:lnSpc>
              <a:spcBef>
                <a:spcPts val="0"/>
              </a:spcBef>
              <a:spcAft>
                <a:spcPts val="0"/>
              </a:spcAft>
              <a:buClr>
                <a:schemeClr val="dk1"/>
              </a:buClr>
              <a:buSzPts val="2100"/>
              <a:buFont typeface="Arial Black"/>
              <a:buNone/>
              <a:defRPr sz="2100" b="1" i="0" u="none" strike="noStrike" cap="none">
                <a:solidFill>
                  <a:schemeClr val="dk1"/>
                </a:solidFill>
                <a:latin typeface="Arial Black"/>
                <a:ea typeface="Arial Black"/>
                <a:cs typeface="Arial Black"/>
                <a:sym typeface="Arial Black"/>
              </a:defRPr>
            </a:lvl1pPr>
            <a:lvl2pPr lvl="1">
              <a:spcBef>
                <a:spcPts val="120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419100" y="1485902"/>
            <a:ext cx="11353800" cy="4876799"/>
          </a:xfrm>
          <a:prstGeom prst="rect">
            <a:avLst/>
          </a:prstGeom>
          <a:noFill/>
          <a:ln>
            <a:noFill/>
          </a:ln>
        </p:spPr>
        <p:txBody>
          <a:bodyPr spcFirstLastPara="1" wrap="square" lIns="0" tIns="0" rIns="0" bIns="0" anchor="t" anchorCtr="0">
            <a:normAutofit/>
          </a:bodyPr>
          <a:lstStyle>
            <a:lvl1pPr marL="457200" marR="0" lvl="0" indent="-304800" algn="l" rtl="0">
              <a:lnSpc>
                <a:spcPct val="90000"/>
              </a:lnSpc>
              <a:spcBef>
                <a:spcPts val="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1pPr>
            <a:lvl2pPr marL="914400" marR="0" lvl="1" indent="-298450" algn="l" rtl="0">
              <a:lnSpc>
                <a:spcPct val="90000"/>
              </a:lnSpc>
              <a:spcBef>
                <a:spcPts val="1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85750" algn="l" rtl="0">
              <a:lnSpc>
                <a:spcPct val="90000"/>
              </a:lnSpc>
              <a:spcBef>
                <a:spcPts val="1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3pPr>
            <a:lvl4pPr marL="1828800" marR="0" lvl="3" indent="-285750" algn="l" rtl="0">
              <a:lnSpc>
                <a:spcPct val="90000"/>
              </a:lnSpc>
              <a:spcBef>
                <a:spcPts val="1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4pPr>
            <a:lvl5pPr marL="2286000" marR="0" lvl="4" indent="-285750" algn="l" rtl="0">
              <a:lnSpc>
                <a:spcPct val="90000"/>
              </a:lnSpc>
              <a:spcBef>
                <a:spcPts val="1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317500" algn="l" rtl="0">
              <a:lnSpc>
                <a:spcPct val="90000"/>
              </a:lnSpc>
              <a:spcBef>
                <a:spcPts val="12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9323709" y="169743"/>
            <a:ext cx="2743200" cy="365125"/>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067" b="0" i="0" u="none" strike="noStrike" cap="none">
                <a:solidFill>
                  <a:srgbClr val="888888"/>
                </a:solidFill>
                <a:latin typeface="Arial"/>
                <a:ea typeface="Arial"/>
                <a:cs typeface="Arial"/>
                <a:sym typeface="Arial"/>
              </a:defRPr>
            </a:lvl1pPr>
            <a:lvl2pPr marL="0" marR="0" lvl="1" indent="0" algn="r" rtl="0">
              <a:spcBef>
                <a:spcPts val="0"/>
              </a:spcBef>
              <a:buNone/>
              <a:defRPr sz="1067" b="0" i="0" u="none" strike="noStrike" cap="none">
                <a:solidFill>
                  <a:srgbClr val="888888"/>
                </a:solidFill>
                <a:latin typeface="Arial"/>
                <a:ea typeface="Arial"/>
                <a:cs typeface="Arial"/>
                <a:sym typeface="Arial"/>
              </a:defRPr>
            </a:lvl2pPr>
            <a:lvl3pPr marL="0" marR="0" lvl="2" indent="0" algn="r" rtl="0">
              <a:spcBef>
                <a:spcPts val="0"/>
              </a:spcBef>
              <a:buNone/>
              <a:defRPr sz="1067" b="0" i="0" u="none" strike="noStrike" cap="none">
                <a:solidFill>
                  <a:srgbClr val="888888"/>
                </a:solidFill>
                <a:latin typeface="Arial"/>
                <a:ea typeface="Arial"/>
                <a:cs typeface="Arial"/>
                <a:sym typeface="Arial"/>
              </a:defRPr>
            </a:lvl3pPr>
            <a:lvl4pPr marL="0" marR="0" lvl="3" indent="0" algn="r" rtl="0">
              <a:spcBef>
                <a:spcPts val="0"/>
              </a:spcBef>
              <a:buNone/>
              <a:defRPr sz="1067" b="0" i="0" u="none" strike="noStrike" cap="none">
                <a:solidFill>
                  <a:srgbClr val="888888"/>
                </a:solidFill>
                <a:latin typeface="Arial"/>
                <a:ea typeface="Arial"/>
                <a:cs typeface="Arial"/>
                <a:sym typeface="Arial"/>
              </a:defRPr>
            </a:lvl4pPr>
            <a:lvl5pPr marL="0" marR="0" lvl="4" indent="0" algn="r" rtl="0">
              <a:spcBef>
                <a:spcPts val="0"/>
              </a:spcBef>
              <a:buNone/>
              <a:defRPr sz="1067" b="0" i="0" u="none" strike="noStrike" cap="none">
                <a:solidFill>
                  <a:srgbClr val="888888"/>
                </a:solidFill>
                <a:latin typeface="Arial"/>
                <a:ea typeface="Arial"/>
                <a:cs typeface="Arial"/>
                <a:sym typeface="Arial"/>
              </a:defRPr>
            </a:lvl5pPr>
            <a:lvl6pPr marL="0" marR="0" lvl="5" indent="0" algn="r" rtl="0">
              <a:spcBef>
                <a:spcPts val="0"/>
              </a:spcBef>
              <a:buNone/>
              <a:defRPr sz="1067" b="0" i="0" u="none" strike="noStrike" cap="none">
                <a:solidFill>
                  <a:srgbClr val="888888"/>
                </a:solidFill>
                <a:latin typeface="Arial"/>
                <a:ea typeface="Arial"/>
                <a:cs typeface="Arial"/>
                <a:sym typeface="Arial"/>
              </a:defRPr>
            </a:lvl6pPr>
            <a:lvl7pPr marL="0" marR="0" lvl="6" indent="0" algn="r" rtl="0">
              <a:spcBef>
                <a:spcPts val="0"/>
              </a:spcBef>
              <a:buNone/>
              <a:defRPr sz="1067" b="0" i="0" u="none" strike="noStrike" cap="none">
                <a:solidFill>
                  <a:srgbClr val="888888"/>
                </a:solidFill>
                <a:latin typeface="Arial"/>
                <a:ea typeface="Arial"/>
                <a:cs typeface="Arial"/>
                <a:sym typeface="Arial"/>
              </a:defRPr>
            </a:lvl7pPr>
            <a:lvl8pPr marL="0" marR="0" lvl="7" indent="0" algn="r" rtl="0">
              <a:spcBef>
                <a:spcPts val="0"/>
              </a:spcBef>
              <a:buNone/>
              <a:defRPr sz="1067" b="0" i="0" u="none" strike="noStrike" cap="none">
                <a:solidFill>
                  <a:srgbClr val="888888"/>
                </a:solidFill>
                <a:latin typeface="Arial"/>
                <a:ea typeface="Arial"/>
                <a:cs typeface="Arial"/>
                <a:sym typeface="Arial"/>
              </a:defRPr>
            </a:lvl8pPr>
            <a:lvl9pPr marL="0" marR="0" lvl="8" indent="0" algn="r" rtl="0">
              <a:spcBef>
                <a:spcPts val="0"/>
              </a:spcBef>
              <a:buNone/>
              <a:defRPr sz="1067"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70" r:id="rId8"/>
    <p:sldLayoutId id="2147483671" r:id="rId9"/>
    <p:sldLayoutId id="2147483885" r:id="rId10"/>
    <p:sldLayoutId id="2147483886"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104" userDrawn="1">
          <p15:clr>
            <a:srgbClr val="F26B43"/>
          </p15:clr>
        </p15:guide>
        <p15:guide id="2" pos="264" userDrawn="1">
          <p15:clr>
            <a:srgbClr val="9FCC3B"/>
          </p15:clr>
        </p15:guide>
        <p15:guide id="3" pos="3384" userDrawn="1">
          <p15:clr>
            <a:srgbClr val="547EBF"/>
          </p15:clr>
        </p15:guide>
        <p15:guide id="4" pos="7416" userDrawn="1">
          <p15:clr>
            <a:srgbClr val="9FCC3B"/>
          </p15:clr>
        </p15:guide>
        <p15:guide id="5" pos="3072" userDrawn="1">
          <p15:clr>
            <a:srgbClr val="F26B43"/>
          </p15:clr>
        </p15:guide>
        <p15:guide id="6" pos="2712" userDrawn="1">
          <p15:clr>
            <a:srgbClr val="547EBF"/>
          </p15:clr>
        </p15:guide>
        <p15:guide id="7" pos="2448" userDrawn="1">
          <p15:clr>
            <a:srgbClr val="F26B43"/>
          </p15:clr>
        </p15:guide>
        <p15:guide id="8" pos="3024" userDrawn="1">
          <p15:clr>
            <a:srgbClr val="F26B43"/>
          </p15:clr>
        </p15:guide>
        <p15:guide id="9" pos="3336" userDrawn="1">
          <p15:clr>
            <a:srgbClr val="547EBF"/>
          </p15:clr>
        </p15:guide>
        <p15:guide id="10" pos="2400" userDrawn="1">
          <p15:clr>
            <a:srgbClr val="F26B43"/>
          </p15:clr>
        </p15:guide>
        <p15:guide id="11" pos="2760" userDrawn="1">
          <p15:clr>
            <a:srgbClr val="547EBF"/>
          </p15:clr>
        </p15:guide>
        <p15:guide id="12" pos="1824" userDrawn="1">
          <p15:clr>
            <a:srgbClr val="F26B43"/>
          </p15:clr>
        </p15:guide>
        <p15:guide id="13" pos="1464" userDrawn="1">
          <p15:clr>
            <a:srgbClr val="547EBF"/>
          </p15:clr>
        </p15:guide>
        <p15:guide id="14" pos="1200" userDrawn="1">
          <p15:clr>
            <a:srgbClr val="F26B43"/>
          </p15:clr>
        </p15:guide>
        <p15:guide id="15" pos="528" userDrawn="1">
          <p15:clr>
            <a:srgbClr val="F26B43"/>
          </p15:clr>
        </p15:guide>
        <p15:guide id="16" pos="840" userDrawn="1">
          <p15:clr>
            <a:srgbClr val="547EBF"/>
          </p15:clr>
        </p15:guide>
        <p15:guide id="17" pos="576" userDrawn="1">
          <p15:clr>
            <a:srgbClr val="F26B43"/>
          </p15:clr>
        </p15:guide>
        <p15:guide id="18" pos="888" userDrawn="1">
          <p15:clr>
            <a:srgbClr val="547EBF"/>
          </p15:clr>
        </p15:guide>
        <p15:guide id="19" pos="1152" userDrawn="1">
          <p15:clr>
            <a:srgbClr val="F26B43"/>
          </p15:clr>
        </p15:guide>
        <p15:guide id="20" pos="1512" userDrawn="1">
          <p15:clr>
            <a:srgbClr val="547EBF"/>
          </p15:clr>
        </p15:guide>
        <p15:guide id="21" pos="1776" userDrawn="1">
          <p15:clr>
            <a:srgbClr val="F26B43"/>
          </p15:clr>
        </p15:guide>
        <p15:guide id="22" pos="2088" userDrawn="1">
          <p15:clr>
            <a:srgbClr val="547EBF"/>
          </p15:clr>
        </p15:guide>
        <p15:guide id="23" pos="2136" userDrawn="1">
          <p15:clr>
            <a:srgbClr val="547EBF"/>
          </p15:clr>
        </p15:guide>
        <p15:guide id="24" orient="horz" pos="3072" userDrawn="1">
          <p15:clr>
            <a:srgbClr val="F26B43"/>
          </p15:clr>
        </p15:guide>
        <p15:guide id="25" orient="horz" pos="2448" userDrawn="1">
          <p15:clr>
            <a:srgbClr val="F26B43"/>
          </p15:clr>
        </p15:guide>
        <p15:guide id="26" orient="horz" pos="312" userDrawn="1">
          <p15:clr>
            <a:srgbClr val="9FCC3B"/>
          </p15:clr>
        </p15:guide>
        <p15:guide id="27" orient="horz" pos="2496" userDrawn="1">
          <p15:clr>
            <a:srgbClr val="F26B43"/>
          </p15:clr>
        </p15:guide>
        <p15:guide id="28" orient="horz" pos="3120" userDrawn="1">
          <p15:clr>
            <a:srgbClr val="F26B43"/>
          </p15:clr>
        </p15:guide>
        <p15:guide id="29" orient="horz" pos="4008" userDrawn="1">
          <p15:clr>
            <a:srgbClr val="9FCC3B"/>
          </p15:clr>
        </p15:guide>
        <p15:guide id="30" orient="horz" pos="2760" userDrawn="1">
          <p15:clr>
            <a:srgbClr val="547EBF"/>
          </p15:clr>
        </p15:guide>
        <p15:guide id="31" orient="horz" pos="2808" userDrawn="1">
          <p15:clr>
            <a:srgbClr val="547EBF"/>
          </p15:clr>
        </p15:guide>
        <p15:guide id="32" pos="7152" userDrawn="1">
          <p15:clr>
            <a:srgbClr val="F26B43"/>
          </p15:clr>
        </p15:guide>
        <p15:guide id="33" pos="5592" userDrawn="1">
          <p15:clr>
            <a:srgbClr val="547EBF"/>
          </p15:clr>
        </p15:guide>
        <p15:guide id="34" pos="5544" userDrawn="1">
          <p15:clr>
            <a:srgbClr val="547EBF"/>
          </p15:clr>
        </p15:guide>
        <p15:guide id="35" pos="5904" userDrawn="1">
          <p15:clr>
            <a:srgbClr val="F26B43"/>
          </p15:clr>
        </p15:guide>
        <p15:guide id="36" pos="5856" userDrawn="1">
          <p15:clr>
            <a:srgbClr val="F26B43"/>
          </p15:clr>
        </p15:guide>
        <p15:guide id="37" pos="6216" userDrawn="1">
          <p15:clr>
            <a:srgbClr val="547EBF"/>
          </p15:clr>
        </p15:guide>
        <p15:guide id="38" pos="6168" userDrawn="1">
          <p15:clr>
            <a:srgbClr val="547EBF"/>
          </p15:clr>
        </p15:guide>
        <p15:guide id="39" pos="6792" userDrawn="1">
          <p15:clr>
            <a:srgbClr val="547EBF"/>
          </p15:clr>
        </p15:guide>
        <p15:guide id="40" pos="6840" userDrawn="1">
          <p15:clr>
            <a:srgbClr val="547EBF"/>
          </p15:clr>
        </p15:guide>
        <p15:guide id="41" pos="6480" userDrawn="1">
          <p15:clr>
            <a:srgbClr val="F26B43"/>
          </p15:clr>
        </p15:guide>
        <p15:guide id="42" pos="6528" userDrawn="1">
          <p15:clr>
            <a:srgbClr val="F26B43"/>
          </p15:clr>
        </p15:guide>
        <p15:guide id="43" pos="4344" userDrawn="1">
          <p15:clr>
            <a:srgbClr val="547EBF"/>
          </p15:clr>
        </p15:guide>
        <p15:guide id="44" pos="4608" userDrawn="1">
          <p15:clr>
            <a:srgbClr val="F26B43"/>
          </p15:clr>
        </p15:guide>
        <p15:guide id="45" pos="4656" userDrawn="1">
          <p15:clr>
            <a:srgbClr val="F26B43"/>
          </p15:clr>
        </p15:guide>
        <p15:guide id="46" pos="4920" userDrawn="1">
          <p15:clr>
            <a:srgbClr val="547EBF"/>
          </p15:clr>
        </p15:guide>
        <p15:guide id="47" pos="4968" userDrawn="1">
          <p15:clr>
            <a:srgbClr val="547EBF"/>
          </p15:clr>
        </p15:guide>
        <p15:guide id="48" pos="5280" userDrawn="1">
          <p15:clr>
            <a:srgbClr val="F26B43"/>
          </p15:clr>
        </p15:guide>
        <p15:guide id="49" pos="5232" userDrawn="1">
          <p15:clr>
            <a:srgbClr val="F26B43"/>
          </p15:clr>
        </p15:guide>
        <p15:guide id="50" pos="3648" userDrawn="1">
          <p15:clr>
            <a:srgbClr val="F26B43"/>
          </p15:clr>
        </p15:guide>
        <p15:guide id="51" pos="3696" userDrawn="1">
          <p15:clr>
            <a:srgbClr val="F26B43"/>
          </p15:clr>
        </p15:guide>
        <p15:guide id="52" pos="3984" userDrawn="1">
          <p15:clr>
            <a:srgbClr val="F26B43"/>
          </p15:clr>
        </p15:guide>
        <p15:guide id="53" pos="4296" userDrawn="1">
          <p15:clr>
            <a:srgbClr val="547EBF"/>
          </p15:clr>
        </p15:guide>
        <p15:guide id="54" pos="3840" userDrawn="1">
          <p15:clr>
            <a:srgbClr val="547EBF"/>
          </p15:clr>
        </p15:guide>
        <p15:guide id="55" pos="4032" userDrawn="1">
          <p15:clr>
            <a:srgbClr val="F26B43"/>
          </p15:clr>
        </p15:guide>
        <p15:guide id="56" orient="horz" pos="1248" userDrawn="1">
          <p15:clr>
            <a:srgbClr val="F26B43"/>
          </p15:clr>
        </p15:guide>
        <p15:guide id="57" orient="horz" pos="1200" userDrawn="1">
          <p15:clr>
            <a:srgbClr val="F26B43"/>
          </p15:clr>
        </p15:guide>
        <p15:guide id="58" orient="horz" pos="1560" userDrawn="1">
          <p15:clr>
            <a:srgbClr val="547EBF"/>
          </p15:clr>
        </p15:guide>
        <p15:guide id="59" orient="horz" pos="1512" userDrawn="1">
          <p15:clr>
            <a:srgbClr val="547EBF"/>
          </p15:clr>
        </p15:guide>
        <p15:guide id="60" orient="horz" pos="1824" userDrawn="1">
          <p15:clr>
            <a:srgbClr val="F26B43"/>
          </p15:clr>
        </p15:guide>
        <p15:guide id="61" orient="horz" pos="1872" userDrawn="1">
          <p15:clr>
            <a:srgbClr val="F26B43"/>
          </p15:clr>
        </p15:guide>
        <p15:guide id="62" orient="horz" pos="2136" userDrawn="1">
          <p15:clr>
            <a:srgbClr val="547EBF"/>
          </p15:clr>
        </p15:guide>
        <p15:guide id="63" orient="horz" pos="2184" userDrawn="1">
          <p15:clr>
            <a:srgbClr val="547EBF"/>
          </p15:clr>
        </p15:guide>
        <p15:guide id="64" orient="horz" pos="576" userDrawn="1">
          <p15:clr>
            <a:srgbClr val="F26B43"/>
          </p15:clr>
        </p15:guide>
        <p15:guide id="65" orient="horz" pos="624" userDrawn="1">
          <p15:clr>
            <a:srgbClr val="F26B43"/>
          </p15:clr>
        </p15:guide>
        <p15:guide id="66" orient="horz" pos="936" userDrawn="1">
          <p15:clr>
            <a:srgbClr val="547EBF"/>
          </p15:clr>
        </p15:guide>
        <p15:guide id="67" orient="horz" pos="888" userDrawn="1">
          <p15:clr>
            <a:srgbClr val="547EBF"/>
          </p15:clr>
        </p15:guide>
        <p15:guide id="68" orient="horz" pos="3384" userDrawn="1">
          <p15:clr>
            <a:srgbClr val="547EBF"/>
          </p15:clr>
        </p15:guide>
        <p15:guide id="69" orient="horz" pos="3432" userDrawn="1">
          <p15:clr>
            <a:srgbClr val="547EBF"/>
          </p15:clr>
        </p15:guide>
        <p15:guide id="70" orient="horz" pos="3696" userDrawn="1">
          <p15:clr>
            <a:srgbClr val="F26B43"/>
          </p15:clr>
        </p15:guide>
        <p15:guide id="71"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419100" y="1902178"/>
            <a:ext cx="10683840" cy="3063236"/>
          </a:xfrm>
          <a:prstGeom prst="rect">
            <a:avLst/>
          </a:prstGeom>
          <a:noFill/>
          <a:ln>
            <a:noFill/>
          </a:ln>
        </p:spPr>
        <p:txBody>
          <a:bodyPr spcFirstLastPara="1" wrap="square" lIns="0" tIns="0" rIns="0" bIns="0" anchor="ctr" anchorCtr="0">
            <a:noAutofit/>
          </a:bodyPr>
          <a:lstStyle/>
          <a:p>
            <a:r>
              <a:rPr lang="en-US" sz="8000" b="1" dirty="0">
                <a:solidFill>
                  <a:srgbClr val="FFFF40"/>
                </a:solidFill>
                <a:latin typeface="Poppins"/>
                <a:ea typeface="Poppins"/>
                <a:cs typeface="Poppins"/>
                <a:sym typeface="Poppins"/>
              </a:rPr>
              <a:t>MILAGRO</a:t>
            </a:r>
            <a:r>
              <a:rPr lang="en-US" sz="6100" b="1" dirty="0">
                <a:solidFill>
                  <a:srgbClr val="FFFF40"/>
                </a:solidFill>
                <a:latin typeface="Poppins"/>
                <a:ea typeface="Poppins"/>
                <a:cs typeface="Poppins"/>
                <a:sym typeface="Poppins"/>
              </a:rPr>
              <a:t> </a:t>
            </a:r>
            <a:br>
              <a:rPr lang="en-US" b="1" dirty="0">
                <a:latin typeface="Poppins" panose="00000500000000000000" pitchFamily="2" charset="0"/>
                <a:ea typeface="Poppins"/>
                <a:cs typeface="Poppins" panose="00000500000000000000" pitchFamily="2" charset="0"/>
              </a:rPr>
            </a:br>
            <a:r>
              <a:rPr lang="en-US" sz="6100" dirty="0">
                <a:solidFill>
                  <a:srgbClr val="FFFF40"/>
                </a:solidFill>
                <a:latin typeface="Poppins"/>
                <a:cs typeface="Poppins"/>
              </a:rPr>
              <a:t>Mixing with Mexico</a:t>
            </a:r>
          </a:p>
          <a:p>
            <a:br>
              <a:rPr lang="en-US" sz="2800" dirty="0">
                <a:solidFill>
                  <a:srgbClr val="FFFF40"/>
                </a:solidFill>
                <a:latin typeface="Poppins"/>
                <a:cs typeface="Poppins"/>
              </a:rPr>
            </a:br>
            <a:r>
              <a:rPr lang="en-US" sz="2800" dirty="0">
                <a:solidFill>
                  <a:srgbClr val="FFFF40"/>
                </a:solidFill>
                <a:latin typeface="Poppins"/>
                <a:cs typeface="Poppins"/>
              </a:rPr>
              <a:t>New York City 10/17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6" name="Title 5">
            <a:extLst>
              <a:ext uri="{FF2B5EF4-FFF2-40B4-BE49-F238E27FC236}">
                <a16:creationId xmlns:a16="http://schemas.microsoft.com/office/drawing/2014/main" id="{AAD1B47E-9162-9A45-6278-2ECAC7F9A9FC}"/>
              </a:ext>
            </a:extLst>
          </p:cNvPr>
          <p:cNvSpPr>
            <a:spLocks noGrp="1"/>
          </p:cNvSpPr>
          <p:nvPr>
            <p:ph type="title"/>
          </p:nvPr>
        </p:nvSpPr>
        <p:spPr>
          <a:xfrm>
            <a:off x="419100" y="495301"/>
            <a:ext cx="11353800" cy="914399"/>
          </a:xfrm>
        </p:spPr>
        <p:txBody>
          <a:bodyPr wrap="square" anchor="t">
            <a:normAutofit/>
          </a:bodyPr>
          <a:lstStyle/>
          <a:p>
            <a:r>
              <a:rPr lang="en-US">
                <a:solidFill>
                  <a:srgbClr val="004AD6"/>
                </a:solidFill>
                <a:latin typeface="Poppins" panose="00000500000000000000" pitchFamily="2" charset="0"/>
                <a:cs typeface="Poppins" panose="00000500000000000000" pitchFamily="2" charset="0"/>
              </a:rPr>
              <a:t>ACTIVATIONS</a:t>
            </a:r>
          </a:p>
        </p:txBody>
      </p:sp>
      <p:sp>
        <p:nvSpPr>
          <p:cNvPr id="115" name="Text Placeholder 2">
            <a:extLst>
              <a:ext uri="{FF2B5EF4-FFF2-40B4-BE49-F238E27FC236}">
                <a16:creationId xmlns:a16="http://schemas.microsoft.com/office/drawing/2014/main" id="{8F125E26-6A4B-280F-1275-BC9751F6A2B6}"/>
              </a:ext>
            </a:extLst>
          </p:cNvPr>
          <p:cNvSpPr>
            <a:spLocks noGrp="1"/>
          </p:cNvSpPr>
          <p:nvPr>
            <p:ph type="body" idx="1"/>
          </p:nvPr>
        </p:nvSpPr>
        <p:spPr>
          <a:xfrm>
            <a:off x="288758" y="1420858"/>
            <a:ext cx="11353800" cy="1507745"/>
          </a:xfrm>
        </p:spPr>
        <p:txBody>
          <a:bodyPr spcFirstLastPara="1" wrap="square" lIns="0" tIns="0" rIns="0" bIns="0" anchor="t" anchorCtr="0">
            <a:noAutofit/>
          </a:bodyPr>
          <a:lstStyle/>
          <a:p>
            <a:pPr marL="201295" indent="0">
              <a:buNone/>
            </a:pPr>
            <a:r>
              <a:rPr lang="en-US" sz="1500" b="1" dirty="0">
                <a:solidFill>
                  <a:srgbClr val="004AD6"/>
                </a:solidFill>
                <a:latin typeface="Poppins"/>
              </a:rPr>
              <a:t>Recap</a:t>
            </a:r>
            <a:endParaRPr lang="en-US" sz="1500" dirty="0">
              <a:solidFill>
                <a:srgbClr val="004AD6"/>
              </a:solidFill>
              <a:latin typeface="Poppins"/>
            </a:endParaRPr>
          </a:p>
          <a:p>
            <a:pPr marL="201295" indent="0">
              <a:buNone/>
            </a:pPr>
            <a:r>
              <a:rPr lang="en-US" sz="1500" dirty="0">
                <a:solidFill>
                  <a:srgbClr val="004AD6"/>
                </a:solidFill>
              </a:rPr>
              <a:t>The MWM NYC activation at the Peacock Bar in New York City was bustling from the start to the end of the event. The guests enjoyed themselves, with most guests' dwell time being multiple hours and some staying to help clear up at the end. There were over 60 guests in attendance during the peak moments. The private tasting room was a big hit and extremely popular with guests. Attendees loved the music, with the 360 camera being very popular. Kaito created some delicious and unique drinks, with many bottles of Milagro being consumed throughout the night.</a:t>
            </a:r>
            <a:endParaRPr lang="en-US" dirty="0"/>
          </a:p>
        </p:txBody>
      </p:sp>
      <p:sp>
        <p:nvSpPr>
          <p:cNvPr id="110" name="Google Shape;110;g147e0883fbf_0_0"/>
          <p:cNvSpPr txBox="1">
            <a:spLocks noGrp="1"/>
          </p:cNvSpPr>
          <p:nvPr>
            <p:ph type="sldNum" idx="12"/>
          </p:nvPr>
        </p:nvSpPr>
        <p:spPr>
          <a:xfrm>
            <a:off x="9255910" y="137659"/>
            <a:ext cx="2743200" cy="365125"/>
          </a:xfrm>
        </p:spPr>
        <p:txBody>
          <a:bodyPr spcFirstLastPara="1" wrap="square" lIns="91425" tIns="45700" rIns="91425" bIns="45700" anchor="ctr" anchorCtr="0">
            <a:normAutofit/>
          </a:bodyPr>
          <a:lstStyle/>
          <a:p>
            <a:pPr marL="0" lvl="0" indent="0" rtl="0">
              <a:spcBef>
                <a:spcPts val="0"/>
              </a:spcBef>
              <a:spcAft>
                <a:spcPts val="600"/>
              </a:spcAft>
              <a:buClr>
                <a:srgbClr val="000000"/>
              </a:buClr>
              <a:buSzPts val="1000"/>
              <a:buFont typeface="Arial"/>
              <a:buNone/>
            </a:pPr>
            <a:fld id="{00000000-1234-1234-1234-123412341234}" type="slidenum">
              <a:rPr lang="en-US"/>
              <a:pPr marL="0" lvl="0" indent="0" rtl="0">
                <a:spcBef>
                  <a:spcPts val="0"/>
                </a:spcBef>
                <a:spcAft>
                  <a:spcPts val="600"/>
                </a:spcAft>
                <a:buClr>
                  <a:srgbClr val="000000"/>
                </a:buClr>
                <a:buSzPts val="1000"/>
                <a:buFont typeface="Arial"/>
                <a:buNone/>
              </a:pPr>
              <a:t>2</a:t>
            </a:fld>
            <a:endParaRPr lang="en-US"/>
          </a:p>
        </p:txBody>
      </p:sp>
      <p:sp>
        <p:nvSpPr>
          <p:cNvPr id="2" name="Google Shape;448;p78">
            <a:extLst>
              <a:ext uri="{FF2B5EF4-FFF2-40B4-BE49-F238E27FC236}">
                <a16:creationId xmlns:a16="http://schemas.microsoft.com/office/drawing/2014/main" id="{3DB96AFD-D533-933A-A6BE-AD721D8F5EEC}"/>
              </a:ext>
            </a:extLst>
          </p:cNvPr>
          <p:cNvSpPr txBox="1"/>
          <p:nvPr/>
        </p:nvSpPr>
        <p:spPr>
          <a:xfrm>
            <a:off x="373092" y="2882874"/>
            <a:ext cx="3785683" cy="1323399"/>
          </a:xfrm>
          <a:prstGeom prst="rect">
            <a:avLst/>
          </a:prstGeom>
          <a:noFill/>
          <a:ln>
            <a:noFill/>
          </a:ln>
        </p:spPr>
        <p:txBody>
          <a:bodyPr spcFirstLastPara="1" wrap="square" lIns="121900" tIns="121900" rIns="121900" bIns="121900" anchor="t" anchorCtr="0">
            <a:spAutoFit/>
          </a:bodyPr>
          <a:lstStyle/>
          <a:p>
            <a:pPr algn="ctr"/>
            <a:r>
              <a:rPr lang="en-US" sz="1400" b="1" dirty="0">
                <a:solidFill>
                  <a:srgbClr val="004AD6"/>
                </a:solidFill>
                <a:latin typeface="Poppins"/>
                <a:ea typeface="Poppins"/>
                <a:cs typeface="Poppins"/>
                <a:sym typeface="Poppins"/>
              </a:rPr>
              <a:t>Splash</a:t>
            </a:r>
            <a:endParaRPr lang="en" sz="1400" b="1" dirty="0">
              <a:solidFill>
                <a:srgbClr val="004AD6"/>
              </a:solidFill>
              <a:latin typeface="Poppins" panose="00000500000000000000" pitchFamily="2" charset="0"/>
              <a:ea typeface="Poppins"/>
              <a:cs typeface="Poppins" panose="00000500000000000000" pitchFamily="2" charset="0"/>
              <a:sym typeface="Poppins"/>
            </a:endParaRPr>
          </a:p>
          <a:p>
            <a:pPr algn="ctr"/>
            <a:r>
              <a:rPr lang="en-US" sz="1400" dirty="0">
                <a:solidFill>
                  <a:srgbClr val="004AD6"/>
                </a:solidFill>
                <a:latin typeface="Poppins"/>
                <a:ea typeface="Poppins"/>
                <a:cs typeface="Poppins"/>
                <a:sym typeface="Poppins"/>
              </a:rPr>
              <a:t>RSVP'd: 142</a:t>
            </a:r>
            <a:endParaRPr lang="en-US" sz="1400" dirty="0">
              <a:solidFill>
                <a:srgbClr val="004AD6"/>
              </a:solidFill>
              <a:latin typeface="Poppins" panose="00000500000000000000" pitchFamily="2" charset="0"/>
              <a:ea typeface="Poppins"/>
              <a:cs typeface="Poppins" panose="00000500000000000000" pitchFamily="2" charset="0"/>
            </a:endParaRPr>
          </a:p>
          <a:p>
            <a:pPr algn="ctr"/>
            <a:r>
              <a:rPr lang="en-US" sz="1400" dirty="0">
                <a:solidFill>
                  <a:srgbClr val="004AD6"/>
                </a:solidFill>
                <a:latin typeface="Poppins"/>
                <a:cs typeface="Poppins"/>
                <a:sym typeface="Poppins"/>
              </a:rPr>
              <a:t>Checked In: 86</a:t>
            </a:r>
            <a:endParaRPr lang="en-US" sz="1400" dirty="0">
              <a:solidFill>
                <a:srgbClr val="004AD6"/>
              </a:solidFill>
              <a:latin typeface="Poppins"/>
              <a:cs typeface="Poppins"/>
            </a:endParaRPr>
          </a:p>
          <a:p>
            <a:pPr algn="ctr"/>
            <a:r>
              <a:rPr lang="en-US" sz="1400" dirty="0">
                <a:solidFill>
                  <a:srgbClr val="004AD6"/>
                </a:solidFill>
                <a:latin typeface="Poppins"/>
                <a:cs typeface="Poppins"/>
                <a:sym typeface="Poppins"/>
              </a:rPr>
              <a:t>Unique Page Views: 265</a:t>
            </a:r>
            <a:endParaRPr lang="en-US" sz="1400" dirty="0">
              <a:solidFill>
                <a:srgbClr val="004AD6"/>
              </a:solidFill>
              <a:latin typeface="Poppins"/>
              <a:cs typeface="Poppins"/>
            </a:endParaRPr>
          </a:p>
          <a:p>
            <a:pPr algn="ctr"/>
            <a:r>
              <a:rPr lang="en-US" sz="1400" dirty="0">
                <a:solidFill>
                  <a:srgbClr val="004AD6"/>
                </a:solidFill>
                <a:latin typeface="Poppins"/>
                <a:cs typeface="Poppins"/>
                <a:sym typeface="Poppins"/>
              </a:rPr>
              <a:t>Most Popular Job Total: Bartender 15</a:t>
            </a:r>
            <a:endParaRPr lang="en" dirty="0"/>
          </a:p>
        </p:txBody>
      </p:sp>
      <p:sp>
        <p:nvSpPr>
          <p:cNvPr id="3" name="Google Shape;449;p78">
            <a:extLst>
              <a:ext uri="{FF2B5EF4-FFF2-40B4-BE49-F238E27FC236}">
                <a16:creationId xmlns:a16="http://schemas.microsoft.com/office/drawing/2014/main" id="{3F75CC1F-0BA9-8C86-E005-93145CC40754}"/>
              </a:ext>
            </a:extLst>
          </p:cNvPr>
          <p:cNvSpPr txBox="1"/>
          <p:nvPr/>
        </p:nvSpPr>
        <p:spPr>
          <a:xfrm>
            <a:off x="8358618" y="2887053"/>
            <a:ext cx="3609600" cy="1323399"/>
          </a:xfrm>
          <a:prstGeom prst="rect">
            <a:avLst/>
          </a:prstGeom>
          <a:noFill/>
          <a:ln>
            <a:noFill/>
          </a:ln>
        </p:spPr>
        <p:txBody>
          <a:bodyPr spcFirstLastPara="1" wrap="square" lIns="121900" tIns="121900" rIns="121900" bIns="121900" anchor="t" anchorCtr="0">
            <a:spAutoFit/>
          </a:bodyPr>
          <a:lstStyle/>
          <a:p>
            <a:pPr algn="ctr"/>
            <a:r>
              <a:rPr lang="en-US" sz="1400" b="1" dirty="0">
                <a:solidFill>
                  <a:srgbClr val="004AD6"/>
                </a:solidFill>
                <a:latin typeface="Poppins"/>
                <a:ea typeface="Poppins"/>
                <a:cs typeface="Poppins"/>
                <a:sym typeface="Poppins"/>
              </a:rPr>
              <a:t>360 Camera</a:t>
            </a:r>
            <a:endParaRPr sz="1400" b="1" dirty="0">
              <a:solidFill>
                <a:srgbClr val="004AD6"/>
              </a:solidFill>
              <a:latin typeface="Poppins" panose="00000500000000000000" pitchFamily="2" charset="0"/>
              <a:ea typeface="Poppins"/>
              <a:cs typeface="Poppins" panose="00000500000000000000" pitchFamily="2" charset="0"/>
              <a:sym typeface="Poppins"/>
            </a:endParaRPr>
          </a:p>
          <a:p>
            <a:pPr marL="165100" algn="ctr">
              <a:buClr>
                <a:schemeClr val="dk1"/>
              </a:buClr>
              <a:buSzPts val="1000"/>
            </a:pPr>
            <a:r>
              <a:rPr lang="en-US" sz="1400" dirty="0">
                <a:solidFill>
                  <a:srgbClr val="004AD6"/>
                </a:solidFill>
                <a:latin typeface="Poppins"/>
                <a:ea typeface="Poppins"/>
                <a:cs typeface="Poppins"/>
                <a:sym typeface="Poppins"/>
              </a:rPr>
              <a:t>Videos Created: 80</a:t>
            </a:r>
            <a:endParaRPr lang="en-US" sz="1400" dirty="0">
              <a:solidFill>
                <a:srgbClr val="004AD6"/>
              </a:solidFill>
              <a:latin typeface="Poppins" panose="00000500000000000000" pitchFamily="2" charset="0"/>
              <a:ea typeface="Poppins"/>
              <a:cs typeface="Poppins" panose="00000500000000000000" pitchFamily="2" charset="0"/>
            </a:endParaRPr>
          </a:p>
          <a:p>
            <a:pPr algn="ctr"/>
            <a:r>
              <a:rPr lang="en-US" sz="1400" dirty="0">
                <a:solidFill>
                  <a:srgbClr val="004AD6"/>
                </a:solidFill>
                <a:effectLst/>
                <a:latin typeface="Poppins"/>
                <a:ea typeface="Calibri" panose="020F0502020204030204" pitchFamily="34" charset="0"/>
                <a:cs typeface="Poppins"/>
              </a:rPr>
              <a:t>Faces Per Photo:</a:t>
            </a:r>
            <a:r>
              <a:rPr lang="en-US" sz="1400" dirty="0">
                <a:solidFill>
                  <a:srgbClr val="004AD6"/>
                </a:solidFill>
                <a:latin typeface="Poppins"/>
                <a:ea typeface="Calibri" panose="020F0502020204030204" pitchFamily="34" charset="0"/>
                <a:cs typeface="Poppins"/>
              </a:rPr>
              <a:t> 1.69</a:t>
            </a:r>
            <a:endParaRPr lang="en-US" sz="1400" dirty="0">
              <a:solidFill>
                <a:srgbClr val="004AD6"/>
              </a:solidFill>
              <a:effectLst/>
              <a:latin typeface="Poppins" panose="00000500000000000000" pitchFamily="2" charset="0"/>
              <a:ea typeface="Calibri" panose="020F0502020204030204" pitchFamily="34" charset="0"/>
              <a:cs typeface="Poppins" panose="00000500000000000000" pitchFamily="2" charset="0"/>
            </a:endParaRPr>
          </a:p>
          <a:p>
            <a:pPr marL="0" marR="0" algn="ctr">
              <a:spcBef>
                <a:spcPts val="0"/>
              </a:spcBef>
              <a:spcAft>
                <a:spcPts val="0"/>
              </a:spcAft>
            </a:pPr>
            <a:r>
              <a:rPr lang="en-US" sz="1400" dirty="0">
                <a:solidFill>
                  <a:srgbClr val="004AD6"/>
                </a:solidFill>
                <a:effectLst/>
                <a:latin typeface="Poppins"/>
                <a:ea typeface="Calibri" panose="020F0502020204030204" pitchFamily="34" charset="0"/>
                <a:cs typeface="Poppins"/>
              </a:rPr>
              <a:t>  Women: </a:t>
            </a:r>
            <a:r>
              <a:rPr lang="en-US" sz="1400" dirty="0">
                <a:solidFill>
                  <a:srgbClr val="004AD6"/>
                </a:solidFill>
                <a:latin typeface="Poppins"/>
                <a:ea typeface="Calibri" panose="020F0502020204030204" pitchFamily="34" charset="0"/>
                <a:cs typeface="Poppins"/>
              </a:rPr>
              <a:t>43</a:t>
            </a:r>
            <a:endParaRPr lang="en-US" sz="1400" dirty="0">
              <a:solidFill>
                <a:srgbClr val="004AD6"/>
              </a:solidFill>
              <a:effectLst/>
              <a:latin typeface="Poppins" panose="00000500000000000000" pitchFamily="2" charset="0"/>
              <a:ea typeface="Calibri" panose="020F0502020204030204" pitchFamily="34" charset="0"/>
              <a:cs typeface="Poppins" panose="00000500000000000000" pitchFamily="2" charset="0"/>
            </a:endParaRPr>
          </a:p>
          <a:p>
            <a:pPr algn="ctr"/>
            <a:r>
              <a:rPr lang="en-US" sz="1400" dirty="0">
                <a:solidFill>
                  <a:srgbClr val="004AD6"/>
                </a:solidFill>
                <a:effectLst/>
                <a:latin typeface="Poppins"/>
                <a:ea typeface="Calibri" panose="020F0502020204030204" pitchFamily="34" charset="0"/>
                <a:cs typeface="Poppins"/>
              </a:rPr>
              <a:t>Men:</a:t>
            </a:r>
            <a:r>
              <a:rPr lang="en-US" sz="1400" dirty="0">
                <a:solidFill>
                  <a:srgbClr val="004AD6"/>
                </a:solidFill>
                <a:latin typeface="Poppins"/>
                <a:ea typeface="Calibri" panose="020F0502020204030204" pitchFamily="34" charset="0"/>
                <a:cs typeface="Poppins"/>
              </a:rPr>
              <a:t> 55</a:t>
            </a:r>
            <a:endParaRPr lang="en-US" sz="1400" dirty="0">
              <a:solidFill>
                <a:srgbClr val="004AD6"/>
              </a:solidFill>
              <a:effectLst/>
              <a:latin typeface="Poppins" panose="00000500000000000000" pitchFamily="2" charset="0"/>
              <a:ea typeface="Calibri" panose="020F0502020204030204" pitchFamily="34" charset="0"/>
              <a:cs typeface="Poppins" panose="00000500000000000000" pitchFamily="2" charset="0"/>
            </a:endParaRPr>
          </a:p>
        </p:txBody>
      </p:sp>
      <p:cxnSp>
        <p:nvCxnSpPr>
          <p:cNvPr id="5" name="Google Shape;451;p78">
            <a:extLst>
              <a:ext uri="{FF2B5EF4-FFF2-40B4-BE49-F238E27FC236}">
                <a16:creationId xmlns:a16="http://schemas.microsoft.com/office/drawing/2014/main" id="{BB2895AA-50BB-F252-052F-CABB966FCE5D}"/>
              </a:ext>
            </a:extLst>
          </p:cNvPr>
          <p:cNvCxnSpPr/>
          <p:nvPr/>
        </p:nvCxnSpPr>
        <p:spPr>
          <a:xfrm>
            <a:off x="102973" y="2708136"/>
            <a:ext cx="12214800" cy="11600"/>
          </a:xfrm>
          <a:prstGeom prst="straightConnector1">
            <a:avLst/>
          </a:prstGeom>
          <a:noFill/>
          <a:ln w="38100" cap="flat" cmpd="sng">
            <a:solidFill>
              <a:srgbClr val="FFFF40"/>
            </a:solidFill>
            <a:prstDash val="solid"/>
            <a:round/>
            <a:headEnd type="none" w="med" len="med"/>
            <a:tailEnd type="none" w="med" len="med"/>
          </a:ln>
        </p:spPr>
      </p:cxnSp>
      <p:cxnSp>
        <p:nvCxnSpPr>
          <p:cNvPr id="7" name="Google Shape;452;p78">
            <a:extLst>
              <a:ext uri="{FF2B5EF4-FFF2-40B4-BE49-F238E27FC236}">
                <a16:creationId xmlns:a16="http://schemas.microsoft.com/office/drawing/2014/main" id="{4EA46799-DDFA-1638-0D2A-B2A7D9DECE0F}"/>
              </a:ext>
            </a:extLst>
          </p:cNvPr>
          <p:cNvCxnSpPr/>
          <p:nvPr/>
        </p:nvCxnSpPr>
        <p:spPr>
          <a:xfrm>
            <a:off x="542" y="4469470"/>
            <a:ext cx="12214800" cy="0"/>
          </a:xfrm>
          <a:prstGeom prst="straightConnector1">
            <a:avLst/>
          </a:prstGeom>
          <a:noFill/>
          <a:ln w="38100" cap="flat" cmpd="sng">
            <a:solidFill>
              <a:srgbClr val="FFFF40"/>
            </a:solidFill>
            <a:prstDash val="solid"/>
            <a:round/>
            <a:headEnd type="none" w="med" len="med"/>
            <a:tailEnd type="none" w="med" len="med"/>
          </a:ln>
        </p:spPr>
      </p:cxnSp>
      <p:sp>
        <p:nvSpPr>
          <p:cNvPr id="9" name="Text Placeholder 2">
            <a:extLst>
              <a:ext uri="{FF2B5EF4-FFF2-40B4-BE49-F238E27FC236}">
                <a16:creationId xmlns:a16="http://schemas.microsoft.com/office/drawing/2014/main" id="{2A795E01-7424-4373-4A82-AF054FC2BDC8}"/>
              </a:ext>
            </a:extLst>
          </p:cNvPr>
          <p:cNvSpPr txBox="1">
            <a:spLocks/>
          </p:cNvSpPr>
          <p:nvPr/>
        </p:nvSpPr>
        <p:spPr>
          <a:xfrm>
            <a:off x="288596" y="4827529"/>
            <a:ext cx="11353800" cy="729703"/>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609585" marR="0" lvl="0" indent="-406390" algn="l" rtl="0">
              <a:lnSpc>
                <a:spcPct val="9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397923" algn="l" rtl="0">
              <a:lnSpc>
                <a:spcPct val="90000"/>
              </a:lnSpc>
              <a:spcBef>
                <a:spcPts val="1600"/>
              </a:spcBef>
              <a:spcAft>
                <a:spcPts val="0"/>
              </a:spcAft>
              <a:buClr>
                <a:schemeClr val="dk1"/>
              </a:buClr>
              <a:buSzPts val="1100"/>
              <a:buFont typeface="Arial"/>
              <a:buChar char="•"/>
              <a:defRPr sz="1467" b="0" i="0" u="none" strike="noStrike" cap="none">
                <a:solidFill>
                  <a:schemeClr val="dk1"/>
                </a:solidFill>
                <a:latin typeface="Arial"/>
                <a:ea typeface="Arial"/>
                <a:cs typeface="Arial"/>
                <a:sym typeface="Arial"/>
              </a:defRPr>
            </a:lvl2pPr>
            <a:lvl3pPr marL="1828754" marR="0" lvl="2" indent="-380990" algn="l" rtl="0">
              <a:lnSpc>
                <a:spcPct val="90000"/>
              </a:lnSpc>
              <a:spcBef>
                <a:spcPts val="1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3pPr>
            <a:lvl4pPr marL="2438339" marR="0" lvl="3" indent="-380990" algn="l" rtl="0">
              <a:lnSpc>
                <a:spcPct val="90000"/>
              </a:lnSpc>
              <a:spcBef>
                <a:spcPts val="1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4pPr>
            <a:lvl5pPr marL="3047924" marR="0" lvl="4" indent="-380990" algn="l" rtl="0">
              <a:lnSpc>
                <a:spcPct val="90000"/>
              </a:lnSpc>
              <a:spcBef>
                <a:spcPts val="1600"/>
              </a:spcBef>
              <a:spcAft>
                <a:spcPts val="0"/>
              </a:spcAft>
              <a:buClr>
                <a:schemeClr val="dk1"/>
              </a:buClr>
              <a:buSzPts val="900"/>
              <a:buFont typeface="Arial"/>
              <a:buChar char="•"/>
              <a:defRPr sz="1200" b="0" i="0" u="none" strike="noStrike" cap="none">
                <a:solidFill>
                  <a:schemeClr val="dk1"/>
                </a:solidFill>
                <a:latin typeface="Arial"/>
                <a:ea typeface="Arial"/>
                <a:cs typeface="Arial"/>
                <a:sym typeface="Arial"/>
              </a:defRPr>
            </a:lvl5pPr>
            <a:lvl6pPr marL="3657509" marR="0" lvl="5" indent="-423323"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4267093" marR="0" lvl="6" indent="-423323" algn="l" rtl="0">
              <a:lnSpc>
                <a:spcPct val="90000"/>
              </a:lnSpc>
              <a:spcBef>
                <a:spcPts val="533"/>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4876678" marR="0" lvl="7" indent="-423323" algn="l" rtl="0">
              <a:lnSpc>
                <a:spcPct val="90000"/>
              </a:lnSpc>
              <a:spcBef>
                <a:spcPts val="533"/>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5486263" marR="0" lvl="8" indent="-423323" algn="l" rtl="0">
              <a:lnSpc>
                <a:spcPct val="90000"/>
              </a:lnSpc>
              <a:spcBef>
                <a:spcPts val="533"/>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pPr marL="202565" indent="0">
              <a:lnSpc>
                <a:spcPct val="100000"/>
              </a:lnSpc>
              <a:buNone/>
            </a:pPr>
            <a:r>
              <a:rPr lang="en-US" sz="1800" b="1" kern="0" dirty="0">
                <a:solidFill>
                  <a:srgbClr val="004AD6"/>
                </a:solidFill>
                <a:latin typeface="Poppins"/>
              </a:rPr>
              <a:t>Key Learnings</a:t>
            </a:r>
            <a:endParaRPr lang="en-US" sz="1800" kern="0" dirty="0">
              <a:solidFill>
                <a:srgbClr val="004AD6"/>
              </a:solidFill>
              <a:latin typeface="Poppins"/>
            </a:endParaRPr>
          </a:p>
          <a:p>
            <a:pPr marL="608965" indent="-405765">
              <a:buClr>
                <a:srgbClr val="000000"/>
              </a:buClr>
            </a:pPr>
            <a:r>
              <a:rPr lang="en-US" sz="1400" b="1" dirty="0">
                <a:solidFill>
                  <a:srgbClr val="004AD6"/>
                </a:solidFill>
                <a:latin typeface="Poppins"/>
              </a:rPr>
              <a:t>Location</a:t>
            </a:r>
            <a:r>
              <a:rPr lang="en-US" sz="1400" dirty="0">
                <a:solidFill>
                  <a:srgbClr val="004AD6"/>
                </a:solidFill>
                <a:latin typeface="Poppins"/>
              </a:rPr>
              <a:t>: It would be helpful to have more signage showing the bar's location, as it was hidden inside a restaurant. </a:t>
            </a:r>
          </a:p>
          <a:p>
            <a:pPr marL="608965" indent="-405765">
              <a:buClr>
                <a:srgbClr val="000000"/>
              </a:buClr>
            </a:pPr>
            <a:r>
              <a:rPr lang="en-US" sz="1400" b="1" dirty="0">
                <a:solidFill>
                  <a:srgbClr val="004AD6"/>
                </a:solidFill>
                <a:latin typeface="Poppins"/>
              </a:rPr>
              <a:t>Space</a:t>
            </a:r>
            <a:r>
              <a:rPr lang="en-US" sz="1400" dirty="0">
                <a:solidFill>
                  <a:srgbClr val="004AD6"/>
                </a:solidFill>
                <a:latin typeface="Poppins"/>
              </a:rPr>
              <a:t>: The space was an excellent fit for the amount of attendees that we had. We recommend at most 100 people in the bar at one time. </a:t>
            </a:r>
            <a:endParaRPr lang="en-US">
              <a:solidFill>
                <a:srgbClr val="004AD6"/>
              </a:solidFill>
              <a:latin typeface="Poppins"/>
            </a:endParaRPr>
          </a:p>
          <a:p>
            <a:pPr marL="608965" indent="-405765">
              <a:buClr>
                <a:srgbClr val="000000"/>
              </a:buClr>
            </a:pPr>
            <a:r>
              <a:rPr lang="en-US" sz="1400" b="1" dirty="0">
                <a:solidFill>
                  <a:srgbClr val="004AD6"/>
                </a:solidFill>
                <a:latin typeface="Poppins"/>
              </a:rPr>
              <a:t>William Grant and Sons</a:t>
            </a:r>
            <a:r>
              <a:rPr lang="en-US" sz="1400" dirty="0">
                <a:solidFill>
                  <a:srgbClr val="004AD6"/>
                </a:solidFill>
                <a:latin typeface="Poppins"/>
              </a:rPr>
              <a:t>: 19 employees attended the event. </a:t>
            </a:r>
            <a:endParaRPr lang="en-US">
              <a:solidFill>
                <a:srgbClr val="004AD6"/>
              </a:solidFill>
              <a:latin typeface="Poppins"/>
            </a:endParaRPr>
          </a:p>
          <a:p>
            <a:pPr marL="608965" indent="-405765">
              <a:buClr>
                <a:srgbClr val="000000"/>
              </a:buClr>
            </a:pPr>
            <a:r>
              <a:rPr lang="en-US" sz="1400" b="1" dirty="0">
                <a:solidFill>
                  <a:srgbClr val="004AD6"/>
                </a:solidFill>
                <a:latin typeface="Poppins"/>
              </a:rPr>
              <a:t>Charcuterie Board</a:t>
            </a:r>
            <a:r>
              <a:rPr lang="en-US" sz="1400" dirty="0">
                <a:solidFill>
                  <a:srgbClr val="004AD6"/>
                </a:solidFill>
                <a:latin typeface="Poppins"/>
              </a:rPr>
              <a:t>: We would not recommend this as a food option as only a few people tried it.</a:t>
            </a:r>
            <a:endParaRPr lang="en-US" dirty="0">
              <a:solidFill>
                <a:srgbClr val="004AD6"/>
              </a:solidFill>
              <a:latin typeface="Poppins"/>
            </a:endParaRPr>
          </a:p>
          <a:p>
            <a:pPr marL="608965" indent="-405765">
              <a:buClr>
                <a:srgbClr val="004AD6"/>
              </a:buClr>
            </a:pPr>
            <a:endParaRPr lang="en-US" sz="1400" dirty="0">
              <a:solidFill>
                <a:srgbClr val="004AD6"/>
              </a:solidFill>
              <a:latin typeface="Poppins" panose="00000500000000000000" pitchFamily="2" charset="0"/>
              <a:cs typeface="Poppins" panose="00000500000000000000" pitchFamily="2" charset="0"/>
            </a:endParaRPr>
          </a:p>
          <a:p>
            <a:pPr marL="608965" indent="-405765">
              <a:buClr>
                <a:srgbClr val="004AD6"/>
              </a:buClr>
              <a:buFont typeface="Arial"/>
              <a:buChar char="•"/>
            </a:pPr>
            <a:endParaRPr lang="en-US" sz="1400" dirty="0">
              <a:solidFill>
                <a:srgbClr val="004AD6"/>
              </a:solidFill>
              <a:latin typeface="Poppins" panose="00000500000000000000" pitchFamily="2" charset="0"/>
              <a:cs typeface="Poppins" panose="00000500000000000000" pitchFamily="2" charset="0"/>
            </a:endParaRPr>
          </a:p>
          <a:p>
            <a:pPr marL="608965" indent="-405765"/>
            <a:endParaRPr lang="en-US" sz="1400" kern="0" dirty="0">
              <a:solidFill>
                <a:srgbClr val="212121"/>
              </a:solidFill>
              <a:latin typeface="Poppins"/>
            </a:endParaRPr>
          </a:p>
          <a:p>
            <a:pPr marL="488315" indent="-285750">
              <a:lnSpc>
                <a:spcPct val="100000"/>
              </a:lnSpc>
            </a:pPr>
            <a:endParaRPr lang="en-US" sz="1800" kern="0" dirty="0">
              <a:solidFill>
                <a:srgbClr val="004AD6"/>
              </a:solidFill>
              <a:latin typeface="Poppins"/>
            </a:endParaRPr>
          </a:p>
          <a:p>
            <a:pPr marL="202565" indent="0">
              <a:lnSpc>
                <a:spcPct val="100000"/>
              </a:lnSpc>
              <a:buNone/>
            </a:pPr>
            <a:endParaRPr lang="en-US" kern="0" dirty="0"/>
          </a:p>
        </p:txBody>
      </p:sp>
      <p:pic>
        <p:nvPicPr>
          <p:cNvPr id="1026" name="Picture 2">
            <a:extLst>
              <a:ext uri="{FF2B5EF4-FFF2-40B4-BE49-F238E27FC236}">
                <a16:creationId xmlns:a16="http://schemas.microsoft.com/office/drawing/2014/main" id="{7BD3AA7E-33ED-F076-6451-A2765EFD3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2416" y="2928950"/>
            <a:ext cx="3682090" cy="1237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2604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oup of people in a bar&#10;&#10;Description automatically generated">
            <a:extLst>
              <a:ext uri="{FF2B5EF4-FFF2-40B4-BE49-F238E27FC236}">
                <a16:creationId xmlns:a16="http://schemas.microsoft.com/office/drawing/2014/main" id="{8E5EAF9D-983B-5C94-7103-6CCD04D37496}"/>
              </a:ext>
            </a:extLst>
          </p:cNvPr>
          <p:cNvPicPr>
            <a:picLocks noChangeAspect="1"/>
          </p:cNvPicPr>
          <p:nvPr/>
        </p:nvPicPr>
        <p:blipFill>
          <a:blip r:embed="rId3"/>
          <a:stretch>
            <a:fillRect/>
          </a:stretch>
        </p:blipFill>
        <p:spPr>
          <a:xfrm>
            <a:off x="7293155" y="-15591"/>
            <a:ext cx="4904594" cy="3500916"/>
          </a:xfrm>
          <a:prstGeom prst="rect">
            <a:avLst/>
          </a:prstGeom>
        </p:spPr>
      </p:pic>
      <p:pic>
        <p:nvPicPr>
          <p:cNvPr id="2" name="Picture 1" descr="A bar with bottles and glasses&#10;&#10;Description automatically generated">
            <a:extLst>
              <a:ext uri="{FF2B5EF4-FFF2-40B4-BE49-F238E27FC236}">
                <a16:creationId xmlns:a16="http://schemas.microsoft.com/office/drawing/2014/main" id="{3C567BFA-BFB5-FF1A-3BD1-76E89392F160}"/>
              </a:ext>
            </a:extLst>
          </p:cNvPr>
          <p:cNvPicPr>
            <a:picLocks noChangeAspect="1"/>
          </p:cNvPicPr>
          <p:nvPr/>
        </p:nvPicPr>
        <p:blipFill>
          <a:blip r:embed="rId4"/>
          <a:stretch>
            <a:fillRect/>
          </a:stretch>
        </p:blipFill>
        <p:spPr>
          <a:xfrm>
            <a:off x="-958" y="-15592"/>
            <a:ext cx="4554746" cy="3524880"/>
          </a:xfrm>
          <a:prstGeom prst="rect">
            <a:avLst/>
          </a:prstGeom>
        </p:spPr>
      </p:pic>
      <p:pic>
        <p:nvPicPr>
          <p:cNvPr id="10" name="Picture 9" descr="A group of people holding drinks&#10;&#10;Description automatically generated">
            <a:extLst>
              <a:ext uri="{FF2B5EF4-FFF2-40B4-BE49-F238E27FC236}">
                <a16:creationId xmlns:a16="http://schemas.microsoft.com/office/drawing/2014/main" id="{3AC76088-1104-47A7-1643-78805563676F}"/>
              </a:ext>
            </a:extLst>
          </p:cNvPr>
          <p:cNvPicPr>
            <a:picLocks noChangeAspect="1"/>
          </p:cNvPicPr>
          <p:nvPr/>
        </p:nvPicPr>
        <p:blipFill>
          <a:blip r:embed="rId5"/>
          <a:stretch>
            <a:fillRect/>
          </a:stretch>
        </p:blipFill>
        <p:spPr>
          <a:xfrm>
            <a:off x="7350664" y="3463729"/>
            <a:ext cx="4847085" cy="3429031"/>
          </a:xfrm>
          <a:prstGeom prst="rect">
            <a:avLst/>
          </a:prstGeom>
        </p:spPr>
      </p:pic>
      <p:pic>
        <p:nvPicPr>
          <p:cNvPr id="12" name="Picture 11" descr="A person in a hat and glasses holding a water object&#10;&#10;Description automatically generated">
            <a:extLst>
              <a:ext uri="{FF2B5EF4-FFF2-40B4-BE49-F238E27FC236}">
                <a16:creationId xmlns:a16="http://schemas.microsoft.com/office/drawing/2014/main" id="{0296B617-A350-728A-C040-060244A438A9}"/>
              </a:ext>
            </a:extLst>
          </p:cNvPr>
          <p:cNvPicPr>
            <a:picLocks noChangeAspect="1"/>
          </p:cNvPicPr>
          <p:nvPr/>
        </p:nvPicPr>
        <p:blipFill>
          <a:blip r:embed="rId6"/>
          <a:stretch>
            <a:fillRect/>
          </a:stretch>
        </p:blipFill>
        <p:spPr>
          <a:xfrm>
            <a:off x="-959" y="3482899"/>
            <a:ext cx="4578708" cy="3376314"/>
          </a:xfrm>
          <a:prstGeom prst="rect">
            <a:avLst/>
          </a:prstGeom>
        </p:spPr>
      </p:pic>
      <p:pic>
        <p:nvPicPr>
          <p:cNvPr id="6" name="Picture 5" descr="Two men in hats holding glasses and drinking&#10;&#10;Description automatically generated">
            <a:extLst>
              <a:ext uri="{FF2B5EF4-FFF2-40B4-BE49-F238E27FC236}">
                <a16:creationId xmlns:a16="http://schemas.microsoft.com/office/drawing/2014/main" id="{BA33E35B-7F91-A449-D6F8-30AA96465D23}"/>
              </a:ext>
            </a:extLst>
          </p:cNvPr>
          <p:cNvPicPr>
            <a:picLocks noChangeAspect="1"/>
          </p:cNvPicPr>
          <p:nvPr/>
        </p:nvPicPr>
        <p:blipFill>
          <a:blip r:embed="rId7"/>
          <a:stretch>
            <a:fillRect/>
          </a:stretch>
        </p:blipFill>
        <p:spPr>
          <a:xfrm>
            <a:off x="4552207" y="-18211"/>
            <a:ext cx="2800039" cy="4201064"/>
          </a:xfrm>
          <a:prstGeom prst="rect">
            <a:avLst/>
          </a:prstGeom>
        </p:spPr>
      </p:pic>
      <p:pic>
        <p:nvPicPr>
          <p:cNvPr id="13" name="Picture 12" descr="A person wearing a blue hat and holding a glass of beer&#10;&#10;Description automatically generated">
            <a:extLst>
              <a:ext uri="{FF2B5EF4-FFF2-40B4-BE49-F238E27FC236}">
                <a16:creationId xmlns:a16="http://schemas.microsoft.com/office/drawing/2014/main" id="{69900CB8-7EF6-90FC-FA5A-F25FCB631B24}"/>
              </a:ext>
            </a:extLst>
          </p:cNvPr>
          <p:cNvPicPr>
            <a:picLocks noChangeAspect="1"/>
          </p:cNvPicPr>
          <p:nvPr/>
        </p:nvPicPr>
        <p:blipFill rotWithShape="1">
          <a:blip r:embed="rId8"/>
          <a:srcRect t="15967" r="175" b="-77"/>
          <a:stretch/>
        </p:blipFill>
        <p:spPr>
          <a:xfrm>
            <a:off x="4576169" y="3427563"/>
            <a:ext cx="2771292" cy="3465758"/>
          </a:xfrm>
          <a:prstGeom prst="rect">
            <a:avLst/>
          </a:prstGeom>
        </p:spPr>
      </p:pic>
    </p:spTree>
    <p:extLst>
      <p:ext uri="{BB962C8B-B14F-4D97-AF65-F5344CB8AC3E}">
        <p14:creationId xmlns:p14="http://schemas.microsoft.com/office/powerpoint/2010/main" val="1425611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2D42B-48FA-6D44-9E61-C296D1D029E1}"/>
              </a:ext>
            </a:extLst>
          </p:cNvPr>
          <p:cNvSpPr>
            <a:spLocks noGrp="1"/>
          </p:cNvSpPr>
          <p:nvPr>
            <p:ph type="ctrTitle"/>
          </p:nvPr>
        </p:nvSpPr>
        <p:spPr>
          <a:xfrm>
            <a:off x="381000" y="1992070"/>
            <a:ext cx="10477500" cy="2900363"/>
          </a:xfrm>
        </p:spPr>
        <p:txBody>
          <a:bodyPr>
            <a:normAutofit/>
          </a:bodyPr>
          <a:lstStyle/>
          <a:p>
            <a:r>
              <a:rPr lang="en-US" sz="5400">
                <a:latin typeface="+mn-lt"/>
              </a:rPr>
              <a:t>THANK YOU</a:t>
            </a:r>
          </a:p>
        </p:txBody>
      </p:sp>
    </p:spTree>
    <p:extLst>
      <p:ext uri="{BB962C8B-B14F-4D97-AF65-F5344CB8AC3E}">
        <p14:creationId xmlns:p14="http://schemas.microsoft.com/office/powerpoint/2010/main" val="4166706536"/>
      </p:ext>
    </p:extLst>
  </p:cSld>
  <p:clrMapOvr>
    <a:masterClrMapping/>
  </p:clrMapOvr>
</p:sld>
</file>

<file path=ppt/theme/theme1.xml><?xml version="1.0" encoding="utf-8"?>
<a:theme xmlns:a="http://schemas.openxmlformats.org/drawingml/2006/main" name="Office Theme">
  <a:themeElements>
    <a:clrScheme name="Momentum Template Palette">
      <a:dk1>
        <a:srgbClr val="000000"/>
      </a:dk1>
      <a:lt1>
        <a:srgbClr val="FFFFFF"/>
      </a:lt1>
      <a:dk2>
        <a:srgbClr val="D4D8DC"/>
      </a:dk2>
      <a:lt2>
        <a:srgbClr val="79858D"/>
      </a:lt2>
      <a:accent1>
        <a:srgbClr val="EB2A38"/>
      </a:accent1>
      <a:accent2>
        <a:srgbClr val="495682"/>
      </a:accent2>
      <a:accent3>
        <a:srgbClr val="39708C"/>
      </a:accent3>
      <a:accent4>
        <a:srgbClr val="416042"/>
      </a:accent4>
      <a:accent5>
        <a:srgbClr val="FFD209"/>
      </a:accent5>
      <a:accent6>
        <a:srgbClr val="F26319"/>
      </a:accent6>
      <a:hlink>
        <a:srgbClr val="EB2A38"/>
      </a:hlink>
      <a:folHlink>
        <a:srgbClr val="000000"/>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Momentum Template Palette">
      <a:dk1>
        <a:srgbClr val="000000"/>
      </a:dk1>
      <a:lt1>
        <a:srgbClr val="FFFFFF"/>
      </a:lt1>
      <a:dk2>
        <a:srgbClr val="D4D8DC"/>
      </a:dk2>
      <a:lt2>
        <a:srgbClr val="79858D"/>
      </a:lt2>
      <a:accent1>
        <a:srgbClr val="EB2A38"/>
      </a:accent1>
      <a:accent2>
        <a:srgbClr val="495682"/>
      </a:accent2>
      <a:accent3>
        <a:srgbClr val="39708C"/>
      </a:accent3>
      <a:accent4>
        <a:srgbClr val="416042"/>
      </a:accent4>
      <a:accent5>
        <a:srgbClr val="FFD209"/>
      </a:accent5>
      <a:accent6>
        <a:srgbClr val="F26319"/>
      </a:accent6>
      <a:hlink>
        <a:srgbClr val="EB2A38"/>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01b4607-f500-4f6e-b784-fb54d22359e9">
      <Terms xmlns="http://schemas.microsoft.com/office/infopath/2007/PartnerControls"/>
    </lcf76f155ced4ddcb4097134ff3c332f>
    <TaxCatchAll xmlns="05212364-6e0c-40a5-9fff-da248140089a" xsi:nil="true"/>
    <SharedWithUsers xmlns="05212364-6e0c-40a5-9fff-da248140089a">
      <UserInfo>
        <DisplayName>Baum, Kristen (STL-MOM)</DisplayName>
        <AccountId>346</AccountId>
        <AccountType/>
      </UserInfo>
      <UserInfo>
        <DisplayName>Bustos, Luis (WW-MOM)</DisplayName>
        <AccountId>347</AccountId>
        <AccountType/>
      </UserInfo>
    </SharedWithUsers>
    <Notes xmlns="801b4607-f500-4f6e-b784-fb54d22359e9" xsi:nil="true"/>
    <AzureFiles xmlns="801b4607-f500-4f6e-b784-fb54d22359e9">
      <Url xsi:nil="true"/>
      <Description xsi:nil="true"/>
    </AzureFiles>
    <Tag xmlns="801b4607-f500-4f6e-b784-fb54d22359e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C01503E242B4242B818938EF38676E9" ma:contentTypeVersion="21" ma:contentTypeDescription="Create a new document." ma:contentTypeScope="" ma:versionID="c6029682399a2723c603dceec7b1d942">
  <xsd:schema xmlns:xsd="http://www.w3.org/2001/XMLSchema" xmlns:xs="http://www.w3.org/2001/XMLSchema" xmlns:p="http://schemas.microsoft.com/office/2006/metadata/properties" xmlns:ns2="801b4607-f500-4f6e-b784-fb54d22359e9" xmlns:ns3="05212364-6e0c-40a5-9fff-da248140089a" targetNamespace="http://schemas.microsoft.com/office/2006/metadata/properties" ma:root="true" ma:fieldsID="7d672569b73afc4b98897befdaa03136" ns2:_="" ns3:_="">
    <xsd:import namespace="801b4607-f500-4f6e-b784-fb54d22359e9"/>
    <xsd:import namespace="05212364-6e0c-40a5-9fff-da248140089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Notes" minOccurs="0"/>
                <xsd:element ref="ns2:MediaServiceSearchProperties" minOccurs="0"/>
                <xsd:element ref="ns2:AzureFiles" minOccurs="0"/>
                <xsd:element ref="ns2:MediaServiceBillingMetadata" minOccurs="0"/>
                <xsd:element ref="ns2:Tag"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1b4607-f500-4f6e-b784-fb54d22359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a7d435f-bc0a-452e-b7b2-4cb57826a0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Notes" ma:index="24" nillable="true" ma:displayName="Notes" ma:format="Dropdown" ma:internalName="Notes">
      <xsd:simpleType>
        <xsd:restriction base="dms:Note">
          <xsd:maxLength value="255"/>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zureFiles" ma:index="26" nillable="true" ma:displayName="Azure Files" ma:format="Hyperlink" ma:internalName="AzureFiles">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27" nillable="true" ma:displayName="MediaServiceBillingMetadata" ma:hidden="true" ma:internalName="MediaServiceBillingMetadata" ma:readOnly="true">
      <xsd:simpleType>
        <xsd:restriction base="dms:Note"/>
      </xsd:simpleType>
    </xsd:element>
    <xsd:element name="Tag" ma:index="28" nillable="true" ma:displayName="Tag" ma:description="Tag to flag the recipient user against" ma:format="Dropdown" ma:internalName="Tag">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5212364-6e0c-40a5-9fff-da248140089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3010033-8c98-4658-a188-4535091bf398}" ma:internalName="TaxCatchAll" ma:showField="CatchAllData" ma:web="05212364-6e0c-40a5-9fff-da24814008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A0A7C-D7A4-4AC7-897C-012DCACB618F}">
  <ds:schemaRefs>
    <ds:schemaRef ds:uri="http://schemas.microsoft.com/office/2006/metadata/properties"/>
    <ds:schemaRef ds:uri="http://purl.org/dc/elements/1.1/"/>
    <ds:schemaRef ds:uri="http://purl.org/dc/terms/"/>
    <ds:schemaRef ds:uri="http://www.w3.org/XML/1998/namespace"/>
    <ds:schemaRef ds:uri="c48949fb-fa01-406b-a7cb-c8e2535bd163"/>
    <ds:schemaRef ds:uri="http://schemas.microsoft.com/office/2006/documentManagement/types"/>
    <ds:schemaRef ds:uri="http://schemas.openxmlformats.org/package/2006/metadata/core-properties"/>
    <ds:schemaRef ds:uri="http://schemas.microsoft.com/office/infopath/2007/PartnerControls"/>
    <ds:schemaRef ds:uri="6ae3eeab-99b0-4dd3-b225-b9bb04b39ae7"/>
    <ds:schemaRef ds:uri="http://purl.org/dc/dcmitype/"/>
  </ds:schemaRefs>
</ds:datastoreItem>
</file>

<file path=customXml/itemProps2.xml><?xml version="1.0" encoding="utf-8"?>
<ds:datastoreItem xmlns:ds="http://schemas.openxmlformats.org/officeDocument/2006/customXml" ds:itemID="{299ED4D6-C7B8-426F-B4E8-4C5FC4B8B6AA}"/>
</file>

<file path=customXml/itemProps3.xml><?xml version="1.0" encoding="utf-8"?>
<ds:datastoreItem xmlns:ds="http://schemas.openxmlformats.org/officeDocument/2006/customXml" ds:itemID="{8DB8DFBC-F1BD-48E2-8D11-137A5BCD0E68}">
  <ds:schemaRefs>
    <ds:schemaRef ds:uri="http://schemas.microsoft.com/sharepoint/v3/contenttype/forms"/>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otalTime>0</TotalTime>
  <Words>247</Words>
  <Application>Microsoft Office PowerPoint</Application>
  <PresentationFormat>Widescreen</PresentationFormat>
  <Paragraphs>26</Paragraphs>
  <Slides>4</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vt:i4>
      </vt:variant>
    </vt:vector>
  </HeadingPairs>
  <TitlesOfParts>
    <vt:vector size="11" baseType="lpstr">
      <vt:lpstr>Arial</vt:lpstr>
      <vt:lpstr>Arial Black</vt:lpstr>
      <vt:lpstr>Calibri</vt:lpstr>
      <vt:lpstr>Poppins</vt:lpstr>
      <vt:lpstr>Poppins Light</vt:lpstr>
      <vt:lpstr>Office Theme</vt:lpstr>
      <vt:lpstr>Office Theme</vt:lpstr>
      <vt:lpstr>MILAGRO  Mixing with Mexico  New York City 10/17</vt:lpstr>
      <vt:lpstr>ACTIVATIONS</vt:lpstr>
      <vt:lpstr>PowerPoint Presentation</vt:lpstr>
      <vt:lpstr>THANK YOU</vt:lpstr>
    </vt:vector>
  </TitlesOfParts>
  <Company>Interpublic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Gibbs, Kimberlee (NYC-MOM)</dc:creator>
  <cp:lastModifiedBy>Bustos, Luis (WW-MOM)</cp:lastModifiedBy>
  <cp:revision>404</cp:revision>
  <dcterms:created xsi:type="dcterms:W3CDTF">2023-02-15T16:15:33Z</dcterms:created>
  <dcterms:modified xsi:type="dcterms:W3CDTF">2024-03-05T10:30:39Z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0x0101004C01503E242B4242B818938EF38676E9</vt:lpwstr>
  </property>
  <property fmtid="{D5CDD505-2E9C-101B-9397-08002B2CF9AE}" pid="3" name="MediaServiceImageTags">
    <vt:lpwstr/>
  </property>
</Properties>
</file>