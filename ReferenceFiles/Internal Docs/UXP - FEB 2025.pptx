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7FFFCDAC_9607FFEE.xml" ContentType="application/vnd.ms-powerpoint.comments+xml"/>
  <Override PartName="/ppt/comments/modernComment_7FFFCDAA_95C64D1A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1" r:id="rId4"/>
  </p:sldMasterIdLst>
  <p:notesMasterIdLst>
    <p:notesMasterId r:id="rId27"/>
  </p:notesMasterIdLst>
  <p:sldIdLst>
    <p:sldId id="2147470776" r:id="rId5"/>
    <p:sldId id="796" r:id="rId6"/>
    <p:sldId id="2147470800" r:id="rId7"/>
    <p:sldId id="2147470804" r:id="rId8"/>
    <p:sldId id="2147470807" r:id="rId9"/>
    <p:sldId id="2147470785" r:id="rId10"/>
    <p:sldId id="2147470801" r:id="rId11"/>
    <p:sldId id="2147470788" r:id="rId12"/>
    <p:sldId id="2147470809" r:id="rId13"/>
    <p:sldId id="2147470808" r:id="rId14"/>
    <p:sldId id="2147470764" r:id="rId15"/>
    <p:sldId id="2147470779" r:id="rId16"/>
    <p:sldId id="2147470778" r:id="rId17"/>
    <p:sldId id="2147470781" r:id="rId18"/>
    <p:sldId id="2147470780" r:id="rId19"/>
    <p:sldId id="2147470782" r:id="rId20"/>
    <p:sldId id="2147470783" r:id="rId21"/>
    <p:sldId id="2147470762" r:id="rId22"/>
    <p:sldId id="2147470775" r:id="rId23"/>
    <p:sldId id="2147470774" r:id="rId24"/>
    <p:sldId id="2147470763" r:id="rId25"/>
    <p:sldId id="2147470803" r:id="rId26"/>
  </p:sldIdLst>
  <p:sldSz cx="12192000" cy="6858000"/>
  <p:notesSz cx="6858000" cy="9144000"/>
  <p:embeddedFontLst>
    <p:embeddedFont>
      <p:font typeface="Arial Black" panose="020B0604020202020204" pitchFamily="34" charset="0"/>
      <p:bold r:id="rId28"/>
    </p:embeddedFont>
    <p:embeddedFont>
      <p:font typeface="Helvetica" pitchFamily="2" charset="0"/>
      <p:regular r:id="rId29"/>
      <p:bold r:id="rId30"/>
      <p:italic r:id="rId31"/>
      <p:boldItalic r:id="rId32"/>
    </p:embeddedFont>
    <p:embeddedFont>
      <p:font typeface="Helvetica Neue" panose="02000503000000020004" pitchFamily="2" charset="0"/>
      <p:regular r:id="rId33"/>
      <p:bold r:id="rId34"/>
      <p:italic r:id="rId35"/>
      <p:boldItalic r:id="rId36"/>
    </p:embeddedFont>
    <p:embeddedFont>
      <p:font typeface="Poppins" pitchFamily="2" charset="77"/>
      <p:regular r:id="rId37"/>
      <p:bold r:id="rId38"/>
      <p:italic r:id="rId39"/>
      <p:boldItalic r:id="rId40"/>
    </p:embeddedFont>
    <p:embeddedFont>
      <p:font typeface="Poppins Black" panose="020B0604020202020204" pitchFamily="34" charset="0"/>
      <p:bold r:id="rId41"/>
      <p:italic r:id="rId42"/>
      <p:boldItalic r:id="rId43"/>
    </p:embeddedFont>
    <p:embeddedFont>
      <p:font typeface="Poppins Light" panose="020B0604020202020204" pitchFamily="3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64">
          <p15:clr>
            <a:srgbClr val="9AA0A6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3E2871-D51B-175B-4740-EF7E6F6A1451}" name="Karns, Susan (NYC-MOM)" initials="K(" userId="S::susan.karns@momentumww.com::14e7e657-eb23-44c2-bf9f-82106fee9752" providerId="AD"/>
  <p188:author id="{6B137472-6F41-33CC-0388-B66C96CE82CC}" name="McClure, Liz (NYC-MOM)" initials="M(" userId="S::liz.mcclure@momentumww.com::5a5617b2-62a0-4223-a0fd-2453e751dc33" providerId="AD"/>
  <p188:author id="{BC087974-7016-475A-81AD-1F629F04340F}" name="Baum, Kristen (STL-MOM)" initials="" userId="S::Kristen.Baum@momentumww.com::ba9efd3d-359d-4012-9c68-3c0424873fac" providerId="AD"/>
  <p188:author id="{B7F04A76-9850-1896-D83A-900DE8AA3A1A}" name="Bustos, Luis (WW-MOM)" initials="LB" userId="S::luis.bustos@momentumww.com::69e01f7a-7559-4f2c-9d0b-10b29d0aab91" providerId="AD"/>
  <p188:author id="{029312A1-5F17-4B8B-F19B-B1321306CB2A}" name="Karns, Susan (NYC-MOM)" initials="" userId="S::Susan.Karns@momentumww.com::14e7e657-eb23-44c2-bf9f-82106fee9752" providerId="AD"/>
  <p188:author id="{B012F9A7-10C5-D959-DAA8-18DABF20A4D5}" name="Baum, Kristen (STL-MOM)" initials="B(" userId="S::kristen.baum@momentumww.com::ba9efd3d-359d-4012-9c68-3c0424873fac" providerId="AD"/>
  <p188:author id="{481FB2E4-F256-572D-F355-6FB916164B7B}" name="Sanderson, Steve (WW-MOM)" initials="SS(M" userId="S::Steve.Sanderson@momentumww.com::12c209f0-51c8-4029-96aa-e53e1a9a9010" providerId="AD"/>
  <p188:author id="{4DF355E9-81FE-FC84-7A43-7874EE949D64}" name="Nguyen, Andy (NYC-MOM)" initials="N(" userId="S::andy.nguyen@momentumww.com::38d894c2-c8b5-44af-99df-fd02fa6ed4b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rns, Susan (NYC-MOM)" initials="KS(M" lastIdx="2" clrIdx="0">
    <p:extLst>
      <p:ext uri="{19B8F6BF-5375-455C-9EA6-DF929625EA0E}">
        <p15:presenceInfo xmlns:p15="http://schemas.microsoft.com/office/powerpoint/2012/main" userId="S::susan.karns@momentumww.com::14e7e657-eb23-44c2-bf9f-82106fee97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67715"/>
    <a:srgbClr val="DEE4F2"/>
    <a:srgbClr val="CCD1DE"/>
    <a:srgbClr val="BDC2CE"/>
    <a:srgbClr val="9AA1BB"/>
    <a:srgbClr val="96A2D5"/>
    <a:srgbClr val="929FCB"/>
    <a:srgbClr val="94A2CE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7EF76E-222F-3F44-8BA4-789CF57B2073}" v="43" dt="2025-02-07T05:34:40.050"/>
    <p1510:client id="{D61EDF02-FF3F-0F8A-740F-8167BD380BFB}" v="223" dt="2025-02-06T21:13:58.981"/>
  </p1510:revLst>
</p1510:revInfo>
</file>

<file path=ppt/tableStyles.xml><?xml version="1.0" encoding="utf-8"?>
<a:tblStyleLst xmlns:a="http://schemas.openxmlformats.org/drawingml/2006/main" def="{01FA0CA9-61C3-4B5D-8403-31C6BB8144A4}">
  <a:tblStyle styleId="{01FA0CA9-61C3-4B5D-8403-31C6BB8144A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098"/>
  </p:normalViewPr>
  <p:slideViewPr>
    <p:cSldViewPr snapToGrid="0">
      <p:cViewPr varScale="1">
        <p:scale>
          <a:sx n="125" d="100"/>
          <a:sy n="125" d="100"/>
        </p:scale>
        <p:origin x="936" y="176"/>
      </p:cViewPr>
      <p:guideLst>
        <p:guide pos="26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2.fntdata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viewProps" Target="viewProps.xml"/><Relationship Id="rId55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2.fntdata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6.xml"/><Relationship Id="rId41" Type="http://schemas.openxmlformats.org/officeDocument/2006/relationships/font" Target="fonts/font14.fntdata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um, Kristen (STL-MOM)" userId="S::kristen.baum@momentumww.com::ba9efd3d-359d-4012-9c68-3c0424873fac" providerId="AD" clId="Web-{0250CE2F-E86E-F57C-8A45-D2E2077AC6BD}"/>
    <pc:docChg chg="mod addSld delSld modSld sldOrd">
      <pc:chgData name="Baum, Kristen (STL-MOM)" userId="S::kristen.baum@momentumww.com::ba9efd3d-359d-4012-9c68-3c0424873fac" providerId="AD" clId="Web-{0250CE2F-E86E-F57C-8A45-D2E2077AC6BD}" dt="2024-04-11T13:57:03.384" v="152"/>
      <pc:docMkLst>
        <pc:docMk/>
      </pc:docMkLst>
      <pc:sldChg chg="modSp">
        <pc:chgData name="Baum, Kristen (STL-MOM)" userId="S::kristen.baum@momentumww.com::ba9efd3d-359d-4012-9c68-3c0424873fac" providerId="AD" clId="Web-{0250CE2F-E86E-F57C-8A45-D2E2077AC6BD}" dt="2024-04-10T21:21:14.527" v="3" actId="20577"/>
        <pc:sldMkLst>
          <pc:docMk/>
          <pc:sldMk cId="3031833966" sldId="796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55.261" v="41"/>
        <pc:sldMkLst>
          <pc:docMk/>
          <pc:sldMk cId="287371506" sldId="2147470475"/>
        </pc:sldMkLst>
      </pc:sldChg>
      <pc:sldChg chg="delSp modSp delAnim">
        <pc:chgData name="Baum, Kristen (STL-MOM)" userId="S::kristen.baum@momentumww.com::ba9efd3d-359d-4012-9c68-3c0424873fac" providerId="AD" clId="Web-{0250CE2F-E86E-F57C-8A45-D2E2077AC6BD}" dt="2024-04-10T21:28:48.294" v="56" actId="20577"/>
        <pc:sldMkLst>
          <pc:docMk/>
          <pc:sldMk cId="865283677" sldId="2147470499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55.261" v="38"/>
        <pc:sldMkLst>
          <pc:docMk/>
          <pc:sldMk cId="4290763362" sldId="2147470577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55.261" v="37"/>
        <pc:sldMkLst>
          <pc:docMk/>
          <pc:sldMk cId="2119669089" sldId="2147470580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40.948" v="33"/>
        <pc:sldMkLst>
          <pc:docMk/>
          <pc:sldMk cId="1613809149" sldId="2147470687"/>
        </pc:sldMkLst>
      </pc:sldChg>
      <pc:sldChg chg="modSp">
        <pc:chgData name="Baum, Kristen (STL-MOM)" userId="S::kristen.baum@momentumww.com::ba9efd3d-359d-4012-9c68-3c0424873fac" providerId="AD" clId="Web-{0250CE2F-E86E-F57C-8A45-D2E2077AC6BD}" dt="2024-04-10T21:22:50.390" v="11" actId="20577"/>
        <pc:sldMkLst>
          <pc:docMk/>
          <pc:sldMk cId="2281743148" sldId="2147470695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35.041" v="32"/>
        <pc:sldMkLst>
          <pc:docMk/>
          <pc:sldMk cId="1895561340" sldId="2147470706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55.277" v="44"/>
        <pc:sldMkLst>
          <pc:docMk/>
          <pc:sldMk cId="1676531648" sldId="2147470710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55.261" v="36"/>
        <pc:sldMkLst>
          <pc:docMk/>
          <pc:sldMk cId="2686353844" sldId="2147470711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55.292" v="45"/>
        <pc:sldMkLst>
          <pc:docMk/>
          <pc:sldMk cId="3022095757" sldId="2147470714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16.088" v="28"/>
        <pc:sldMkLst>
          <pc:docMk/>
          <pc:sldMk cId="1417627486" sldId="2147470728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24.244" v="31"/>
        <pc:sldMkLst>
          <pc:docMk/>
          <pc:sldMk cId="3881505190" sldId="2147470740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55.245" v="35"/>
        <pc:sldMkLst>
          <pc:docMk/>
          <pc:sldMk cId="2956254339" sldId="2147470743"/>
        </pc:sldMkLst>
      </pc:sldChg>
      <pc:sldChg chg="modSp">
        <pc:chgData name="Baum, Kristen (STL-MOM)" userId="S::kristen.baum@momentumww.com::ba9efd3d-359d-4012-9c68-3c0424873fac" providerId="AD" clId="Web-{0250CE2F-E86E-F57C-8A45-D2E2077AC6BD}" dt="2024-04-10T21:25:40.381" v="20" actId="20577"/>
        <pc:sldMkLst>
          <pc:docMk/>
          <pc:sldMk cId="2597318046" sldId="2147470746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55.261" v="40"/>
        <pc:sldMkLst>
          <pc:docMk/>
          <pc:sldMk cId="903942389" sldId="2147470747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42.714" v="34"/>
        <pc:sldMkLst>
          <pc:docMk/>
          <pc:sldMk cId="40458910" sldId="2147470748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10.994" v="27"/>
        <pc:sldMkLst>
          <pc:docMk/>
          <pc:sldMk cId="3839259914" sldId="2147470754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22.244" v="30"/>
        <pc:sldMkLst>
          <pc:docMk/>
          <pc:sldMk cId="706137360" sldId="2147470755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55.261" v="42"/>
        <pc:sldMkLst>
          <pc:docMk/>
          <pc:sldMk cId="1670906573" sldId="2147470757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19.931" v="29"/>
        <pc:sldMkLst>
          <pc:docMk/>
          <pc:sldMk cId="95845180" sldId="2147470758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55.277" v="43"/>
        <pc:sldMkLst>
          <pc:docMk/>
          <pc:sldMk cId="2730190716" sldId="2147470759"/>
        </pc:sldMkLst>
      </pc:sldChg>
      <pc:sldChg chg="del">
        <pc:chgData name="Baum, Kristen (STL-MOM)" userId="S::kristen.baum@momentumww.com::ba9efd3d-359d-4012-9c68-3c0424873fac" providerId="AD" clId="Web-{0250CE2F-E86E-F57C-8A45-D2E2077AC6BD}" dt="2024-04-10T21:27:55.261" v="39"/>
        <pc:sldMkLst>
          <pc:docMk/>
          <pc:sldMk cId="4189775659" sldId="2147470760"/>
        </pc:sldMkLst>
      </pc:sldChg>
      <pc:sldChg chg="modSp add del addCm">
        <pc:chgData name="Baum, Kristen (STL-MOM)" userId="S::kristen.baum@momentumww.com::ba9efd3d-359d-4012-9c68-3c0424873fac" providerId="AD" clId="Web-{0250CE2F-E86E-F57C-8A45-D2E2077AC6BD}" dt="2024-04-11T13:51:56.745" v="124"/>
        <pc:sldMkLst>
          <pc:docMk/>
          <pc:sldMk cId="3485334019" sldId="214747076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Baum, Kristen (STL-MOM)" userId="S::kristen.baum@momentumww.com::ba9efd3d-359d-4012-9c68-3c0424873fac" providerId="AD" clId="Web-{0250CE2F-E86E-F57C-8A45-D2E2077AC6BD}" dt="2024-04-11T13:51:56.745" v="124"/>
              <pc2:cmMkLst xmlns:pc2="http://schemas.microsoft.com/office/powerpoint/2019/9/main/command">
                <pc:docMk/>
                <pc:sldMk cId="3485334019" sldId="2147470761"/>
                <pc2:cmMk id="{2065CA98-D8AB-4AF5-BA9A-99C1760354E7}"/>
              </pc2:cmMkLst>
            </pc226:cmChg>
          </p:ext>
        </pc:extLst>
      </pc:sldChg>
      <pc:sldChg chg="modSp addCm">
        <pc:chgData name="Baum, Kristen (STL-MOM)" userId="S::kristen.baum@momentumww.com::ba9efd3d-359d-4012-9c68-3c0424873fac" providerId="AD" clId="Web-{0250CE2F-E86E-F57C-8A45-D2E2077AC6BD}" dt="2024-04-11T13:53:53.901" v="138" actId="20577"/>
        <pc:sldMkLst>
          <pc:docMk/>
          <pc:sldMk cId="2512801050" sldId="214747076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Baum, Kristen (STL-MOM)" userId="S::kristen.baum@momentumww.com::ba9efd3d-359d-4012-9c68-3c0424873fac" providerId="AD" clId="Web-{0250CE2F-E86E-F57C-8A45-D2E2077AC6BD}" dt="2024-04-11T13:53:18.245" v="132"/>
              <pc2:cmMkLst xmlns:pc2="http://schemas.microsoft.com/office/powerpoint/2019/9/main/command">
                <pc:docMk/>
                <pc:sldMk cId="2512801050" sldId="2147470762"/>
                <pc2:cmMk id="{6193E60B-B789-4E4F-9EC7-72E0B129A19F}"/>
              </pc2:cmMkLst>
            </pc226:cmChg>
          </p:ext>
        </pc:extLst>
      </pc:sldChg>
      <pc:sldChg chg="addCm">
        <pc:chgData name="Baum, Kristen (STL-MOM)" userId="S::kristen.baum@momentumww.com::ba9efd3d-359d-4012-9c68-3c0424873fac" providerId="AD" clId="Web-{0250CE2F-E86E-F57C-8A45-D2E2077AC6BD}" dt="2024-04-11T13:51:13.386" v="123"/>
        <pc:sldMkLst>
          <pc:docMk/>
          <pc:sldMk cId="2517106670" sldId="214747076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Baum, Kristen (STL-MOM)" userId="S::kristen.baum@momentumww.com::ba9efd3d-359d-4012-9c68-3c0424873fac" providerId="AD" clId="Web-{0250CE2F-E86E-F57C-8A45-D2E2077AC6BD}" dt="2024-04-11T13:51:13.386" v="123"/>
              <pc2:cmMkLst xmlns:pc2="http://schemas.microsoft.com/office/powerpoint/2019/9/main/command">
                <pc:docMk/>
                <pc:sldMk cId="2517106670" sldId="2147470764"/>
                <pc2:cmMk id="{C06341DB-338B-4B4B-BC09-FE51E19311D8}"/>
              </pc2:cmMkLst>
            </pc226:cmChg>
          </p:ext>
        </pc:extLst>
      </pc:sldChg>
      <pc:sldChg chg="add replId">
        <pc:chgData name="Baum, Kristen (STL-MOM)" userId="S::kristen.baum@momentumww.com::ba9efd3d-359d-4012-9c68-3c0424873fac" providerId="AD" clId="Web-{0250CE2F-E86E-F57C-8A45-D2E2077AC6BD}" dt="2024-04-10T21:28:55.591" v="60"/>
        <pc:sldMkLst>
          <pc:docMk/>
          <pc:sldMk cId="512522126" sldId="2147470765"/>
        </pc:sldMkLst>
      </pc:sldChg>
      <pc:sldChg chg="new del">
        <pc:chgData name="Baum, Kristen (STL-MOM)" userId="S::kristen.baum@momentumww.com::ba9efd3d-359d-4012-9c68-3c0424873fac" providerId="AD" clId="Web-{0250CE2F-E86E-F57C-8A45-D2E2077AC6BD}" dt="2024-04-10T21:28:35.888" v="50"/>
        <pc:sldMkLst>
          <pc:docMk/>
          <pc:sldMk cId="2469477697" sldId="2147470765"/>
        </pc:sldMkLst>
      </pc:sldChg>
      <pc:sldChg chg="add del replId">
        <pc:chgData name="Baum, Kristen (STL-MOM)" userId="S::kristen.baum@momentumww.com::ba9efd3d-359d-4012-9c68-3c0424873fac" providerId="AD" clId="Web-{0250CE2F-E86E-F57C-8A45-D2E2077AC6BD}" dt="2024-04-10T21:28:52.857" v="59"/>
        <pc:sldMkLst>
          <pc:docMk/>
          <pc:sldMk cId="2868156142" sldId="2147470765"/>
        </pc:sldMkLst>
      </pc:sldChg>
      <pc:sldChg chg="add replId">
        <pc:chgData name="Baum, Kristen (STL-MOM)" userId="S::kristen.baum@momentumww.com::ba9efd3d-359d-4012-9c68-3c0424873fac" providerId="AD" clId="Web-{0250CE2F-E86E-F57C-8A45-D2E2077AC6BD}" dt="2024-04-10T21:28:56.467" v="61"/>
        <pc:sldMkLst>
          <pc:docMk/>
          <pc:sldMk cId="2409709582" sldId="2147470766"/>
        </pc:sldMkLst>
      </pc:sldChg>
      <pc:sldChg chg="add del replId">
        <pc:chgData name="Baum, Kristen (STL-MOM)" userId="S::kristen.baum@momentumww.com::ba9efd3d-359d-4012-9c68-3c0424873fac" providerId="AD" clId="Web-{0250CE2F-E86E-F57C-8A45-D2E2077AC6BD}" dt="2024-04-10T21:28:52.857" v="58"/>
        <pc:sldMkLst>
          <pc:docMk/>
          <pc:sldMk cId="2789713931" sldId="2147470766"/>
        </pc:sldMkLst>
      </pc:sldChg>
      <pc:sldChg chg="add replId">
        <pc:chgData name="Baum, Kristen (STL-MOM)" userId="S::kristen.baum@momentumww.com::ba9efd3d-359d-4012-9c68-3c0424873fac" providerId="AD" clId="Web-{0250CE2F-E86E-F57C-8A45-D2E2077AC6BD}" dt="2024-04-10T21:28:56.982" v="62"/>
        <pc:sldMkLst>
          <pc:docMk/>
          <pc:sldMk cId="971875712" sldId="2147470767"/>
        </pc:sldMkLst>
      </pc:sldChg>
      <pc:sldChg chg="add del replId">
        <pc:chgData name="Baum, Kristen (STL-MOM)" userId="S::kristen.baum@momentumww.com::ba9efd3d-359d-4012-9c68-3c0424873fac" providerId="AD" clId="Web-{0250CE2F-E86E-F57C-8A45-D2E2077AC6BD}" dt="2024-04-10T21:28:52.841" v="57"/>
        <pc:sldMkLst>
          <pc:docMk/>
          <pc:sldMk cId="1087917442" sldId="2147470767"/>
        </pc:sldMkLst>
      </pc:sldChg>
      <pc:sldChg chg="modSp add replId">
        <pc:chgData name="Baum, Kristen (STL-MOM)" userId="S::kristen.baum@momentumww.com::ba9efd3d-359d-4012-9c68-3c0424873fac" providerId="AD" clId="Web-{0250CE2F-E86E-F57C-8A45-D2E2077AC6BD}" dt="2024-04-10T21:29:52.641" v="97" actId="20577"/>
        <pc:sldMkLst>
          <pc:docMk/>
          <pc:sldMk cId="4101906396" sldId="2147470768"/>
        </pc:sldMkLst>
      </pc:sldChg>
      <pc:sldChg chg="modSp add replId">
        <pc:chgData name="Baum, Kristen (STL-MOM)" userId="S::kristen.baum@momentumww.com::ba9efd3d-359d-4012-9c68-3c0424873fac" providerId="AD" clId="Web-{0250CE2F-E86E-F57C-8A45-D2E2077AC6BD}" dt="2024-04-10T21:30:14.610" v="107" actId="20577"/>
        <pc:sldMkLst>
          <pc:docMk/>
          <pc:sldMk cId="1192192437" sldId="2147470769"/>
        </pc:sldMkLst>
      </pc:sldChg>
      <pc:sldChg chg="modSp add replId">
        <pc:chgData name="Baum, Kristen (STL-MOM)" userId="S::kristen.baum@momentumww.com::ba9efd3d-359d-4012-9c68-3c0424873fac" providerId="AD" clId="Web-{0250CE2F-E86E-F57C-8A45-D2E2077AC6BD}" dt="2024-04-10T21:30:30.892" v="109" actId="20577"/>
        <pc:sldMkLst>
          <pc:docMk/>
          <pc:sldMk cId="444937208" sldId="2147470770"/>
        </pc:sldMkLst>
      </pc:sldChg>
      <pc:sldChg chg="modSp add ord replId">
        <pc:chgData name="Baum, Kristen (STL-MOM)" userId="S::kristen.baum@momentumww.com::ba9efd3d-359d-4012-9c68-3c0424873fac" providerId="AD" clId="Web-{0250CE2F-E86E-F57C-8A45-D2E2077AC6BD}" dt="2024-04-10T21:31:42.239" v="119"/>
        <pc:sldMkLst>
          <pc:docMk/>
          <pc:sldMk cId="2040823358" sldId="2147470771"/>
        </pc:sldMkLst>
      </pc:sldChg>
      <pc:sldChg chg="modSp add ord replId">
        <pc:chgData name="Baum, Kristen (STL-MOM)" userId="S::kristen.baum@momentumww.com::ba9efd3d-359d-4012-9c68-3c0424873fac" providerId="AD" clId="Web-{0250CE2F-E86E-F57C-8A45-D2E2077AC6BD}" dt="2024-04-10T21:31:42.239" v="118"/>
        <pc:sldMkLst>
          <pc:docMk/>
          <pc:sldMk cId="1587514508" sldId="2147470772"/>
        </pc:sldMkLst>
      </pc:sldChg>
      <pc:sldChg chg="delSp new del">
        <pc:chgData name="Baum, Kristen (STL-MOM)" userId="S::kristen.baum@momentumww.com::ba9efd3d-359d-4012-9c68-3c0424873fac" providerId="AD" clId="Web-{0250CE2F-E86E-F57C-8A45-D2E2077AC6BD}" dt="2024-04-11T13:54:21.932" v="141"/>
        <pc:sldMkLst>
          <pc:docMk/>
          <pc:sldMk cId="2055471024" sldId="2147470773"/>
        </pc:sldMkLst>
      </pc:sldChg>
      <pc:sldChg chg="add del">
        <pc:chgData name="Baum, Kristen (STL-MOM)" userId="S::kristen.baum@momentumww.com::ba9efd3d-359d-4012-9c68-3c0424873fac" providerId="AD" clId="Web-{0250CE2F-E86E-F57C-8A45-D2E2077AC6BD}" dt="2024-04-11T13:55:21.010" v="146"/>
        <pc:sldMkLst>
          <pc:docMk/>
          <pc:sldMk cId="1552176624" sldId="2147470774"/>
        </pc:sldMkLst>
      </pc:sldChg>
      <pc:sldChg chg="add del">
        <pc:chgData name="Baum, Kristen (STL-MOM)" userId="S::kristen.baum@momentumww.com::ba9efd3d-359d-4012-9c68-3c0424873fac" providerId="AD" clId="Web-{0250CE2F-E86E-F57C-8A45-D2E2077AC6BD}" dt="2024-04-11T13:55:19.401" v="145"/>
        <pc:sldMkLst>
          <pc:docMk/>
          <pc:sldMk cId="289795971" sldId="2147470775"/>
        </pc:sldMkLst>
      </pc:sldChg>
      <pc:sldChg chg="add ord addCm">
        <pc:chgData name="Baum, Kristen (STL-MOM)" userId="S::kristen.baum@momentumww.com::ba9efd3d-359d-4012-9c68-3c0424873fac" providerId="AD" clId="Web-{0250CE2F-E86E-F57C-8A45-D2E2077AC6BD}" dt="2024-04-11T13:57:03.384" v="152"/>
        <pc:sldMkLst>
          <pc:docMk/>
          <pc:sldMk cId="1081033570" sldId="214747077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Baum, Kristen (STL-MOM)" userId="S::kristen.baum@momentumww.com::ba9efd3d-359d-4012-9c68-3c0424873fac" providerId="AD" clId="Web-{0250CE2F-E86E-F57C-8A45-D2E2077AC6BD}" dt="2024-04-11T13:57:03.384" v="152"/>
              <pc2:cmMkLst xmlns:pc2="http://schemas.microsoft.com/office/powerpoint/2019/9/main/command">
                <pc:docMk/>
                <pc:sldMk cId="1081033570" sldId="2147470776"/>
                <pc2:cmMk id="{64EEF722-EF3C-484E-9F93-40FF5E6730EA}"/>
              </pc2:cmMkLst>
            </pc226:cmChg>
          </p:ext>
        </pc:extLst>
      </pc:sldChg>
      <pc:sldChg chg="new del">
        <pc:chgData name="Baum, Kristen (STL-MOM)" userId="S::kristen.baum@momentumww.com::ba9efd3d-359d-4012-9c68-3c0424873fac" providerId="AD" clId="Web-{0250CE2F-E86E-F57C-8A45-D2E2077AC6BD}" dt="2024-04-11T13:56:27.478" v="149"/>
        <pc:sldMkLst>
          <pc:docMk/>
          <pc:sldMk cId="3279275871" sldId="2147470776"/>
        </pc:sldMkLst>
      </pc:sldChg>
      <pc:sldChg chg="add del">
        <pc:chgData name="Baum, Kristen (STL-MOM)" userId="S::kristen.baum@momentumww.com::ba9efd3d-359d-4012-9c68-3c0424873fac" providerId="AD" clId="Web-{0250CE2F-E86E-F57C-8A45-D2E2077AC6BD}" dt="2024-04-11T13:55:26.526" v="147"/>
        <pc:sldMkLst>
          <pc:docMk/>
          <pc:sldMk cId="3673086956" sldId="2147470776"/>
        </pc:sldMkLst>
      </pc:sldChg>
    </pc:docChg>
  </pc:docChgLst>
  <pc:docChgLst>
    <pc:chgData name="Baum, Kristen (STL-MOM)" userId="S::kristen.baum@momentumww.com::ba9efd3d-359d-4012-9c68-3c0424873fac" providerId="AD" clId="Web-{D61EDF02-FF3F-0F8A-740F-8167BD380BFB}"/>
    <pc:docChg chg="addSld delSld modSld sldOrd">
      <pc:chgData name="Baum, Kristen (STL-MOM)" userId="S::kristen.baum@momentumww.com::ba9efd3d-359d-4012-9c68-3c0424873fac" providerId="AD" clId="Web-{D61EDF02-FF3F-0F8A-740F-8167BD380BFB}" dt="2025-02-06T21:13:58.981" v="189" actId="14100"/>
      <pc:docMkLst>
        <pc:docMk/>
      </pc:docMkLst>
      <pc:sldChg chg="del">
        <pc:chgData name="Baum, Kristen (STL-MOM)" userId="S::kristen.baum@momentumww.com::ba9efd3d-359d-4012-9c68-3c0424873fac" providerId="AD" clId="Web-{D61EDF02-FF3F-0F8A-740F-8167BD380BFB}" dt="2025-02-04T18:43:07.105" v="3"/>
        <pc:sldMkLst>
          <pc:docMk/>
          <pc:sldMk cId="865283677" sldId="2147470499"/>
        </pc:sldMkLst>
      </pc:sldChg>
      <pc:sldChg chg="modSp ord">
        <pc:chgData name="Baum, Kristen (STL-MOM)" userId="S::kristen.baum@momentumww.com::ba9efd3d-359d-4012-9c68-3c0424873fac" providerId="AD" clId="Web-{D61EDF02-FF3F-0F8A-740F-8167BD380BFB}" dt="2025-02-06T21:11:57.806" v="178" actId="20577"/>
        <pc:sldMkLst>
          <pc:docMk/>
          <pc:sldMk cId="2597318046" sldId="2147470746"/>
        </pc:sldMkLst>
        <pc:spChg chg="mod">
          <ac:chgData name="Baum, Kristen (STL-MOM)" userId="S::kristen.baum@momentumww.com::ba9efd3d-359d-4012-9c68-3c0424873fac" providerId="AD" clId="Web-{D61EDF02-FF3F-0F8A-740F-8167BD380BFB}" dt="2025-02-06T21:11:57.806" v="178" actId="20577"/>
          <ac:spMkLst>
            <pc:docMk/>
            <pc:sldMk cId="2597318046" sldId="2147470746"/>
            <ac:spMk id="10" creationId="{4B010F96-42DD-DB35-097B-B08359F21544}"/>
          </ac:spMkLst>
        </pc:spChg>
      </pc:sldChg>
      <pc:sldChg chg="modSp">
        <pc:chgData name="Baum, Kristen (STL-MOM)" userId="S::kristen.baum@momentumww.com::ba9efd3d-359d-4012-9c68-3c0424873fac" providerId="AD" clId="Web-{D61EDF02-FF3F-0F8A-740F-8167BD380BFB}" dt="2025-02-04T18:42:55.011" v="1" actId="20577"/>
        <pc:sldMkLst>
          <pc:docMk/>
          <pc:sldMk cId="2517106670" sldId="2147470764"/>
        </pc:sldMkLst>
        <pc:spChg chg="mod">
          <ac:chgData name="Baum, Kristen (STL-MOM)" userId="S::kristen.baum@momentumww.com::ba9efd3d-359d-4012-9c68-3c0424873fac" providerId="AD" clId="Web-{D61EDF02-FF3F-0F8A-740F-8167BD380BFB}" dt="2025-02-04T18:42:55.011" v="1" actId="20577"/>
          <ac:spMkLst>
            <pc:docMk/>
            <pc:sldMk cId="2517106670" sldId="2147470764"/>
            <ac:spMk id="4" creationId="{A8DB06CD-21F4-2D6B-FD3F-E01F6887229E}"/>
          </ac:spMkLst>
        </pc:spChg>
      </pc:sldChg>
      <pc:sldChg chg="del">
        <pc:chgData name="Baum, Kristen (STL-MOM)" userId="S::kristen.baum@momentumww.com::ba9efd3d-359d-4012-9c68-3c0424873fac" providerId="AD" clId="Web-{D61EDF02-FF3F-0F8A-740F-8167BD380BFB}" dt="2025-02-04T18:43:14.746" v="4"/>
        <pc:sldMkLst>
          <pc:docMk/>
          <pc:sldMk cId="512522126" sldId="2147470765"/>
        </pc:sldMkLst>
      </pc:sldChg>
      <pc:sldChg chg="del">
        <pc:chgData name="Baum, Kristen (STL-MOM)" userId="S::kristen.baum@momentumww.com::ba9efd3d-359d-4012-9c68-3c0424873fac" providerId="AD" clId="Web-{D61EDF02-FF3F-0F8A-740F-8167BD380BFB}" dt="2025-02-04T18:43:02.245" v="2"/>
        <pc:sldMkLst>
          <pc:docMk/>
          <pc:sldMk cId="374036140" sldId="2147470786"/>
        </pc:sldMkLst>
      </pc:sldChg>
      <pc:sldChg chg="modSp add ord replId">
        <pc:chgData name="Baum, Kristen (STL-MOM)" userId="S::kristen.baum@momentumww.com::ba9efd3d-359d-4012-9c68-3c0424873fac" providerId="AD" clId="Web-{D61EDF02-FF3F-0F8A-740F-8167BD380BFB}" dt="2025-02-04T18:44:09.294" v="18" actId="20577"/>
        <pc:sldMkLst>
          <pc:docMk/>
          <pc:sldMk cId="875828405" sldId="2147470789"/>
        </pc:sldMkLst>
      </pc:sldChg>
      <pc:sldChg chg="new del">
        <pc:chgData name="Baum, Kristen (STL-MOM)" userId="S::kristen.baum@momentumww.com::ba9efd3d-359d-4012-9c68-3c0424873fac" providerId="AD" clId="Web-{D61EDF02-FF3F-0F8A-740F-8167BD380BFB}" dt="2025-02-04T18:44:38.233" v="27"/>
        <pc:sldMkLst>
          <pc:docMk/>
          <pc:sldMk cId="1878562086" sldId="2147470790"/>
        </pc:sldMkLst>
      </pc:sldChg>
      <pc:sldChg chg="modSp new del">
        <pc:chgData name="Baum, Kristen (STL-MOM)" userId="S::kristen.baum@momentumww.com::ba9efd3d-359d-4012-9c68-3c0424873fac" providerId="AD" clId="Web-{D61EDF02-FF3F-0F8A-740F-8167BD380BFB}" dt="2025-02-04T18:44:38.233" v="26"/>
        <pc:sldMkLst>
          <pc:docMk/>
          <pc:sldMk cId="1299927370" sldId="2147470791"/>
        </pc:sldMkLst>
      </pc:sldChg>
      <pc:sldChg chg="addSp modSp new mod modClrScheme chgLayout">
        <pc:chgData name="Baum, Kristen (STL-MOM)" userId="S::kristen.baum@momentumww.com::ba9efd3d-359d-4012-9c68-3c0424873fac" providerId="AD" clId="Web-{D61EDF02-FF3F-0F8A-740F-8167BD380BFB}" dt="2025-02-04T18:44:29.701" v="23"/>
        <pc:sldMkLst>
          <pc:docMk/>
          <pc:sldMk cId="3248645306" sldId="2147470792"/>
        </pc:sldMkLst>
      </pc:sldChg>
      <pc:sldChg chg="add replId">
        <pc:chgData name="Baum, Kristen (STL-MOM)" userId="S::kristen.baum@momentumww.com::ba9efd3d-359d-4012-9c68-3c0424873fac" providerId="AD" clId="Web-{D61EDF02-FF3F-0F8A-740F-8167BD380BFB}" dt="2025-02-04T18:44:34.170" v="24"/>
        <pc:sldMkLst>
          <pc:docMk/>
          <pc:sldMk cId="1487784381" sldId="2147470793"/>
        </pc:sldMkLst>
      </pc:sldChg>
      <pc:sldChg chg="addSp delSp modSp add ord replId">
        <pc:chgData name="Baum, Kristen (STL-MOM)" userId="S::kristen.baum@momentumww.com::ba9efd3d-359d-4012-9c68-3c0424873fac" providerId="AD" clId="Web-{D61EDF02-FF3F-0F8A-740F-8167BD380BFB}" dt="2025-02-04T23:15:35.157" v="120" actId="1076"/>
        <pc:sldMkLst>
          <pc:docMk/>
          <pc:sldMk cId="169521378" sldId="2147470794"/>
        </pc:sldMkLst>
      </pc:sldChg>
      <pc:sldChg chg="modSp add replId">
        <pc:chgData name="Baum, Kristen (STL-MOM)" userId="S::kristen.baum@momentumww.com::ba9efd3d-359d-4012-9c68-3c0424873fac" providerId="AD" clId="Web-{D61EDF02-FF3F-0F8A-740F-8167BD380BFB}" dt="2025-02-04T18:45:02.577" v="36" actId="20577"/>
        <pc:sldMkLst>
          <pc:docMk/>
          <pc:sldMk cId="222189817" sldId="2147470795"/>
        </pc:sldMkLst>
      </pc:sldChg>
      <pc:sldChg chg="modSp add replId">
        <pc:chgData name="Baum, Kristen (STL-MOM)" userId="S::kristen.baum@momentumww.com::ba9efd3d-359d-4012-9c68-3c0424873fac" providerId="AD" clId="Web-{D61EDF02-FF3F-0F8A-740F-8167BD380BFB}" dt="2025-02-04T18:45:13.062" v="44" actId="20577"/>
        <pc:sldMkLst>
          <pc:docMk/>
          <pc:sldMk cId="784164954" sldId="2147470796"/>
        </pc:sldMkLst>
      </pc:sldChg>
      <pc:sldChg chg="modSp add replId">
        <pc:chgData name="Baum, Kristen (STL-MOM)" userId="S::kristen.baum@momentumww.com::ba9efd3d-359d-4012-9c68-3c0424873fac" providerId="AD" clId="Web-{D61EDF02-FF3F-0F8A-740F-8167BD380BFB}" dt="2025-02-04T18:45:33.188" v="62" actId="20577"/>
        <pc:sldMkLst>
          <pc:docMk/>
          <pc:sldMk cId="763341292" sldId="2147470797"/>
        </pc:sldMkLst>
      </pc:sldChg>
      <pc:sldChg chg="addSp modSp new mod modClrScheme chgLayout">
        <pc:chgData name="Baum, Kristen (STL-MOM)" userId="S::kristen.baum@momentumww.com::ba9efd3d-359d-4012-9c68-3c0424873fac" providerId="AD" clId="Web-{D61EDF02-FF3F-0F8A-740F-8167BD380BFB}" dt="2025-02-04T23:09:44.036" v="65" actId="20577"/>
        <pc:sldMkLst>
          <pc:docMk/>
          <pc:sldMk cId="190273940" sldId="2147470798"/>
        </pc:sldMkLst>
      </pc:sldChg>
      <pc:sldChg chg="addSp modSp new mod modClrScheme chgLayout">
        <pc:chgData name="Baum, Kristen (STL-MOM)" userId="S::kristen.baum@momentumww.com::ba9efd3d-359d-4012-9c68-3c0424873fac" providerId="AD" clId="Web-{D61EDF02-FF3F-0F8A-740F-8167BD380BFB}" dt="2025-02-04T23:10:26.053" v="76" actId="20577"/>
        <pc:sldMkLst>
          <pc:docMk/>
          <pc:sldMk cId="3216253900" sldId="2147470799"/>
        </pc:sldMkLst>
      </pc:sldChg>
      <pc:sldChg chg="addSp modSp new mod modClrScheme chgLayout">
        <pc:chgData name="Baum, Kristen (STL-MOM)" userId="S::kristen.baum@momentumww.com::ba9efd3d-359d-4012-9c68-3c0424873fac" providerId="AD" clId="Web-{D61EDF02-FF3F-0F8A-740F-8167BD380BFB}" dt="2025-02-04T23:11:04.852" v="80" actId="20577"/>
        <pc:sldMkLst>
          <pc:docMk/>
          <pc:sldMk cId="3957144597" sldId="2147470800"/>
        </pc:sldMkLst>
        <pc:spChg chg="mod ord">
          <ac:chgData name="Baum, Kristen (STL-MOM)" userId="S::kristen.baum@momentumww.com::ba9efd3d-359d-4012-9c68-3c0424873fac" providerId="AD" clId="Web-{D61EDF02-FF3F-0F8A-740F-8167BD380BFB}" dt="2025-02-04T23:10:59.023" v="78"/>
          <ac:spMkLst>
            <pc:docMk/>
            <pc:sldMk cId="3957144597" sldId="2147470800"/>
            <ac:spMk id="2" creationId="{E5C7900A-2F97-017D-DD06-4BD533A28C69}"/>
          </ac:spMkLst>
        </pc:spChg>
        <pc:spChg chg="mod ord">
          <ac:chgData name="Baum, Kristen (STL-MOM)" userId="S::kristen.baum@momentumww.com::ba9efd3d-359d-4012-9c68-3c0424873fac" providerId="AD" clId="Web-{D61EDF02-FF3F-0F8A-740F-8167BD380BFB}" dt="2025-02-04T23:10:59.023" v="78"/>
          <ac:spMkLst>
            <pc:docMk/>
            <pc:sldMk cId="3957144597" sldId="2147470800"/>
            <ac:spMk id="3" creationId="{700876B7-E07F-D94E-62D8-AEEF53B6B465}"/>
          </ac:spMkLst>
        </pc:spChg>
        <pc:spChg chg="add mod ord">
          <ac:chgData name="Baum, Kristen (STL-MOM)" userId="S::kristen.baum@momentumww.com::ba9efd3d-359d-4012-9c68-3c0424873fac" providerId="AD" clId="Web-{D61EDF02-FF3F-0F8A-740F-8167BD380BFB}" dt="2025-02-04T23:11:04.852" v="80" actId="20577"/>
          <ac:spMkLst>
            <pc:docMk/>
            <pc:sldMk cId="3957144597" sldId="2147470800"/>
            <ac:spMk id="4" creationId="{C634D094-41AF-5E92-8D6D-84EB12B43EC0}"/>
          </ac:spMkLst>
        </pc:spChg>
      </pc:sldChg>
      <pc:sldChg chg="addSp modSp new mod modClrScheme chgLayout">
        <pc:chgData name="Baum, Kristen (STL-MOM)" userId="S::kristen.baum@momentumww.com::ba9efd3d-359d-4012-9c68-3c0424873fac" providerId="AD" clId="Web-{D61EDF02-FF3F-0F8A-740F-8167BD380BFB}" dt="2025-02-04T23:11:26.899" v="84" actId="20577"/>
        <pc:sldMkLst>
          <pc:docMk/>
          <pc:sldMk cId="558538908" sldId="2147470801"/>
        </pc:sldMkLst>
        <pc:spChg chg="mod ord">
          <ac:chgData name="Baum, Kristen (STL-MOM)" userId="S::kristen.baum@momentumww.com::ba9efd3d-359d-4012-9c68-3c0424873fac" providerId="AD" clId="Web-{D61EDF02-FF3F-0F8A-740F-8167BD380BFB}" dt="2025-02-04T23:11:23.586" v="82"/>
          <ac:spMkLst>
            <pc:docMk/>
            <pc:sldMk cId="558538908" sldId="2147470801"/>
            <ac:spMk id="2" creationId="{F404325E-A755-1B7B-191B-3F41DFBB3F90}"/>
          </ac:spMkLst>
        </pc:spChg>
        <pc:spChg chg="mod ord">
          <ac:chgData name="Baum, Kristen (STL-MOM)" userId="S::kristen.baum@momentumww.com::ba9efd3d-359d-4012-9c68-3c0424873fac" providerId="AD" clId="Web-{D61EDF02-FF3F-0F8A-740F-8167BD380BFB}" dt="2025-02-04T23:11:23.586" v="82"/>
          <ac:spMkLst>
            <pc:docMk/>
            <pc:sldMk cId="558538908" sldId="2147470801"/>
            <ac:spMk id="3" creationId="{B2CBEDF0-7F48-FCCC-5D66-0A82374BC71C}"/>
          </ac:spMkLst>
        </pc:spChg>
        <pc:spChg chg="add mod ord">
          <ac:chgData name="Baum, Kristen (STL-MOM)" userId="S::kristen.baum@momentumww.com::ba9efd3d-359d-4012-9c68-3c0424873fac" providerId="AD" clId="Web-{D61EDF02-FF3F-0F8A-740F-8167BD380BFB}" dt="2025-02-04T23:11:26.899" v="84" actId="20577"/>
          <ac:spMkLst>
            <pc:docMk/>
            <pc:sldMk cId="558538908" sldId="2147470801"/>
            <ac:spMk id="4" creationId="{F5555DD5-7C23-07BE-6E49-D3EA0834BAE0}"/>
          </ac:spMkLst>
        </pc:spChg>
      </pc:sldChg>
      <pc:sldChg chg="addSp modSp new mod modClrScheme chgLayout">
        <pc:chgData name="Baum, Kristen (STL-MOM)" userId="S::kristen.baum@momentumww.com::ba9efd3d-359d-4012-9c68-3c0424873fac" providerId="AD" clId="Web-{D61EDF02-FF3F-0F8A-740F-8167BD380BFB}" dt="2025-02-04T23:12:11.650" v="88" actId="20577"/>
        <pc:sldMkLst>
          <pc:docMk/>
          <pc:sldMk cId="2082908048" sldId="2147470802"/>
        </pc:sldMkLst>
      </pc:sldChg>
      <pc:sldChg chg="addSp modSp new mod modClrScheme chgLayout">
        <pc:chgData name="Baum, Kristen (STL-MOM)" userId="S::kristen.baum@momentumww.com::ba9efd3d-359d-4012-9c68-3c0424873fac" providerId="AD" clId="Web-{D61EDF02-FF3F-0F8A-740F-8167BD380BFB}" dt="2025-02-04T23:16:45.721" v="124" actId="20577"/>
        <pc:sldMkLst>
          <pc:docMk/>
          <pc:sldMk cId="3977823893" sldId="2147470803"/>
        </pc:sldMkLst>
        <pc:spChg chg="mod ord">
          <ac:chgData name="Baum, Kristen (STL-MOM)" userId="S::kristen.baum@momentumww.com::ba9efd3d-359d-4012-9c68-3c0424873fac" providerId="AD" clId="Web-{D61EDF02-FF3F-0F8A-740F-8167BD380BFB}" dt="2025-02-04T23:16:18.939" v="122"/>
          <ac:spMkLst>
            <pc:docMk/>
            <pc:sldMk cId="3977823893" sldId="2147470803"/>
            <ac:spMk id="2" creationId="{36C6E6CB-7328-4FE4-4A9A-A4870823E7D8}"/>
          </ac:spMkLst>
        </pc:spChg>
        <pc:spChg chg="mod ord">
          <ac:chgData name="Baum, Kristen (STL-MOM)" userId="S::kristen.baum@momentumww.com::ba9efd3d-359d-4012-9c68-3c0424873fac" providerId="AD" clId="Web-{D61EDF02-FF3F-0F8A-740F-8167BD380BFB}" dt="2025-02-04T23:16:18.939" v="122"/>
          <ac:spMkLst>
            <pc:docMk/>
            <pc:sldMk cId="3977823893" sldId="2147470803"/>
            <ac:spMk id="3" creationId="{8C7639ED-8954-1D16-4E85-FA9D3110B5C2}"/>
          </ac:spMkLst>
        </pc:spChg>
        <pc:spChg chg="add mod ord">
          <ac:chgData name="Baum, Kristen (STL-MOM)" userId="S::kristen.baum@momentumww.com::ba9efd3d-359d-4012-9c68-3c0424873fac" providerId="AD" clId="Web-{D61EDF02-FF3F-0F8A-740F-8167BD380BFB}" dt="2025-02-04T23:16:45.721" v="124" actId="20577"/>
          <ac:spMkLst>
            <pc:docMk/>
            <pc:sldMk cId="3977823893" sldId="2147470803"/>
            <ac:spMk id="4" creationId="{4A070316-5EAF-1934-C57E-213576CECD56}"/>
          </ac:spMkLst>
        </pc:spChg>
      </pc:sldChg>
      <pc:sldChg chg="addSp modSp new mod modClrScheme chgLayout">
        <pc:chgData name="Baum, Kristen (STL-MOM)" userId="S::kristen.baum@momentumww.com::ba9efd3d-359d-4012-9c68-3c0424873fac" providerId="AD" clId="Web-{D61EDF02-FF3F-0F8A-740F-8167BD380BFB}" dt="2025-02-06T21:13:58.981" v="189" actId="14100"/>
        <pc:sldMkLst>
          <pc:docMk/>
          <pc:sldMk cId="961233515" sldId="2147470804"/>
        </pc:sldMkLst>
        <pc:spChg chg="mod ord">
          <ac:chgData name="Baum, Kristen (STL-MOM)" userId="S::kristen.baum@momentumww.com::ba9efd3d-359d-4012-9c68-3c0424873fac" providerId="AD" clId="Web-{D61EDF02-FF3F-0F8A-740F-8167BD380BFB}" dt="2025-02-06T21:13:42.965" v="187" actId="20577"/>
          <ac:spMkLst>
            <pc:docMk/>
            <pc:sldMk cId="961233515" sldId="2147470804"/>
            <ac:spMk id="2" creationId="{3BFEAC18-8E6E-8EDB-9B17-F7501C994E22}"/>
          </ac:spMkLst>
        </pc:spChg>
        <pc:spChg chg="mod ord">
          <ac:chgData name="Baum, Kristen (STL-MOM)" userId="S::kristen.baum@momentumww.com::ba9efd3d-359d-4012-9c68-3c0424873fac" providerId="AD" clId="Web-{D61EDF02-FF3F-0F8A-740F-8167BD380BFB}" dt="2025-02-04T23:17:39.208" v="130"/>
          <ac:spMkLst>
            <pc:docMk/>
            <pc:sldMk cId="961233515" sldId="2147470804"/>
            <ac:spMk id="3" creationId="{31F6A793-82F2-708A-D785-E4E03E307477}"/>
          </ac:spMkLst>
        </pc:spChg>
        <pc:spChg chg="add mod ord">
          <ac:chgData name="Baum, Kristen (STL-MOM)" userId="S::kristen.baum@momentumww.com::ba9efd3d-359d-4012-9c68-3c0424873fac" providerId="AD" clId="Web-{D61EDF02-FF3F-0F8A-740F-8167BD380BFB}" dt="2025-02-06T21:13:58.981" v="189" actId="14100"/>
          <ac:spMkLst>
            <pc:docMk/>
            <pc:sldMk cId="961233515" sldId="2147470804"/>
            <ac:spMk id="4" creationId="{36FD2123-C08A-ECC7-AF04-DD530B3B5009}"/>
          </ac:spMkLst>
        </pc:spChg>
      </pc:sldChg>
      <pc:sldChg chg="modSp new">
        <pc:chgData name="Baum, Kristen (STL-MOM)" userId="S::kristen.baum@momentumww.com::ba9efd3d-359d-4012-9c68-3c0424873fac" providerId="AD" clId="Web-{D61EDF02-FF3F-0F8A-740F-8167BD380BFB}" dt="2025-02-04T23:18:45.413" v="135" actId="20577"/>
        <pc:sldMkLst>
          <pc:docMk/>
          <pc:sldMk cId="2245660586" sldId="2147470805"/>
        </pc:sldMkLst>
      </pc:sldChg>
      <pc:sldChg chg="modSp add replId">
        <pc:chgData name="Baum, Kristen (STL-MOM)" userId="S::kristen.baum@momentumww.com::ba9efd3d-359d-4012-9c68-3c0424873fac" providerId="AD" clId="Web-{D61EDF02-FF3F-0F8A-740F-8167BD380BFB}" dt="2025-02-06T21:12:49.885" v="182" actId="20577"/>
        <pc:sldMkLst>
          <pc:docMk/>
          <pc:sldMk cId="4071497816" sldId="2147470806"/>
        </pc:sldMkLst>
        <pc:spChg chg="mod">
          <ac:chgData name="Baum, Kristen (STL-MOM)" userId="S::kristen.baum@momentumww.com::ba9efd3d-359d-4012-9c68-3c0424873fac" providerId="AD" clId="Web-{D61EDF02-FF3F-0F8A-740F-8167BD380BFB}" dt="2025-02-06T21:12:49.885" v="182" actId="20577"/>
          <ac:spMkLst>
            <pc:docMk/>
            <pc:sldMk cId="4071497816" sldId="2147470806"/>
            <ac:spMk id="10" creationId="{74239A9B-1B76-FE85-0A96-5B77F7C96A90}"/>
          </ac:spMkLst>
        </pc:spChg>
      </pc:sldChg>
    </pc:docChg>
  </pc:docChgLst>
  <pc:docChgLst>
    <pc:chgData name="Baum, Kristen (STL-MOM)" userId="S::kristen.baum@momentumww.com::ba9efd3d-359d-4012-9c68-3c0424873fac" providerId="AD" clId="Web-{F71BEE27-4CBD-931E-40EF-AC573E70196C}"/>
    <pc:docChg chg="addSld modSld">
      <pc:chgData name="Baum, Kristen (STL-MOM)" userId="S::kristen.baum@momentumww.com::ba9efd3d-359d-4012-9c68-3c0424873fac" providerId="AD" clId="Web-{F71BEE27-4CBD-931E-40EF-AC573E70196C}" dt="2024-06-03T22:40:27.935" v="31" actId="14100"/>
      <pc:docMkLst>
        <pc:docMk/>
      </pc:docMkLst>
      <pc:sldChg chg="addSp delSp modSp new">
        <pc:chgData name="Baum, Kristen (STL-MOM)" userId="S::kristen.baum@momentumww.com::ba9efd3d-359d-4012-9c68-3c0424873fac" providerId="AD" clId="Web-{F71BEE27-4CBD-931E-40EF-AC573E70196C}" dt="2024-06-03T20:54:30.863" v="7" actId="20577"/>
        <pc:sldMkLst>
          <pc:docMk/>
          <pc:sldMk cId="374036140" sldId="2147470786"/>
        </pc:sldMkLst>
      </pc:sldChg>
      <pc:sldChg chg="addSp delSp modSp new">
        <pc:chgData name="Baum, Kristen (STL-MOM)" userId="S::kristen.baum@momentumww.com::ba9efd3d-359d-4012-9c68-3c0424873fac" providerId="AD" clId="Web-{F71BEE27-4CBD-931E-40EF-AC573E70196C}" dt="2024-06-03T22:40:02.169" v="24"/>
        <pc:sldMkLst>
          <pc:docMk/>
          <pc:sldMk cId="3381938691" sldId="2147470787"/>
        </pc:sldMkLst>
      </pc:sldChg>
      <pc:sldChg chg="addSp delSp modSp new">
        <pc:chgData name="Baum, Kristen (STL-MOM)" userId="S::kristen.baum@momentumww.com::ba9efd3d-359d-4012-9c68-3c0424873fac" providerId="AD" clId="Web-{F71BEE27-4CBD-931E-40EF-AC573E70196C}" dt="2024-06-03T22:40:27.935" v="31" actId="14100"/>
        <pc:sldMkLst>
          <pc:docMk/>
          <pc:sldMk cId="687614377" sldId="2147470788"/>
        </pc:sldMkLst>
      </pc:sldChg>
    </pc:docChg>
  </pc:docChgLst>
  <pc:docChgLst>
    <pc:chgData name="Baum, Kristen (STL-MOM)" userId="S::kristen.baum@momentumww.com::ba9efd3d-359d-4012-9c68-3c0424873fac" providerId="AD" clId="Web-{FE3D94C5-FB4B-77C8-9A73-88A2DE8F430D}"/>
    <pc:docChg chg="addSld modSld sldOrd">
      <pc:chgData name="Baum, Kristen (STL-MOM)" userId="S::kristen.baum@momentumww.com::ba9efd3d-359d-4012-9c68-3c0424873fac" providerId="AD" clId="Web-{FE3D94C5-FB4B-77C8-9A73-88A2DE8F430D}" dt="2024-04-12T14:33:06.409" v="36" actId="20577"/>
      <pc:docMkLst>
        <pc:docMk/>
      </pc:docMkLst>
      <pc:sldChg chg="modSp">
        <pc:chgData name="Baum, Kristen (STL-MOM)" userId="S::kristen.baum@momentumww.com::ba9efd3d-359d-4012-9c68-3c0424873fac" providerId="AD" clId="Web-{FE3D94C5-FB4B-77C8-9A73-88A2DE8F430D}" dt="2024-04-12T14:25:48.112" v="28" actId="20577"/>
        <pc:sldMkLst>
          <pc:docMk/>
          <pc:sldMk cId="865283677" sldId="2147470499"/>
        </pc:sldMkLst>
      </pc:sldChg>
      <pc:sldChg chg="modSp">
        <pc:chgData name="Baum, Kristen (STL-MOM)" userId="S::kristen.baum@momentumww.com::ba9efd3d-359d-4012-9c68-3c0424873fac" providerId="AD" clId="Web-{FE3D94C5-FB4B-77C8-9A73-88A2DE8F430D}" dt="2024-04-12T14:33:06.409" v="36" actId="20577"/>
        <pc:sldMkLst>
          <pc:docMk/>
          <pc:sldMk cId="1081033570" sldId="2147470776"/>
        </pc:sldMkLst>
      </pc:sldChg>
      <pc:sldChg chg="modSp add ord replId delCm">
        <pc:chgData name="Baum, Kristen (STL-MOM)" userId="S::kristen.baum@momentumww.com::ba9efd3d-359d-4012-9c68-3c0424873fac" providerId="AD" clId="Web-{FE3D94C5-FB4B-77C8-9A73-88A2DE8F430D}" dt="2024-04-12T14:20:23.367" v="5"/>
        <pc:sldMkLst>
          <pc:docMk/>
          <pc:sldMk cId="1054142478" sldId="214747077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Baum, Kristen (STL-MOM)" userId="S::kristen.baum@momentumww.com::ba9efd3d-359d-4012-9c68-3c0424873fac" providerId="AD" clId="Web-{FE3D94C5-FB4B-77C8-9A73-88A2DE8F430D}" dt="2024-04-12T14:20:09.257" v="1"/>
              <pc2:cmMkLst xmlns:pc2="http://schemas.microsoft.com/office/powerpoint/2019/9/main/command">
                <pc:docMk/>
                <pc:sldMk cId="1054142478" sldId="2147470777"/>
                <pc2:cmMk id="{681FD201-5C23-44EC-AC36-977A4947AAC6}"/>
              </pc2:cmMkLst>
            </pc226:cmChg>
          </p:ext>
        </pc:extLst>
      </pc:sldChg>
    </pc:docChg>
  </pc:docChgLst>
  <pc:docChgLst>
    <pc:chgData name="Baum, Kristen (STL-MOM)" userId="S::kristen.baum@momentumww.com::ba9efd3d-359d-4012-9c68-3c0424873fac" providerId="AD" clId="Web-{6701A252-DC01-4072-9781-D6F02ED4AD18}"/>
    <pc:docChg chg="addSld delSld modSld">
      <pc:chgData name="Baum, Kristen (STL-MOM)" userId="S::kristen.baum@momentumww.com::ba9efd3d-359d-4012-9c68-3c0424873fac" providerId="AD" clId="Web-{6701A252-DC01-4072-9781-D6F02ED4AD18}" dt="2024-04-12T14:40:08.855" v="23" actId="20577"/>
      <pc:docMkLst>
        <pc:docMk/>
      </pc:docMkLst>
      <pc:sldChg chg="modSp">
        <pc:chgData name="Baum, Kristen (STL-MOM)" userId="S::kristen.baum@momentumww.com::ba9efd3d-359d-4012-9c68-3c0424873fac" providerId="AD" clId="Web-{6701A252-DC01-4072-9781-D6F02ED4AD18}" dt="2024-04-12T14:36:00.363" v="16" actId="20577"/>
        <pc:sldMkLst>
          <pc:docMk/>
          <pc:sldMk cId="2281743148" sldId="2147470695"/>
        </pc:sldMkLst>
      </pc:sldChg>
      <pc:sldChg chg="modSp">
        <pc:chgData name="Baum, Kristen (STL-MOM)" userId="S::kristen.baum@momentumww.com::ba9efd3d-359d-4012-9c68-3c0424873fac" providerId="AD" clId="Web-{6701A252-DC01-4072-9781-D6F02ED4AD18}" dt="2024-04-12T14:34:02.188" v="8" actId="20577"/>
        <pc:sldMkLst>
          <pc:docMk/>
          <pc:sldMk cId="512522126" sldId="2147470765"/>
        </pc:sldMkLst>
      </pc:sldChg>
      <pc:sldChg chg="del">
        <pc:chgData name="Baum, Kristen (STL-MOM)" userId="S::kristen.baum@momentumww.com::ba9efd3d-359d-4012-9c68-3c0424873fac" providerId="AD" clId="Web-{6701A252-DC01-4072-9781-D6F02ED4AD18}" dt="2024-04-12T14:34:04.891" v="10"/>
        <pc:sldMkLst>
          <pc:docMk/>
          <pc:sldMk cId="2409709582" sldId="2147470766"/>
        </pc:sldMkLst>
      </pc:sldChg>
      <pc:sldChg chg="del">
        <pc:chgData name="Baum, Kristen (STL-MOM)" userId="S::kristen.baum@momentumww.com::ba9efd3d-359d-4012-9c68-3c0424873fac" providerId="AD" clId="Web-{6701A252-DC01-4072-9781-D6F02ED4AD18}" dt="2024-04-12T14:34:04.891" v="9"/>
        <pc:sldMkLst>
          <pc:docMk/>
          <pc:sldMk cId="971875712" sldId="2147470767"/>
        </pc:sldMkLst>
      </pc:sldChg>
      <pc:sldChg chg="new del">
        <pc:chgData name="Baum, Kristen (STL-MOM)" userId="S::kristen.baum@momentumww.com::ba9efd3d-359d-4012-9c68-3c0424873fac" providerId="AD" clId="Web-{6701A252-DC01-4072-9781-D6F02ED4AD18}" dt="2024-04-12T14:33:29.375" v="2"/>
        <pc:sldMkLst>
          <pc:docMk/>
          <pc:sldMk cId="690921507" sldId="2147470778"/>
        </pc:sldMkLst>
      </pc:sldChg>
      <pc:sldChg chg="add">
        <pc:chgData name="Baum, Kristen (STL-MOM)" userId="S::kristen.baum@momentumww.com::ba9efd3d-359d-4012-9c68-3c0424873fac" providerId="AD" clId="Web-{6701A252-DC01-4072-9781-D6F02ED4AD18}" dt="2024-04-12T14:33:34.984" v="4"/>
        <pc:sldMkLst>
          <pc:docMk/>
          <pc:sldMk cId="3682541927" sldId="2147470778"/>
        </pc:sldMkLst>
      </pc:sldChg>
      <pc:sldChg chg="new del">
        <pc:chgData name="Baum, Kristen (STL-MOM)" userId="S::kristen.baum@momentumww.com::ba9efd3d-359d-4012-9c68-3c0424873fac" providerId="AD" clId="Web-{6701A252-DC01-4072-9781-D6F02ED4AD18}" dt="2024-04-12T14:33:31.016" v="3"/>
        <pc:sldMkLst>
          <pc:docMk/>
          <pc:sldMk cId="756441944" sldId="2147470779"/>
        </pc:sldMkLst>
      </pc:sldChg>
      <pc:sldChg chg="add">
        <pc:chgData name="Baum, Kristen (STL-MOM)" userId="S::kristen.baum@momentumww.com::ba9efd3d-359d-4012-9c68-3c0424873fac" providerId="AD" clId="Web-{6701A252-DC01-4072-9781-D6F02ED4AD18}" dt="2024-04-12T14:33:35.047" v="5"/>
        <pc:sldMkLst>
          <pc:docMk/>
          <pc:sldMk cId="2795899954" sldId="2147470779"/>
        </pc:sldMkLst>
      </pc:sldChg>
      <pc:sldChg chg="add">
        <pc:chgData name="Baum, Kristen (STL-MOM)" userId="S::kristen.baum@momentumww.com::ba9efd3d-359d-4012-9c68-3c0424873fac" providerId="AD" clId="Web-{6701A252-DC01-4072-9781-D6F02ED4AD18}" dt="2024-04-12T14:34:45.080" v="11"/>
        <pc:sldMkLst>
          <pc:docMk/>
          <pc:sldMk cId="1633744473" sldId="2147470780"/>
        </pc:sldMkLst>
      </pc:sldChg>
      <pc:sldChg chg="add">
        <pc:chgData name="Baum, Kristen (STL-MOM)" userId="S::kristen.baum@momentumww.com::ba9efd3d-359d-4012-9c68-3c0424873fac" providerId="AD" clId="Web-{6701A252-DC01-4072-9781-D6F02ED4AD18}" dt="2024-04-12T14:34:45.205" v="12"/>
        <pc:sldMkLst>
          <pc:docMk/>
          <pc:sldMk cId="2287853512" sldId="2147470781"/>
        </pc:sldMkLst>
      </pc:sldChg>
      <pc:sldChg chg="add">
        <pc:chgData name="Baum, Kristen (STL-MOM)" userId="S::kristen.baum@momentumww.com::ba9efd3d-359d-4012-9c68-3c0424873fac" providerId="AD" clId="Web-{6701A252-DC01-4072-9781-D6F02ED4AD18}" dt="2024-04-12T14:35:04.627" v="13"/>
        <pc:sldMkLst>
          <pc:docMk/>
          <pc:sldMk cId="505043309" sldId="2147470782"/>
        </pc:sldMkLst>
      </pc:sldChg>
      <pc:sldChg chg="add">
        <pc:chgData name="Baum, Kristen (STL-MOM)" userId="S::kristen.baum@momentumww.com::ba9efd3d-359d-4012-9c68-3c0424873fac" providerId="AD" clId="Web-{6701A252-DC01-4072-9781-D6F02ED4AD18}" dt="2024-04-12T14:35:33.175" v="14"/>
        <pc:sldMkLst>
          <pc:docMk/>
          <pc:sldMk cId="3195400918" sldId="2147470783"/>
        </pc:sldMkLst>
      </pc:sldChg>
      <pc:sldChg chg="new del">
        <pc:chgData name="Baum, Kristen (STL-MOM)" userId="S::kristen.baum@momentumww.com::ba9efd3d-359d-4012-9c68-3c0424873fac" providerId="AD" clId="Web-{6701A252-DC01-4072-9781-D6F02ED4AD18}" dt="2024-04-12T14:39:52.651" v="19"/>
        <pc:sldMkLst>
          <pc:docMk/>
          <pc:sldMk cId="1231399545" sldId="2147470784"/>
        </pc:sldMkLst>
      </pc:sldChg>
      <pc:sldChg chg="modSp add replId">
        <pc:chgData name="Baum, Kristen (STL-MOM)" userId="S::kristen.baum@momentumww.com::ba9efd3d-359d-4012-9c68-3c0424873fac" providerId="AD" clId="Web-{6701A252-DC01-4072-9781-D6F02ED4AD18}" dt="2024-04-12T14:40:08.855" v="23" actId="20577"/>
        <pc:sldMkLst>
          <pc:docMk/>
          <pc:sldMk cId="3406693869" sldId="2147470785"/>
        </pc:sldMkLst>
      </pc:sldChg>
    </pc:docChg>
  </pc:docChgLst>
  <pc:docChgLst>
    <pc:chgData name="Bustos, Luis (WW-MOM)" userId="69e01f7a-7559-4f2c-9d0b-10b29d0aab91" providerId="ADAL" clId="{28C81650-72FD-48A1-9BBF-CDA2E023F2B9}"/>
    <pc:docChg chg="undo custSel modSld">
      <pc:chgData name="Bustos, Luis (WW-MOM)" userId="69e01f7a-7559-4f2c-9d0b-10b29d0aab91" providerId="ADAL" clId="{28C81650-72FD-48A1-9BBF-CDA2E023F2B9}" dt="2024-04-11T14:03:01.300" v="6"/>
      <pc:docMkLst>
        <pc:docMk/>
      </pc:docMkLst>
      <pc:sldChg chg="modCm">
        <pc:chgData name="Bustos, Luis (WW-MOM)" userId="69e01f7a-7559-4f2c-9d0b-10b29d0aab91" providerId="ADAL" clId="{28C81650-72FD-48A1-9BBF-CDA2E023F2B9}" dt="2024-04-11T14:03:01.300" v="6"/>
        <pc:sldMkLst>
          <pc:docMk/>
          <pc:sldMk cId="2517106670" sldId="214747076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 modRxn">
              <pc226:chgData name="Bustos, Luis (WW-MOM)" userId="69e01f7a-7559-4f2c-9d0b-10b29d0aab91" providerId="ADAL" clId="{28C81650-72FD-48A1-9BBF-CDA2E023F2B9}" dt="2024-04-11T14:03:01.300" v="6"/>
              <pc2:cmMkLst xmlns:pc2="http://schemas.microsoft.com/office/powerpoint/2019/9/main/command">
                <pc:docMk/>
                <pc:sldMk cId="2517106670" sldId="2147470764"/>
                <pc2:cmMk id="{C06341DB-338B-4B4B-BC09-FE51E19311D8}"/>
              </pc2:cmMkLst>
            </pc226:cmChg>
          </p:ext>
        </pc:extLst>
      </pc:sldChg>
      <pc:sldChg chg="modSp mod modCm">
        <pc:chgData name="Bustos, Luis (WW-MOM)" userId="69e01f7a-7559-4f2c-9d0b-10b29d0aab91" providerId="ADAL" clId="{28C81650-72FD-48A1-9BBF-CDA2E023F2B9}" dt="2024-04-11T14:02:47.517" v="5"/>
        <pc:sldMkLst>
          <pc:docMk/>
          <pc:sldMk cId="1081033570" sldId="214747077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Bustos, Luis (WW-MOM)" userId="69e01f7a-7559-4f2c-9d0b-10b29d0aab91" providerId="ADAL" clId="{28C81650-72FD-48A1-9BBF-CDA2E023F2B9}" dt="2024-04-11T14:02:47.517" v="5"/>
              <pc2:cmMkLst xmlns:pc2="http://schemas.microsoft.com/office/powerpoint/2019/9/main/command">
                <pc:docMk/>
                <pc:sldMk cId="1081033570" sldId="2147470776"/>
                <pc2:cmMk id="{64EEF722-EF3C-484E-9F93-40FF5E6730EA}"/>
              </pc2:cmMkLst>
              <pc226:cmRplyChg chg="add">
                <pc226:chgData name="Bustos, Luis (WW-MOM)" userId="69e01f7a-7559-4f2c-9d0b-10b29d0aab91" providerId="ADAL" clId="{28C81650-72FD-48A1-9BBF-CDA2E023F2B9}" dt="2024-04-11T14:01:40.644" v="4"/>
                <pc2:cmRplyMkLst xmlns:pc2="http://schemas.microsoft.com/office/powerpoint/2019/9/main/command">
                  <pc:docMk/>
                  <pc:sldMk cId="1081033570" sldId="2147470776"/>
                  <pc2:cmMk id="{64EEF722-EF3C-484E-9F93-40FF5E6730EA}"/>
                  <pc2:cmRplyMk id="{C58B893B-FE41-495B-A64F-C452D1589ACA}"/>
                </pc2:cmRplyMkLst>
              </pc226:cmRplyChg>
              <pc226:cmRplyChg chg="add">
                <pc226:chgData name="Bustos, Luis (WW-MOM)" userId="69e01f7a-7559-4f2c-9d0b-10b29d0aab91" providerId="ADAL" clId="{28C81650-72FD-48A1-9BBF-CDA2E023F2B9}" dt="2024-04-11T14:02:47.517" v="5"/>
                <pc2:cmRplyMkLst xmlns:pc2="http://schemas.microsoft.com/office/powerpoint/2019/9/main/command">
                  <pc:docMk/>
                  <pc:sldMk cId="1081033570" sldId="2147470776"/>
                  <pc2:cmMk id="{64EEF722-EF3C-484E-9F93-40FF5E6730EA}"/>
                  <pc2:cmRplyMk id="{A91AFB40-E5A4-4D45-9388-3145B0865410}"/>
                </pc2:cmRplyMkLst>
              </pc226:cmRplyChg>
            </pc226:cmChg>
          </p:ext>
        </pc:extLst>
      </pc:sldChg>
    </pc:docChg>
  </pc:docChgLst>
  <pc:docChgLst>
    <pc:chgData name="Baum, Kristen (STL-MOM)" userId="ba9efd3d-359d-4012-9c68-3c0424873fac" providerId="ADAL" clId="{867EF76E-222F-3F44-8BA4-789CF57B2073}"/>
    <pc:docChg chg="undo custSel addSld delSld modSld sldOrd">
      <pc:chgData name="Baum, Kristen (STL-MOM)" userId="ba9efd3d-359d-4012-9c68-3c0424873fac" providerId="ADAL" clId="{867EF76E-222F-3F44-8BA4-789CF57B2073}" dt="2025-02-07T15:10:10.348" v="1246" actId="20577"/>
      <pc:docMkLst>
        <pc:docMk/>
      </pc:docMkLst>
      <pc:sldChg chg="del">
        <pc:chgData name="Baum, Kristen (STL-MOM)" userId="ba9efd3d-359d-4012-9c68-3c0424873fac" providerId="ADAL" clId="{867EF76E-222F-3F44-8BA4-789CF57B2073}" dt="2025-02-07T04:11:30.225" v="68" actId="2696"/>
        <pc:sldMkLst>
          <pc:docMk/>
          <pc:sldMk cId="2281743148" sldId="2147470695"/>
        </pc:sldMkLst>
      </pc:sldChg>
      <pc:sldChg chg="addSp modSp del mod modNotesTx">
        <pc:chgData name="Baum, Kristen (STL-MOM)" userId="ba9efd3d-359d-4012-9c68-3c0424873fac" providerId="ADAL" clId="{867EF76E-222F-3F44-8BA4-789CF57B2073}" dt="2025-02-07T05:34:48.826" v="1197" actId="2696"/>
        <pc:sldMkLst>
          <pc:docMk/>
          <pc:sldMk cId="2597318046" sldId="2147470746"/>
        </pc:sldMkLst>
        <pc:spChg chg="add mod">
          <ac:chgData name="Baum, Kristen (STL-MOM)" userId="ba9efd3d-359d-4012-9c68-3c0424873fac" providerId="ADAL" clId="{867EF76E-222F-3F44-8BA4-789CF57B2073}" dt="2025-02-07T05:29:51.537" v="931" actId="207"/>
          <ac:spMkLst>
            <pc:docMk/>
            <pc:sldMk cId="2597318046" sldId="2147470746"/>
            <ac:spMk id="2" creationId="{11F4C36C-ABCE-9D18-C491-DE1958876758}"/>
          </ac:spMkLst>
        </pc:spChg>
        <pc:spChg chg="add mod">
          <ac:chgData name="Baum, Kristen (STL-MOM)" userId="ba9efd3d-359d-4012-9c68-3c0424873fac" providerId="ADAL" clId="{867EF76E-222F-3F44-8BA4-789CF57B2073}" dt="2025-02-07T05:32:38.608" v="1141" actId="1076"/>
          <ac:spMkLst>
            <pc:docMk/>
            <pc:sldMk cId="2597318046" sldId="2147470746"/>
            <ac:spMk id="4" creationId="{3C8188F7-59B1-686F-BFCE-EBA0DAD7E0EC}"/>
          </ac:spMkLst>
        </pc:spChg>
        <pc:spChg chg="mod">
          <ac:chgData name="Baum, Kristen (STL-MOM)" userId="ba9efd3d-359d-4012-9c68-3c0424873fac" providerId="ADAL" clId="{867EF76E-222F-3F44-8BA4-789CF57B2073}" dt="2025-02-07T05:14:59.001" v="681" actId="20577"/>
          <ac:spMkLst>
            <pc:docMk/>
            <pc:sldMk cId="2597318046" sldId="2147470746"/>
            <ac:spMk id="8" creationId="{8A90EB1A-691F-7A6E-D407-D9055143DE80}"/>
          </ac:spMkLst>
        </pc:spChg>
        <pc:spChg chg="mod">
          <ac:chgData name="Baum, Kristen (STL-MOM)" userId="ba9efd3d-359d-4012-9c68-3c0424873fac" providerId="ADAL" clId="{867EF76E-222F-3F44-8BA4-789CF57B2073}" dt="2025-02-07T05:32:42.134" v="1142" actId="1076"/>
          <ac:spMkLst>
            <pc:docMk/>
            <pc:sldMk cId="2597318046" sldId="2147470746"/>
            <ac:spMk id="10" creationId="{4B010F96-42DD-DB35-097B-B08359F21544}"/>
          </ac:spMkLst>
        </pc:spChg>
      </pc:sldChg>
      <pc:sldChg chg="del">
        <pc:chgData name="Baum, Kristen (STL-MOM)" userId="ba9efd3d-359d-4012-9c68-3c0424873fac" providerId="ADAL" clId="{867EF76E-222F-3F44-8BA4-789CF57B2073}" dt="2025-02-07T04:50:04.419" v="434" actId="2696"/>
        <pc:sldMkLst>
          <pc:docMk/>
          <pc:sldMk cId="3485334019" sldId="2147470761"/>
        </pc:sldMkLst>
      </pc:sldChg>
      <pc:sldChg chg="ord">
        <pc:chgData name="Baum, Kristen (STL-MOM)" userId="ba9efd3d-359d-4012-9c68-3c0424873fac" providerId="ADAL" clId="{867EF76E-222F-3F44-8BA4-789CF57B2073}" dt="2025-02-07T05:08:07.006" v="656" actId="20578"/>
        <pc:sldMkLst>
          <pc:docMk/>
          <pc:sldMk cId="2517106670" sldId="2147470764"/>
        </pc:sldMkLst>
      </pc:sldChg>
      <pc:sldChg chg="del">
        <pc:chgData name="Baum, Kristen (STL-MOM)" userId="ba9efd3d-359d-4012-9c68-3c0424873fac" providerId="ADAL" clId="{867EF76E-222F-3F44-8BA4-789CF57B2073}" dt="2025-02-07T04:48:00.496" v="395" actId="2696"/>
        <pc:sldMkLst>
          <pc:docMk/>
          <pc:sldMk cId="4101906396" sldId="2147470768"/>
        </pc:sldMkLst>
      </pc:sldChg>
      <pc:sldChg chg="del">
        <pc:chgData name="Baum, Kristen (STL-MOM)" userId="ba9efd3d-359d-4012-9c68-3c0424873fac" providerId="ADAL" clId="{867EF76E-222F-3F44-8BA4-789CF57B2073}" dt="2025-02-07T04:48:00.503" v="399" actId="2696"/>
        <pc:sldMkLst>
          <pc:docMk/>
          <pc:sldMk cId="1192192437" sldId="2147470769"/>
        </pc:sldMkLst>
      </pc:sldChg>
      <pc:sldChg chg="del">
        <pc:chgData name="Baum, Kristen (STL-MOM)" userId="ba9efd3d-359d-4012-9c68-3c0424873fac" providerId="ADAL" clId="{867EF76E-222F-3F44-8BA4-789CF57B2073}" dt="2025-02-07T04:48:00.498" v="396" actId="2696"/>
        <pc:sldMkLst>
          <pc:docMk/>
          <pc:sldMk cId="444937208" sldId="2147470770"/>
        </pc:sldMkLst>
      </pc:sldChg>
      <pc:sldChg chg="del">
        <pc:chgData name="Baum, Kristen (STL-MOM)" userId="ba9efd3d-359d-4012-9c68-3c0424873fac" providerId="ADAL" clId="{867EF76E-222F-3F44-8BA4-789CF57B2073}" dt="2025-02-07T04:48:00.509" v="400" actId="2696"/>
        <pc:sldMkLst>
          <pc:docMk/>
          <pc:sldMk cId="2040823358" sldId="2147470771"/>
        </pc:sldMkLst>
      </pc:sldChg>
      <pc:sldChg chg="del">
        <pc:chgData name="Baum, Kristen (STL-MOM)" userId="ba9efd3d-359d-4012-9c68-3c0424873fac" providerId="ADAL" clId="{867EF76E-222F-3F44-8BA4-789CF57B2073}" dt="2025-02-07T04:48:00.501" v="398" actId="2696"/>
        <pc:sldMkLst>
          <pc:docMk/>
          <pc:sldMk cId="1587514508" sldId="2147470772"/>
        </pc:sldMkLst>
      </pc:sldChg>
      <pc:sldChg chg="addSp modSp mod">
        <pc:chgData name="Baum, Kristen (STL-MOM)" userId="ba9efd3d-359d-4012-9c68-3c0424873fac" providerId="ADAL" clId="{867EF76E-222F-3F44-8BA4-789CF57B2073}" dt="2025-02-07T05:37:32.619" v="1233" actId="255"/>
        <pc:sldMkLst>
          <pc:docMk/>
          <pc:sldMk cId="1081033570" sldId="2147470776"/>
        </pc:sldMkLst>
        <pc:spChg chg="mod">
          <ac:chgData name="Baum, Kristen (STL-MOM)" userId="ba9efd3d-359d-4012-9c68-3c0424873fac" providerId="ADAL" clId="{867EF76E-222F-3F44-8BA4-789CF57B2073}" dt="2025-02-07T05:37:32.619" v="1233" actId="255"/>
          <ac:spMkLst>
            <pc:docMk/>
            <pc:sldMk cId="1081033570" sldId="2147470776"/>
            <ac:spMk id="3" creationId="{D2820F74-4F05-34B4-42BE-C39CC096B872}"/>
          </ac:spMkLst>
        </pc:spChg>
        <pc:spChg chg="add mod">
          <ac:chgData name="Baum, Kristen (STL-MOM)" userId="ba9efd3d-359d-4012-9c68-3c0424873fac" providerId="ADAL" clId="{867EF76E-222F-3F44-8BA4-789CF57B2073}" dt="2025-02-07T05:34:43.003" v="1196" actId="1076"/>
          <ac:spMkLst>
            <pc:docMk/>
            <pc:sldMk cId="1081033570" sldId="2147470776"/>
            <ac:spMk id="5" creationId="{0E22D731-64D3-EB86-AE62-16D5AA6765B8}"/>
          </ac:spMkLst>
        </pc:spChg>
        <pc:spChg chg="add mod">
          <ac:chgData name="Baum, Kristen (STL-MOM)" userId="ba9efd3d-359d-4012-9c68-3c0424873fac" providerId="ADAL" clId="{867EF76E-222F-3F44-8BA4-789CF57B2073}" dt="2025-02-07T05:34:43.003" v="1196" actId="1076"/>
          <ac:spMkLst>
            <pc:docMk/>
            <pc:sldMk cId="1081033570" sldId="2147470776"/>
            <ac:spMk id="7" creationId="{1A92F161-6CA5-0F8E-B15B-91AFB7ED05E2}"/>
          </ac:spMkLst>
        </pc:spChg>
      </pc:sldChg>
      <pc:sldChg chg="del">
        <pc:chgData name="Baum, Kristen (STL-MOM)" userId="ba9efd3d-359d-4012-9c68-3c0424873fac" providerId="ADAL" clId="{867EF76E-222F-3F44-8BA4-789CF57B2073}" dt="2025-02-07T04:48:00.499" v="397" actId="2696"/>
        <pc:sldMkLst>
          <pc:docMk/>
          <pc:sldMk cId="1054142478" sldId="2147470777"/>
        </pc:sldMkLst>
      </pc:sldChg>
      <pc:sldChg chg="ord">
        <pc:chgData name="Baum, Kristen (STL-MOM)" userId="ba9efd3d-359d-4012-9c68-3c0424873fac" providerId="ADAL" clId="{867EF76E-222F-3F44-8BA4-789CF57B2073}" dt="2025-02-07T05:08:07.006" v="656" actId="20578"/>
        <pc:sldMkLst>
          <pc:docMk/>
          <pc:sldMk cId="3682541927" sldId="2147470778"/>
        </pc:sldMkLst>
      </pc:sldChg>
      <pc:sldChg chg="ord">
        <pc:chgData name="Baum, Kristen (STL-MOM)" userId="ba9efd3d-359d-4012-9c68-3c0424873fac" providerId="ADAL" clId="{867EF76E-222F-3F44-8BA4-789CF57B2073}" dt="2025-02-07T05:08:07.006" v="656" actId="20578"/>
        <pc:sldMkLst>
          <pc:docMk/>
          <pc:sldMk cId="2795899954" sldId="2147470779"/>
        </pc:sldMkLst>
      </pc:sldChg>
      <pc:sldChg chg="ord">
        <pc:chgData name="Baum, Kristen (STL-MOM)" userId="ba9efd3d-359d-4012-9c68-3c0424873fac" providerId="ADAL" clId="{867EF76E-222F-3F44-8BA4-789CF57B2073}" dt="2025-02-07T05:08:07.006" v="656" actId="20578"/>
        <pc:sldMkLst>
          <pc:docMk/>
          <pc:sldMk cId="1633744473" sldId="2147470780"/>
        </pc:sldMkLst>
      </pc:sldChg>
      <pc:sldChg chg="ord">
        <pc:chgData name="Baum, Kristen (STL-MOM)" userId="ba9efd3d-359d-4012-9c68-3c0424873fac" providerId="ADAL" clId="{867EF76E-222F-3F44-8BA4-789CF57B2073}" dt="2025-02-07T05:08:07.006" v="656" actId="20578"/>
        <pc:sldMkLst>
          <pc:docMk/>
          <pc:sldMk cId="2287853512" sldId="2147470781"/>
        </pc:sldMkLst>
      </pc:sldChg>
      <pc:sldChg chg="ord">
        <pc:chgData name="Baum, Kristen (STL-MOM)" userId="ba9efd3d-359d-4012-9c68-3c0424873fac" providerId="ADAL" clId="{867EF76E-222F-3F44-8BA4-789CF57B2073}" dt="2025-02-07T05:08:07.006" v="656" actId="20578"/>
        <pc:sldMkLst>
          <pc:docMk/>
          <pc:sldMk cId="505043309" sldId="2147470782"/>
        </pc:sldMkLst>
      </pc:sldChg>
      <pc:sldChg chg="ord">
        <pc:chgData name="Baum, Kristen (STL-MOM)" userId="ba9efd3d-359d-4012-9c68-3c0424873fac" providerId="ADAL" clId="{867EF76E-222F-3F44-8BA4-789CF57B2073}" dt="2025-02-07T05:08:07.006" v="656" actId="20578"/>
        <pc:sldMkLst>
          <pc:docMk/>
          <pc:sldMk cId="3195400918" sldId="2147470783"/>
        </pc:sldMkLst>
      </pc:sldChg>
      <pc:sldChg chg="modSp mod ord modNotesTx">
        <pc:chgData name="Baum, Kristen (STL-MOM)" userId="ba9efd3d-359d-4012-9c68-3c0424873fac" providerId="ADAL" clId="{867EF76E-222F-3F44-8BA4-789CF57B2073}" dt="2025-02-07T15:10:10.348" v="1246" actId="20577"/>
        <pc:sldMkLst>
          <pc:docMk/>
          <pc:sldMk cId="3406693869" sldId="2147470785"/>
        </pc:sldMkLst>
        <pc:spChg chg="mod">
          <ac:chgData name="Baum, Kristen (STL-MOM)" userId="ba9efd3d-359d-4012-9c68-3c0424873fac" providerId="ADAL" clId="{867EF76E-222F-3F44-8BA4-789CF57B2073}" dt="2025-02-07T04:36:29.319" v="242" actId="20577"/>
          <ac:spMkLst>
            <pc:docMk/>
            <pc:sldMk cId="3406693869" sldId="2147470785"/>
            <ac:spMk id="8" creationId="{8A90EB1A-691F-7A6E-D407-D9055143DE80}"/>
          </ac:spMkLst>
        </pc:spChg>
        <pc:spChg chg="mod">
          <ac:chgData name="Baum, Kristen (STL-MOM)" userId="ba9efd3d-359d-4012-9c68-3c0424873fac" providerId="ADAL" clId="{867EF76E-222F-3F44-8BA4-789CF57B2073}" dt="2025-02-07T15:10:10.348" v="1246" actId="20577"/>
          <ac:spMkLst>
            <pc:docMk/>
            <pc:sldMk cId="3406693869" sldId="2147470785"/>
            <ac:spMk id="10" creationId="{4B010F96-42DD-DB35-097B-B08359F21544}"/>
          </ac:spMkLst>
        </pc:spChg>
      </pc:sldChg>
      <pc:sldChg chg="del">
        <pc:chgData name="Baum, Kristen (STL-MOM)" userId="ba9efd3d-359d-4012-9c68-3c0424873fac" providerId="ADAL" clId="{867EF76E-222F-3F44-8BA4-789CF57B2073}" dt="2025-02-07T04:50:05.492" v="435" actId="2696"/>
        <pc:sldMkLst>
          <pc:docMk/>
          <pc:sldMk cId="3381938691" sldId="2147470787"/>
        </pc:sldMkLst>
      </pc:sldChg>
      <pc:sldChg chg="addSp delSp modSp mod">
        <pc:chgData name="Baum, Kristen (STL-MOM)" userId="ba9efd3d-359d-4012-9c68-3c0424873fac" providerId="ADAL" clId="{867EF76E-222F-3F44-8BA4-789CF57B2073}" dt="2025-02-07T05:06:40.512" v="655" actId="20577"/>
        <pc:sldMkLst>
          <pc:docMk/>
          <pc:sldMk cId="687614377" sldId="2147470788"/>
        </pc:sldMkLst>
        <pc:spChg chg="del mod">
          <ac:chgData name="Baum, Kristen (STL-MOM)" userId="ba9efd3d-359d-4012-9c68-3c0424873fac" providerId="ADAL" clId="{867EF76E-222F-3F44-8BA4-789CF57B2073}" dt="2025-02-07T04:59:55.451" v="575" actId="478"/>
          <ac:spMkLst>
            <pc:docMk/>
            <pc:sldMk cId="687614377" sldId="2147470788"/>
            <ac:spMk id="4" creationId="{EBADDFFB-058E-4E80-0979-85131188ED94}"/>
          </ac:spMkLst>
        </pc:spChg>
        <pc:graphicFrameChg chg="add mod modGraphic">
          <ac:chgData name="Baum, Kristen (STL-MOM)" userId="ba9efd3d-359d-4012-9c68-3c0424873fac" providerId="ADAL" clId="{867EF76E-222F-3F44-8BA4-789CF57B2073}" dt="2025-02-07T05:06:40.512" v="655" actId="20577"/>
          <ac:graphicFrameMkLst>
            <pc:docMk/>
            <pc:sldMk cId="687614377" sldId="2147470788"/>
            <ac:graphicFrameMk id="2" creationId="{FF184B3F-74DB-4C12-7D89-A3C8FA9E8BC8}"/>
          </ac:graphicFrameMkLst>
        </pc:graphicFrameChg>
      </pc:sldChg>
      <pc:sldChg chg="del">
        <pc:chgData name="Baum, Kristen (STL-MOM)" userId="ba9efd3d-359d-4012-9c68-3c0424873fac" providerId="ADAL" clId="{867EF76E-222F-3F44-8BA4-789CF57B2073}" dt="2025-02-07T04:49:45.864" v="428" actId="2696"/>
        <pc:sldMkLst>
          <pc:docMk/>
          <pc:sldMk cId="875828405" sldId="2147470789"/>
        </pc:sldMkLst>
      </pc:sldChg>
      <pc:sldChg chg="del">
        <pc:chgData name="Baum, Kristen (STL-MOM)" userId="ba9efd3d-359d-4012-9c68-3c0424873fac" providerId="ADAL" clId="{867EF76E-222F-3F44-8BA4-789CF57B2073}" dt="2025-02-07T05:02:00.938" v="594" actId="2696"/>
        <pc:sldMkLst>
          <pc:docMk/>
          <pc:sldMk cId="3248645306" sldId="2147470792"/>
        </pc:sldMkLst>
      </pc:sldChg>
      <pc:sldChg chg="del">
        <pc:chgData name="Baum, Kristen (STL-MOM)" userId="ba9efd3d-359d-4012-9c68-3c0424873fac" providerId="ADAL" clId="{867EF76E-222F-3F44-8BA4-789CF57B2073}" dt="2025-02-07T05:02:00.990" v="595" actId="2696"/>
        <pc:sldMkLst>
          <pc:docMk/>
          <pc:sldMk cId="1487784381" sldId="2147470793"/>
        </pc:sldMkLst>
      </pc:sldChg>
      <pc:sldChg chg="del">
        <pc:chgData name="Baum, Kristen (STL-MOM)" userId="ba9efd3d-359d-4012-9c68-3c0424873fac" providerId="ADAL" clId="{867EF76E-222F-3F44-8BA4-789CF57B2073}" dt="2025-02-07T04:50:03.317" v="433" actId="2696"/>
        <pc:sldMkLst>
          <pc:docMk/>
          <pc:sldMk cId="169521378" sldId="2147470794"/>
        </pc:sldMkLst>
      </pc:sldChg>
      <pc:sldChg chg="del">
        <pc:chgData name="Baum, Kristen (STL-MOM)" userId="ba9efd3d-359d-4012-9c68-3c0424873fac" providerId="ADAL" clId="{867EF76E-222F-3F44-8BA4-789CF57B2073}" dt="2025-02-07T04:49:46.536" v="429" actId="2696"/>
        <pc:sldMkLst>
          <pc:docMk/>
          <pc:sldMk cId="222189817" sldId="2147470795"/>
        </pc:sldMkLst>
      </pc:sldChg>
      <pc:sldChg chg="del">
        <pc:chgData name="Baum, Kristen (STL-MOM)" userId="ba9efd3d-359d-4012-9c68-3c0424873fac" providerId="ADAL" clId="{867EF76E-222F-3F44-8BA4-789CF57B2073}" dt="2025-02-07T04:49:47.903" v="430" actId="2696"/>
        <pc:sldMkLst>
          <pc:docMk/>
          <pc:sldMk cId="784164954" sldId="2147470796"/>
        </pc:sldMkLst>
      </pc:sldChg>
      <pc:sldChg chg="del">
        <pc:chgData name="Baum, Kristen (STL-MOM)" userId="ba9efd3d-359d-4012-9c68-3c0424873fac" providerId="ADAL" clId="{867EF76E-222F-3F44-8BA4-789CF57B2073}" dt="2025-02-07T04:49:52.478" v="432" actId="2696"/>
        <pc:sldMkLst>
          <pc:docMk/>
          <pc:sldMk cId="763341292" sldId="2147470797"/>
        </pc:sldMkLst>
      </pc:sldChg>
      <pc:sldChg chg="del">
        <pc:chgData name="Baum, Kristen (STL-MOM)" userId="ba9efd3d-359d-4012-9c68-3c0424873fac" providerId="ADAL" clId="{867EF76E-222F-3F44-8BA4-789CF57B2073}" dt="2025-02-07T04:14:13.555" v="90" actId="2696"/>
        <pc:sldMkLst>
          <pc:docMk/>
          <pc:sldMk cId="190273940" sldId="2147470798"/>
        </pc:sldMkLst>
      </pc:sldChg>
      <pc:sldChg chg="modSp del mod ord">
        <pc:chgData name="Baum, Kristen (STL-MOM)" userId="ba9efd3d-359d-4012-9c68-3c0424873fac" providerId="ADAL" clId="{867EF76E-222F-3F44-8BA4-789CF57B2073}" dt="2025-02-07T05:19:19.390" v="785" actId="2696"/>
        <pc:sldMkLst>
          <pc:docMk/>
          <pc:sldMk cId="3216253900" sldId="2147470799"/>
        </pc:sldMkLst>
        <pc:spChg chg="mod">
          <ac:chgData name="Baum, Kristen (STL-MOM)" userId="ba9efd3d-359d-4012-9c68-3c0424873fac" providerId="ADAL" clId="{867EF76E-222F-3F44-8BA4-789CF57B2073}" dt="2025-02-07T04:14:42.326" v="92"/>
          <ac:spMkLst>
            <pc:docMk/>
            <pc:sldMk cId="3216253900" sldId="2147470799"/>
            <ac:spMk id="2" creationId="{29304C8C-FCAE-2574-1244-1B89EC1BE09B}"/>
          </ac:spMkLst>
        </pc:spChg>
        <pc:spChg chg="mod">
          <ac:chgData name="Baum, Kristen (STL-MOM)" userId="ba9efd3d-359d-4012-9c68-3c0424873fac" providerId="ADAL" clId="{867EF76E-222F-3F44-8BA4-789CF57B2073}" dt="2025-02-07T04:16:03.474" v="102" actId="1076"/>
          <ac:spMkLst>
            <pc:docMk/>
            <pc:sldMk cId="3216253900" sldId="2147470799"/>
            <ac:spMk id="4" creationId="{58685E92-B7DC-B152-BEB0-DEBADC397D6E}"/>
          </ac:spMkLst>
        </pc:spChg>
      </pc:sldChg>
      <pc:sldChg chg="addSp delSp modSp mod ord">
        <pc:chgData name="Baum, Kristen (STL-MOM)" userId="ba9efd3d-359d-4012-9c68-3c0424873fac" providerId="ADAL" clId="{867EF76E-222F-3F44-8BA4-789CF57B2073}" dt="2025-02-07T05:27:23.436" v="908" actId="20578"/>
        <pc:sldMkLst>
          <pc:docMk/>
          <pc:sldMk cId="3957144597" sldId="2147470800"/>
        </pc:sldMkLst>
        <pc:spChg chg="mod">
          <ac:chgData name="Baum, Kristen (STL-MOM)" userId="ba9efd3d-359d-4012-9c68-3c0424873fac" providerId="ADAL" clId="{867EF76E-222F-3F44-8BA4-789CF57B2073}" dt="2025-02-07T04:43:36.754" v="368" actId="20577"/>
          <ac:spMkLst>
            <pc:docMk/>
            <pc:sldMk cId="3957144597" sldId="2147470800"/>
            <ac:spMk id="2" creationId="{E5C7900A-2F97-017D-DD06-4BD533A28C69}"/>
          </ac:spMkLst>
        </pc:spChg>
        <pc:spChg chg="mod">
          <ac:chgData name="Baum, Kristen (STL-MOM)" userId="ba9efd3d-359d-4012-9c68-3c0424873fac" providerId="ADAL" clId="{867EF76E-222F-3F44-8BA4-789CF57B2073}" dt="2025-02-07T04:32:34.596" v="123" actId="20577"/>
          <ac:spMkLst>
            <pc:docMk/>
            <pc:sldMk cId="3957144597" sldId="2147470800"/>
            <ac:spMk id="4" creationId="{C634D094-41AF-5E92-8D6D-84EB12B43EC0}"/>
          </ac:spMkLst>
        </pc:spChg>
        <pc:spChg chg="add del mod">
          <ac:chgData name="Baum, Kristen (STL-MOM)" userId="ba9efd3d-359d-4012-9c68-3c0424873fac" providerId="ADAL" clId="{867EF76E-222F-3F44-8BA4-789CF57B2073}" dt="2025-02-07T05:25:02.144" v="838" actId="478"/>
          <ac:spMkLst>
            <pc:docMk/>
            <pc:sldMk cId="3957144597" sldId="2147470800"/>
            <ac:spMk id="5" creationId="{41D09CBC-8712-0BC3-344E-3F426764B17E}"/>
          </ac:spMkLst>
        </pc:spChg>
        <pc:spChg chg="add del mod">
          <ac:chgData name="Baum, Kristen (STL-MOM)" userId="ba9efd3d-359d-4012-9c68-3c0424873fac" providerId="ADAL" clId="{867EF76E-222F-3F44-8BA4-789CF57B2073}" dt="2025-02-07T05:25:06.723" v="840" actId="478"/>
          <ac:spMkLst>
            <pc:docMk/>
            <pc:sldMk cId="3957144597" sldId="2147470800"/>
            <ac:spMk id="6" creationId="{BD4168FA-F0F1-42AE-A6D7-BAD55F34888E}"/>
          </ac:spMkLst>
        </pc:spChg>
        <pc:spChg chg="add mod">
          <ac:chgData name="Baum, Kristen (STL-MOM)" userId="ba9efd3d-359d-4012-9c68-3c0424873fac" providerId="ADAL" clId="{867EF76E-222F-3F44-8BA4-789CF57B2073}" dt="2025-02-07T05:26:05.691" v="872" actId="255"/>
          <ac:spMkLst>
            <pc:docMk/>
            <pc:sldMk cId="3957144597" sldId="2147470800"/>
            <ac:spMk id="7" creationId="{212ECFF7-AD19-BEF9-3F30-307538B33224}"/>
          </ac:spMkLst>
        </pc:spChg>
        <pc:spChg chg="add del mod">
          <ac:chgData name="Baum, Kristen (STL-MOM)" userId="ba9efd3d-359d-4012-9c68-3c0424873fac" providerId="ADAL" clId="{867EF76E-222F-3F44-8BA4-789CF57B2073}" dt="2025-02-07T05:24:24.871" v="816" actId="478"/>
          <ac:spMkLst>
            <pc:docMk/>
            <pc:sldMk cId="3957144597" sldId="2147470800"/>
            <ac:spMk id="8" creationId="{04D90399-52B2-5A7F-70DA-7176471E9F52}"/>
          </ac:spMkLst>
        </pc:spChg>
        <pc:spChg chg="add mod">
          <ac:chgData name="Baum, Kristen (STL-MOM)" userId="ba9efd3d-359d-4012-9c68-3c0424873fac" providerId="ADAL" clId="{867EF76E-222F-3F44-8BA4-789CF57B2073}" dt="2025-02-07T05:26:09.660" v="873" actId="1076"/>
          <ac:spMkLst>
            <pc:docMk/>
            <pc:sldMk cId="3957144597" sldId="2147470800"/>
            <ac:spMk id="9" creationId="{2EDAC678-5323-0EE3-673D-47FDF801A4D5}"/>
          </ac:spMkLst>
        </pc:spChg>
        <pc:spChg chg="add mod">
          <ac:chgData name="Baum, Kristen (STL-MOM)" userId="ba9efd3d-359d-4012-9c68-3c0424873fac" providerId="ADAL" clId="{867EF76E-222F-3F44-8BA4-789CF57B2073}" dt="2025-02-07T05:26:45.847" v="887" actId="20577"/>
          <ac:spMkLst>
            <pc:docMk/>
            <pc:sldMk cId="3957144597" sldId="2147470800"/>
            <ac:spMk id="10" creationId="{8B3926D5-1E82-EDAC-7945-FD5AEBAD9BA6}"/>
          </ac:spMkLst>
        </pc:spChg>
      </pc:sldChg>
      <pc:sldChg chg="modSp mod">
        <pc:chgData name="Baum, Kristen (STL-MOM)" userId="ba9efd3d-359d-4012-9c68-3c0424873fac" providerId="ADAL" clId="{867EF76E-222F-3F44-8BA4-789CF57B2073}" dt="2025-02-07T04:47:15.804" v="394" actId="20577"/>
        <pc:sldMkLst>
          <pc:docMk/>
          <pc:sldMk cId="558538908" sldId="2147470801"/>
        </pc:sldMkLst>
        <pc:spChg chg="mod">
          <ac:chgData name="Baum, Kristen (STL-MOM)" userId="ba9efd3d-359d-4012-9c68-3c0424873fac" providerId="ADAL" clId="{867EF76E-222F-3F44-8BA4-789CF57B2073}" dt="2025-02-07T04:35:38.496" v="209" actId="2711"/>
          <ac:spMkLst>
            <pc:docMk/>
            <pc:sldMk cId="558538908" sldId="2147470801"/>
            <ac:spMk id="2" creationId="{F404325E-A755-1B7B-191B-3F41DFBB3F90}"/>
          </ac:spMkLst>
        </pc:spChg>
        <pc:spChg chg="mod">
          <ac:chgData name="Baum, Kristen (STL-MOM)" userId="ba9efd3d-359d-4012-9c68-3c0424873fac" providerId="ADAL" clId="{867EF76E-222F-3F44-8BA4-789CF57B2073}" dt="2025-02-07T04:47:15.804" v="394" actId="20577"/>
          <ac:spMkLst>
            <pc:docMk/>
            <pc:sldMk cId="558538908" sldId="2147470801"/>
            <ac:spMk id="4" creationId="{F5555DD5-7C23-07BE-6E49-D3EA0834BAE0}"/>
          </ac:spMkLst>
        </pc:spChg>
      </pc:sldChg>
      <pc:sldChg chg="del">
        <pc:chgData name="Baum, Kristen (STL-MOM)" userId="ba9efd3d-359d-4012-9c68-3c0424873fac" providerId="ADAL" clId="{867EF76E-222F-3F44-8BA4-789CF57B2073}" dt="2025-02-07T04:49:49.069" v="431" actId="2696"/>
        <pc:sldMkLst>
          <pc:docMk/>
          <pc:sldMk cId="2082908048" sldId="2147470802"/>
        </pc:sldMkLst>
      </pc:sldChg>
      <pc:sldChg chg="addSp modSp mod">
        <pc:chgData name="Baum, Kristen (STL-MOM)" userId="ba9efd3d-359d-4012-9c68-3c0424873fac" providerId="ADAL" clId="{867EF76E-222F-3F44-8BA4-789CF57B2073}" dt="2025-02-07T05:27:18.525" v="907" actId="20577"/>
        <pc:sldMkLst>
          <pc:docMk/>
          <pc:sldMk cId="961233515" sldId="2147470804"/>
        </pc:sldMkLst>
        <pc:spChg chg="mod">
          <ac:chgData name="Baum, Kristen (STL-MOM)" userId="ba9efd3d-359d-4012-9c68-3c0424873fac" providerId="ADAL" clId="{867EF76E-222F-3F44-8BA4-789CF57B2073}" dt="2025-02-07T05:27:18.525" v="907" actId="20577"/>
          <ac:spMkLst>
            <pc:docMk/>
            <pc:sldMk cId="961233515" sldId="2147470804"/>
            <ac:spMk id="2" creationId="{3BFEAC18-8E6E-8EDB-9B17-F7501C994E22}"/>
          </ac:spMkLst>
        </pc:spChg>
        <pc:spChg chg="mod">
          <ac:chgData name="Baum, Kristen (STL-MOM)" userId="ba9efd3d-359d-4012-9c68-3c0424873fac" providerId="ADAL" clId="{867EF76E-222F-3F44-8BA4-789CF57B2073}" dt="2025-02-07T05:19:31.896" v="787" actId="5793"/>
          <ac:spMkLst>
            <pc:docMk/>
            <pc:sldMk cId="961233515" sldId="2147470804"/>
            <ac:spMk id="4" creationId="{36FD2123-C08A-ECC7-AF04-DD530B3B5009}"/>
          </ac:spMkLst>
        </pc:spChg>
        <pc:spChg chg="add mod">
          <ac:chgData name="Baum, Kristen (STL-MOM)" userId="ba9efd3d-359d-4012-9c68-3c0424873fac" providerId="ADAL" clId="{867EF76E-222F-3F44-8BA4-789CF57B2073}" dt="2025-02-07T04:49:34.436" v="427" actId="1076"/>
          <ac:spMkLst>
            <pc:docMk/>
            <pc:sldMk cId="961233515" sldId="2147470804"/>
            <ac:spMk id="7" creationId="{C7123129-07A7-5D8D-8C2B-A913BACAC2DF}"/>
          </ac:spMkLst>
        </pc:spChg>
        <pc:graphicFrameChg chg="add mod modGraphic">
          <ac:chgData name="Baum, Kristen (STL-MOM)" userId="ba9efd3d-359d-4012-9c68-3c0424873fac" providerId="ADAL" clId="{867EF76E-222F-3F44-8BA4-789CF57B2073}" dt="2025-02-07T05:19:38.053" v="788" actId="1076"/>
          <ac:graphicFrameMkLst>
            <pc:docMk/>
            <pc:sldMk cId="961233515" sldId="2147470804"/>
            <ac:graphicFrameMk id="5" creationId="{A18288A5-E75B-0608-E212-49DC6021AB07}"/>
          </ac:graphicFrameMkLst>
        </pc:graphicFrameChg>
      </pc:sldChg>
      <pc:sldChg chg="del">
        <pc:chgData name="Baum, Kristen (STL-MOM)" userId="ba9efd3d-359d-4012-9c68-3c0424873fac" providerId="ADAL" clId="{867EF76E-222F-3F44-8BA4-789CF57B2073}" dt="2025-02-07T04:09:57.909" v="48" actId="2696"/>
        <pc:sldMkLst>
          <pc:docMk/>
          <pc:sldMk cId="2245660586" sldId="2147470805"/>
        </pc:sldMkLst>
      </pc:sldChg>
      <pc:sldChg chg="modSp del mod">
        <pc:chgData name="Baum, Kristen (STL-MOM)" userId="ba9efd3d-359d-4012-9c68-3c0424873fac" providerId="ADAL" clId="{867EF76E-222F-3F44-8BA4-789CF57B2073}" dt="2025-02-07T05:19:19.360" v="784" actId="2696"/>
        <pc:sldMkLst>
          <pc:docMk/>
          <pc:sldMk cId="4071497816" sldId="2147470806"/>
        </pc:sldMkLst>
        <pc:spChg chg="mod">
          <ac:chgData name="Baum, Kristen (STL-MOM)" userId="ba9efd3d-359d-4012-9c68-3c0424873fac" providerId="ADAL" clId="{867EF76E-222F-3F44-8BA4-789CF57B2073}" dt="2025-02-07T04:16:06.905" v="103" actId="1076"/>
          <ac:spMkLst>
            <pc:docMk/>
            <pc:sldMk cId="4071497816" sldId="2147470806"/>
            <ac:spMk id="10" creationId="{74239A9B-1B76-FE85-0A96-5B77F7C96A90}"/>
          </ac:spMkLst>
        </pc:spChg>
      </pc:sldChg>
      <pc:sldChg chg="addSp delSp modSp new mod modClrScheme chgLayout">
        <pc:chgData name="Baum, Kristen (STL-MOM)" userId="ba9efd3d-359d-4012-9c68-3c0424873fac" providerId="ADAL" clId="{867EF76E-222F-3F44-8BA4-789CF57B2073}" dt="2025-02-07T05:27:37.171" v="920" actId="20577"/>
        <pc:sldMkLst>
          <pc:docMk/>
          <pc:sldMk cId="649482701" sldId="2147470807"/>
        </pc:sldMkLst>
        <pc:spChg chg="del mod ord">
          <ac:chgData name="Baum, Kristen (STL-MOM)" userId="ba9efd3d-359d-4012-9c68-3c0424873fac" providerId="ADAL" clId="{867EF76E-222F-3F44-8BA4-789CF57B2073}" dt="2025-02-07T04:39:56.686" v="324" actId="700"/>
          <ac:spMkLst>
            <pc:docMk/>
            <pc:sldMk cId="649482701" sldId="2147470807"/>
            <ac:spMk id="2" creationId="{D474FCED-053C-1A25-C995-54FEFFD499C6}"/>
          </ac:spMkLst>
        </pc:spChg>
        <pc:spChg chg="mod ord">
          <ac:chgData name="Baum, Kristen (STL-MOM)" userId="ba9efd3d-359d-4012-9c68-3c0424873fac" providerId="ADAL" clId="{867EF76E-222F-3F44-8BA4-789CF57B2073}" dt="2025-02-07T04:39:56.686" v="324" actId="700"/>
          <ac:spMkLst>
            <pc:docMk/>
            <pc:sldMk cId="649482701" sldId="2147470807"/>
            <ac:spMk id="3" creationId="{7173FC7E-508E-03FA-5304-50C7D7A67AAF}"/>
          </ac:spMkLst>
        </pc:spChg>
        <pc:spChg chg="add mod ord">
          <ac:chgData name="Baum, Kristen (STL-MOM)" userId="ba9efd3d-359d-4012-9c68-3c0424873fac" providerId="ADAL" clId="{867EF76E-222F-3F44-8BA4-789CF57B2073}" dt="2025-02-07T05:27:37.171" v="920" actId="20577"/>
          <ac:spMkLst>
            <pc:docMk/>
            <pc:sldMk cId="649482701" sldId="2147470807"/>
            <ac:spMk id="4" creationId="{9B673F16-7CA2-A3F1-3CAB-0DB963065362}"/>
          </ac:spMkLst>
        </pc:spChg>
        <pc:spChg chg="add del mod ord">
          <ac:chgData name="Baum, Kristen (STL-MOM)" userId="ba9efd3d-359d-4012-9c68-3c0424873fac" providerId="ADAL" clId="{867EF76E-222F-3F44-8BA4-789CF57B2073}" dt="2025-02-07T04:40:04.479" v="327" actId="478"/>
          <ac:spMkLst>
            <pc:docMk/>
            <pc:sldMk cId="649482701" sldId="2147470807"/>
            <ac:spMk id="5" creationId="{95184C31-C437-EF3A-96C0-5AF7E6D337F1}"/>
          </ac:spMkLst>
        </pc:spChg>
        <pc:graphicFrameChg chg="add del mod modGraphic">
          <ac:chgData name="Baum, Kristen (STL-MOM)" userId="ba9efd3d-359d-4012-9c68-3c0424873fac" providerId="ADAL" clId="{867EF76E-222F-3F44-8BA4-789CF57B2073}" dt="2025-02-07T04:43:12.312" v="346" actId="478"/>
          <ac:graphicFrameMkLst>
            <pc:docMk/>
            <pc:sldMk cId="649482701" sldId="2147470807"/>
            <ac:graphicFrameMk id="6" creationId="{0DA9994E-137A-63BD-5A1D-299BDF3B6184}"/>
          </ac:graphicFrameMkLst>
        </pc:graphicFrameChg>
        <pc:graphicFrameChg chg="add mod modGraphic">
          <ac:chgData name="Baum, Kristen (STL-MOM)" userId="ba9efd3d-359d-4012-9c68-3c0424873fac" providerId="ADAL" clId="{867EF76E-222F-3F44-8BA4-789CF57B2073}" dt="2025-02-07T04:43:06.690" v="344"/>
          <ac:graphicFrameMkLst>
            <pc:docMk/>
            <pc:sldMk cId="649482701" sldId="2147470807"/>
            <ac:graphicFrameMk id="7" creationId="{8C9141FE-8046-66B2-E3DC-5E9B91D29E34}"/>
          </ac:graphicFrameMkLst>
        </pc:graphicFrameChg>
      </pc:sldChg>
      <pc:sldChg chg="modSp new mod ord">
        <pc:chgData name="Baum, Kristen (STL-MOM)" userId="ba9efd3d-359d-4012-9c68-3c0424873fac" providerId="ADAL" clId="{867EF76E-222F-3F44-8BA4-789CF57B2073}" dt="2025-02-07T05:27:55.227" v="921" actId="20578"/>
        <pc:sldMkLst>
          <pc:docMk/>
          <pc:sldMk cId="66648724" sldId="2147470808"/>
        </pc:sldMkLst>
        <pc:spChg chg="mod">
          <ac:chgData name="Baum, Kristen (STL-MOM)" userId="ba9efd3d-359d-4012-9c68-3c0424873fac" providerId="ADAL" clId="{867EF76E-222F-3F44-8BA4-789CF57B2073}" dt="2025-02-07T04:45:12.109" v="375" actId="20577"/>
          <ac:spMkLst>
            <pc:docMk/>
            <pc:sldMk cId="66648724" sldId="2147470808"/>
            <ac:spMk id="2" creationId="{C2EAB81F-75CC-FB16-05D4-26DCFEC08B50}"/>
          </ac:spMkLst>
        </pc:spChg>
        <pc:spChg chg="mod">
          <ac:chgData name="Baum, Kristen (STL-MOM)" userId="ba9efd3d-359d-4012-9c68-3c0424873fac" providerId="ADAL" clId="{867EF76E-222F-3F44-8BA4-789CF57B2073}" dt="2025-02-07T04:46:07.028" v="382" actId="20577"/>
          <ac:spMkLst>
            <pc:docMk/>
            <pc:sldMk cId="66648724" sldId="2147470808"/>
            <ac:spMk id="3" creationId="{6DB963EA-1A43-C552-5575-4A338424FAB4}"/>
          </ac:spMkLst>
        </pc:spChg>
      </pc:sldChg>
      <pc:sldChg chg="modSp new mod modClrScheme chgLayout">
        <pc:chgData name="Baum, Kristen (STL-MOM)" userId="ba9efd3d-359d-4012-9c68-3c0424873fac" providerId="ADAL" clId="{867EF76E-222F-3F44-8BA4-789CF57B2073}" dt="2025-02-07T04:48:45.668" v="425" actId="700"/>
        <pc:sldMkLst>
          <pc:docMk/>
          <pc:sldMk cId="1159920099" sldId="2147470809"/>
        </pc:sldMkLst>
        <pc:spChg chg="mod ord">
          <ac:chgData name="Baum, Kristen (STL-MOM)" userId="ba9efd3d-359d-4012-9c68-3c0424873fac" providerId="ADAL" clId="{867EF76E-222F-3F44-8BA4-789CF57B2073}" dt="2025-02-07T04:48:45.668" v="425" actId="700"/>
          <ac:spMkLst>
            <pc:docMk/>
            <pc:sldMk cId="1159920099" sldId="2147470809"/>
            <ac:spMk id="2" creationId="{A928B302-63E7-E105-E07B-664AE8EB96C4}"/>
          </ac:spMkLst>
        </pc:spChg>
        <pc:spChg chg="mod ord">
          <ac:chgData name="Baum, Kristen (STL-MOM)" userId="ba9efd3d-359d-4012-9c68-3c0424873fac" providerId="ADAL" clId="{867EF76E-222F-3F44-8BA4-789CF57B2073}" dt="2025-02-07T04:48:45.668" v="425" actId="700"/>
          <ac:spMkLst>
            <pc:docMk/>
            <pc:sldMk cId="1159920099" sldId="2147470809"/>
            <ac:spMk id="3" creationId="{5370B3A1-F782-2F0F-73CC-F25AF2EE1846}"/>
          </ac:spMkLst>
        </pc:spChg>
      </pc:sldChg>
    </pc:docChg>
  </pc:docChgLst>
</pc:chgInfo>
</file>

<file path=ppt/comments/modernComment_7FFFCDAA_95C64D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193E60B-B789-4E4F-9EC7-72E0B129A19F}" authorId="{B012F9A7-10C5-D959-DAA8-18DABF20A4D5}" created="2024-04-11T13:53:18.245">
    <pc:sldMkLst xmlns:pc="http://schemas.microsoft.com/office/powerpoint/2013/main/command">
      <pc:docMk/>
      <pc:sldMk cId="2512801050" sldId="2147470762"/>
    </pc:sldMkLst>
    <p188:txBody>
      <a:bodyPr/>
      <a:lstStyle/>
      <a:p>
        <a:r>
          <a:rPr lang="en-US"/>
          <a:t>get some updated screenshots of each page (not a priority); to show what the uxp will actually look like/function as</a:t>
        </a:r>
      </a:p>
    </p188:txBody>
  </p188:cm>
</p188:cmLst>
</file>

<file path=ppt/comments/modernComment_7FFFCDAC_9607FFE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6341DB-338B-4B4B-BC09-FE51E19311D8}" authorId="{B012F9A7-10C5-D959-DAA8-18DABF20A4D5}" created="2024-04-11T13:51:13.386">
    <pc:sldMkLst xmlns:pc="http://schemas.microsoft.com/office/powerpoint/2013/main/command">
      <pc:docMk/>
      <pc:sldMk cId="2517106670" sldId="2147470764"/>
    </pc:sldMkLst>
    <p188:txBody>
      <a:bodyPr/>
      <a:lstStyle/>
      <a:p>
        <a:r>
          <a:rPr lang="en-US"/>
          <a:t>[@Bustos, Luis (WW-MOM)]  thought we could use this section to outline problems/solutions? 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4-04-11T14:03:01.299" authorId="{B7F04A76-9850-1896-D83A-900DE8AA3A1A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GB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GB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GB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r">
              <a:buSzPts val="1200"/>
            </a:pPr>
            <a:fld id="{00000000-1234-1234-1234-123412341234}" type="slidenum">
              <a:rPr lang="en" sz="1200" smtClean="0">
                <a:solidFill>
                  <a:schemeClr val="dk1"/>
                </a:solidFill>
              </a:rPr>
              <a:pPr algn="r">
                <a:buSzPts val="1200"/>
              </a:pPr>
              <a:t>‹#›</a:t>
            </a:fld>
            <a:endParaRPr lang="en" sz="1200">
              <a:solidFill>
                <a:schemeClr val="dk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Poppins" panose="00000500000000000000" pitchFamily="2" charset="0"/>
        <a:ea typeface="Poppins" panose="00000500000000000000" pitchFamily="2" charset="0"/>
        <a:cs typeface="Poppins" panose="00000500000000000000" pitchFamily="2" charset="0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Leadership Overview &amp; Detailed Roadmap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" sz="1200" smtClean="0">
                <a:solidFill>
                  <a:schemeClr val="dk1"/>
                </a:solidFill>
              </a:rPr>
              <a:pPr algn="r">
                <a:buSzPts val="1200"/>
              </a:pPr>
              <a:t>2</a:t>
            </a:fld>
            <a:endParaRPr lang="en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986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65EFB-0753-418A-C4B0-5ABC59838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79039F-6566-1ADD-3D88-0DE703EE1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98C60-7F7B-8BEA-9AEF-996E01EBF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  <a:effectLst/>
              <a:latin typeface="Helvetica" pitchFamily="2" charset="0"/>
              <a:cs typeface="Poppins" panose="00000500000000000000" pitchFamily="2" charset="0"/>
            </a:endParaRPr>
          </a:p>
          <a:p>
            <a:r>
              <a:rPr lang="en-US" dirty="0">
                <a:solidFill>
                  <a:srgbClr val="3F3F3F"/>
                </a:solidFill>
                <a:effectLst/>
                <a:latin typeface="Helvetica" pitchFamily="2" charset="0"/>
                <a:cs typeface="Poppins" panose="00000500000000000000" pitchFamily="2" charset="0"/>
              </a:rPr>
              <a:t>----</a:t>
            </a:r>
          </a:p>
          <a:p>
            <a:endParaRPr lang="en-US" dirty="0">
              <a:solidFill>
                <a:srgbClr val="3F3F3F"/>
              </a:solidFill>
              <a:effectLst/>
              <a:latin typeface="Helvetica" pitchFamily="2" charset="0"/>
              <a:cs typeface="Poppins" panose="00000500000000000000" pitchFamily="2" charset="0"/>
            </a:endParaRPr>
          </a:p>
          <a:p>
            <a:r>
              <a:rPr lang="en-US" dirty="0">
                <a:solidFill>
                  <a:srgbClr val="3F3F3F"/>
                </a:solidFill>
                <a:effectLst/>
                <a:latin typeface="Helvetica" pitchFamily="2" charset="0"/>
                <a:cs typeface="Poppins" panose="00000500000000000000" pitchFamily="2" charset="0"/>
              </a:rPr>
              <a:t>Changed project management to staff planning in 2nd bullet </a:t>
            </a:r>
          </a:p>
          <a:p>
            <a:endParaRPr lang="en-US" dirty="0">
              <a:solidFill>
                <a:srgbClr val="3F3F3F"/>
              </a:solidFill>
              <a:effectLst/>
              <a:latin typeface="Helvetica" pitchFamily="2" charset="0"/>
              <a:cs typeface="Poppins" panose="00000500000000000000" pitchFamily="2" charset="0"/>
            </a:endParaRPr>
          </a:p>
          <a:p>
            <a:r>
              <a:rPr lang="en-US" dirty="0">
                <a:solidFill>
                  <a:srgbClr val="3F3F3F"/>
                </a:solidFill>
                <a:effectLst/>
                <a:latin typeface="Helvetica" pitchFamily="2" charset="0"/>
                <a:cs typeface="Poppins" panose="00000500000000000000" pitchFamily="2" charset="0"/>
              </a:rPr>
              <a:t>Rationale: Want to ensure the focus is on scoping and estimation development / management vs  detailed timeline </a:t>
            </a:r>
            <a:r>
              <a:rPr lang="en-US" dirty="0" err="1">
                <a:solidFill>
                  <a:srgbClr val="3F3F3F"/>
                </a:solidFill>
                <a:effectLst/>
                <a:latin typeface="Helvetica" pitchFamily="2" charset="0"/>
                <a:cs typeface="Poppins" panose="00000500000000000000" pitchFamily="2" charset="0"/>
              </a:rPr>
              <a:t>mgmt</a:t>
            </a:r>
            <a:r>
              <a:rPr lang="en-US" dirty="0">
                <a:solidFill>
                  <a:srgbClr val="3F3F3F"/>
                </a:solidFill>
                <a:effectLst/>
                <a:latin typeface="Helvetica" pitchFamily="2" charset="0"/>
                <a:cs typeface="Poppins" panose="00000500000000000000" pitchFamily="2" charset="0"/>
              </a:rPr>
              <a:t> / task tracking / deliverable routing (imagine the EXCO will think the latter when they see Project Management). </a:t>
            </a:r>
          </a:p>
          <a:p>
            <a:endParaRPr lang="en-US" dirty="0">
              <a:solidFill>
                <a:srgbClr val="3F3F3F"/>
              </a:solidFill>
              <a:effectLst/>
              <a:latin typeface="Helvetica" pitchFamily="2" charset="0"/>
              <a:cs typeface="Poppins" panose="00000500000000000000" pitchFamily="2" charset="0"/>
            </a:endParaRPr>
          </a:p>
          <a:p>
            <a:r>
              <a:rPr lang="en-US" dirty="0">
                <a:solidFill>
                  <a:srgbClr val="3F3F3F"/>
                </a:solidFill>
                <a:effectLst/>
                <a:latin typeface="Helvetica" pitchFamily="2" charset="0"/>
                <a:cs typeface="Poppins" panose="00000500000000000000" pitchFamily="2" charset="0"/>
              </a:rPr>
              <a:t>Another option is “project delivery”</a:t>
            </a: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ED10E-9256-D34E-3FD0-063DC7FCB1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" sz="1200" smtClean="0">
                <a:solidFill>
                  <a:schemeClr val="dk1"/>
                </a:solidFill>
              </a:rPr>
              <a:pPr algn="r">
                <a:buSzPts val="1200"/>
              </a:pPr>
              <a:t>6</a:t>
            </a:fld>
            <a:endParaRPr lang="en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735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" sz="1200" smtClean="0">
                <a:solidFill>
                  <a:schemeClr val="dk1"/>
                </a:solidFill>
              </a:rPr>
              <a:pPr algn="r">
                <a:buSzPts val="1200"/>
              </a:pPr>
              <a:t>8</a:t>
            </a:fld>
            <a:endParaRPr lang="en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993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py Only" type="obj">
  <p:cSld name="OBJEC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419100" y="495301"/>
            <a:ext cx="11354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i="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1"/>
          </p:nvPr>
        </p:nvSpPr>
        <p:spPr>
          <a:xfrm>
            <a:off x="419100" y="1981199"/>
            <a:ext cx="11354100" cy="4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i="0"/>
            </a:lvl1pPr>
            <a:lvl2pPr marL="914400" lvl="1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/>
            </a:lvl2pPr>
            <a:lvl3pPr marL="1371600" lvl="2" indent="-30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/>
            </a:lvl3pPr>
            <a:lvl4pPr marL="1828800" lvl="3" indent="-30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/>
            </a:lvl4pPr>
            <a:lvl5pPr marL="2286000" lvl="4" indent="-30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/>
            </a:lvl5pPr>
            <a:lvl6pPr marL="2743200" lvl="5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sldNum" idx="12"/>
          </p:nvPr>
        </p:nvSpPr>
        <p:spPr>
          <a:xfrm>
            <a:off x="9255910" y="1376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419103" y="0"/>
            <a:ext cx="2971797" cy="28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Statement Black">
  <p:cSld name="Key Statement Black">
    <p:bg>
      <p:bgPr>
        <a:solidFill>
          <a:schemeClr val="dk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419100" y="502785"/>
            <a:ext cx="11354100" cy="58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Arial Black"/>
              <a:buNone/>
              <a:defRPr sz="5500">
                <a:solidFill>
                  <a:schemeClr val="lt1"/>
                </a:solidFill>
              </a:defRPr>
            </a:lvl1pPr>
            <a:lvl2pPr lvl="1" algn="l">
              <a:lnSpc>
                <a:spcPct val="85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3"/>
          <p:cNvSpPr txBox="1"/>
          <p:nvPr/>
        </p:nvSpPr>
        <p:spPr>
          <a:xfrm>
            <a:off x="419100" y="6362700"/>
            <a:ext cx="36669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700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MOMENTUM WORLDWIDE 2023 IN CONFIDENCE. </a:t>
            </a:r>
            <a:br>
              <a:rPr lang="en" sz="700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en" sz="700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DOCUMENT MAY NOT BE DISTRIBUTED OR COPIED WITHOUT PRIOR CONSENT.</a:t>
            </a:r>
            <a:endParaRPr sz="700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81" name="Google Shape;181;p23"/>
          <p:cNvSpPr txBox="1">
            <a:spLocks noGrp="1"/>
          </p:cNvSpPr>
          <p:nvPr>
            <p:ph type="sldNum" idx="12"/>
          </p:nvPr>
        </p:nvSpPr>
        <p:spPr>
          <a:xfrm>
            <a:off x="9255910" y="1376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82" name="Google Shape;182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06460" y="6355008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419103" y="0"/>
            <a:ext cx="2971797" cy="28941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/>
          <p:nvPr/>
        </p:nvSpPr>
        <p:spPr>
          <a:xfrm>
            <a:off x="-76200" y="7448550"/>
            <a:ext cx="1036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Key statement slides make long presentations easier to follow, serving as visual “breaks in your presentation.</a:t>
            </a:r>
            <a:endParaRPr sz="1200" b="0" i="0" u="none" strike="noStrike" cap="none">
              <a:solidFill>
                <a:schemeClr val="dk1"/>
              </a:solidFill>
              <a:latin typeface="Poppins" panose="00000500000000000000" pitchFamily="2" charset="0"/>
              <a:ea typeface="Arial"/>
              <a:cs typeface="Poppins" panose="00000500000000000000" pitchFamily="2" charset="0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dium Image">
  <p:cSld name="Medium Image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" panose="00000500000000000000" pitchFamily="2" charset="0"/>
              <a:ea typeface="Arial"/>
              <a:cs typeface="Poppins" panose="00000500000000000000" pitchFamily="2" charset="0"/>
              <a:sym typeface="Arial"/>
            </a:endParaRPr>
          </a:p>
        </p:txBody>
      </p:sp>
      <p:sp>
        <p:nvSpPr>
          <p:cNvPr id="202" name="Google Shape;202;p26"/>
          <p:cNvSpPr txBox="1">
            <a:spLocks noGrp="1"/>
          </p:cNvSpPr>
          <p:nvPr>
            <p:ph type="title"/>
          </p:nvPr>
        </p:nvSpPr>
        <p:spPr>
          <a:xfrm>
            <a:off x="419100" y="502784"/>
            <a:ext cx="4876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Black"/>
              <a:buNone/>
              <a:defRPr sz="28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body" idx="1"/>
          </p:nvPr>
        </p:nvSpPr>
        <p:spPr>
          <a:xfrm>
            <a:off x="419100" y="1981200"/>
            <a:ext cx="4876800" cy="43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i="0"/>
            </a:lvl1pPr>
            <a:lvl2pPr marL="914400" lvl="1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/>
            </a:lvl2pPr>
            <a:lvl3pPr marL="1371600" lvl="2" indent="-30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/>
            </a:lvl3pPr>
            <a:lvl4pPr marL="1828800" lvl="3" indent="-30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/>
            </a:lvl4pPr>
            <a:lvl5pPr marL="2286000" lvl="4" indent="-30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/>
            </a:lvl5pPr>
            <a:lvl6pPr marL="2743200" lvl="5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26"/>
          <p:cNvSpPr txBox="1"/>
          <p:nvPr/>
        </p:nvSpPr>
        <p:spPr>
          <a:xfrm>
            <a:off x="419100" y="6362700"/>
            <a:ext cx="36669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MOMENTUM WORLDWIDE 2020 IN CONFIDENCE. </a:t>
            </a:r>
            <a:br>
              <a:rPr lang="en" sz="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en" sz="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DOCUMENT MAY NOT BE DISTRIBUTED OR COPIED WITHOUT PRIOR CONSENT.</a:t>
            </a:r>
            <a:endParaRPr sz="700" b="0" i="0" u="none" strike="noStrike" cap="non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05" name="Google Shape;205;p26"/>
          <p:cNvSpPr txBox="1">
            <a:spLocks noGrp="1"/>
          </p:cNvSpPr>
          <p:nvPr>
            <p:ph type="sldNum" idx="12"/>
          </p:nvPr>
        </p:nvSpPr>
        <p:spPr>
          <a:xfrm>
            <a:off x="9255910" y="1376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06" name="Google Shape;206;p26"/>
          <p:cNvSpPr txBox="1"/>
          <p:nvPr/>
        </p:nvSpPr>
        <p:spPr>
          <a:xfrm>
            <a:off x="-1" y="7483814"/>
            <a:ext cx="12192000" cy="5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Please make sure that page numbers, graphic patterns, legal, and the logo bug are all visible over images.</a:t>
            </a:r>
            <a:endParaRPr sz="1200" b="0" i="0" u="none" strike="noStrike" cap="none">
              <a:solidFill>
                <a:schemeClr val="dk1"/>
              </a:solidFill>
              <a:latin typeface="Poppins" panose="00000500000000000000" pitchFamily="2" charset="0"/>
              <a:ea typeface="Arial"/>
              <a:cs typeface="Poppins" panose="00000500000000000000" pitchFamily="2" charset="0"/>
              <a:sym typeface="Arial"/>
            </a:endParaRPr>
          </a:p>
        </p:txBody>
      </p:sp>
      <p:pic>
        <p:nvPicPr>
          <p:cNvPr id="207" name="Google Shape;207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04056" y="6367040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419103" y="0"/>
            <a:ext cx="2971797" cy="28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Image">
  <p:cSld name="Large Image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/>
          <p:nvPr/>
        </p:nvSpPr>
        <p:spPr>
          <a:xfrm>
            <a:off x="4381500" y="0"/>
            <a:ext cx="7810500" cy="6858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" panose="00000500000000000000" pitchFamily="2" charset="0"/>
              <a:ea typeface="Arial"/>
              <a:cs typeface="Poppins" panose="00000500000000000000" pitchFamily="2" charset="0"/>
              <a:sym typeface="Arial"/>
            </a:endParaRPr>
          </a:p>
        </p:txBody>
      </p:sp>
      <p:sp>
        <p:nvSpPr>
          <p:cNvPr id="211" name="Google Shape;211;p27"/>
          <p:cNvSpPr txBox="1">
            <a:spLocks noGrp="1"/>
          </p:cNvSpPr>
          <p:nvPr>
            <p:ph type="title"/>
          </p:nvPr>
        </p:nvSpPr>
        <p:spPr>
          <a:xfrm>
            <a:off x="419100" y="502785"/>
            <a:ext cx="33909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Black"/>
              <a:buNone/>
              <a:defRPr sz="28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body" idx="1"/>
          </p:nvPr>
        </p:nvSpPr>
        <p:spPr>
          <a:xfrm>
            <a:off x="419100" y="1981200"/>
            <a:ext cx="3390900" cy="4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i="0"/>
            </a:lvl1pPr>
            <a:lvl2pPr marL="914400" lvl="1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/>
            </a:lvl2pPr>
            <a:lvl3pPr marL="1371600" lvl="2" indent="-30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/>
            </a:lvl3pPr>
            <a:lvl4pPr marL="1828800" lvl="3" indent="-30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/>
            </a:lvl4pPr>
            <a:lvl5pPr marL="2286000" lvl="4" indent="-30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/>
            </a:lvl5pPr>
            <a:lvl6pPr marL="2743200" lvl="5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27"/>
          <p:cNvSpPr txBox="1"/>
          <p:nvPr/>
        </p:nvSpPr>
        <p:spPr>
          <a:xfrm>
            <a:off x="419100" y="6362700"/>
            <a:ext cx="36669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MOMENTUM WORLDWIDE 2020 IN CONFIDENCE. </a:t>
            </a:r>
            <a:br>
              <a:rPr lang="en" sz="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en" sz="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DOCUMENT MAY NOT BE DISTRIBUTED OR COPIED WITHOUT PRIOR CONSENT.</a:t>
            </a:r>
            <a:endParaRPr sz="700" b="0" i="0" u="none" strike="noStrike" cap="non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14" name="Google Shape;214;p27"/>
          <p:cNvSpPr txBox="1">
            <a:spLocks noGrp="1"/>
          </p:cNvSpPr>
          <p:nvPr>
            <p:ph type="sldNum" idx="12"/>
          </p:nvPr>
        </p:nvSpPr>
        <p:spPr>
          <a:xfrm>
            <a:off x="9255910" y="1376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15" name="Google Shape;215;p27"/>
          <p:cNvSpPr txBox="1"/>
          <p:nvPr/>
        </p:nvSpPr>
        <p:spPr>
          <a:xfrm>
            <a:off x="-1" y="7483814"/>
            <a:ext cx="12192000" cy="5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Please make sure that page numbers, graphic patterns, legal, and the logo bug are all visible over images.</a:t>
            </a:r>
            <a:endParaRPr sz="1200" b="0" i="0" u="none" strike="noStrike" cap="none">
              <a:solidFill>
                <a:schemeClr val="dk1"/>
              </a:solidFill>
              <a:latin typeface="Poppins" panose="00000500000000000000" pitchFamily="2" charset="0"/>
              <a:ea typeface="Arial"/>
              <a:cs typeface="Poppins" panose="00000500000000000000" pitchFamily="2" charset="0"/>
              <a:sym typeface="Arial"/>
            </a:endParaRPr>
          </a:p>
        </p:txBody>
      </p:sp>
      <p:pic>
        <p:nvPicPr>
          <p:cNvPr id="216" name="Google Shape;21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04056" y="6367040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419103" y="0"/>
            <a:ext cx="2971797" cy="28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-Bleed Image">
  <p:cSld name="Full-Bleed Image">
    <p:bg>
      <p:bgPr>
        <a:solidFill>
          <a:schemeClr val="lt2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 txBox="1">
            <a:spLocks noGrp="1"/>
          </p:cNvSpPr>
          <p:nvPr>
            <p:ph type="title"/>
          </p:nvPr>
        </p:nvSpPr>
        <p:spPr>
          <a:xfrm>
            <a:off x="419100" y="502785"/>
            <a:ext cx="4876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Black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body" idx="1"/>
          </p:nvPr>
        </p:nvSpPr>
        <p:spPr>
          <a:xfrm>
            <a:off x="419100" y="1981200"/>
            <a:ext cx="4876800" cy="4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 i="0">
                <a:solidFill>
                  <a:schemeClr val="lt1"/>
                </a:solidFill>
              </a:defRPr>
            </a:lvl1pPr>
            <a:lvl2pPr marL="914400" lvl="1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 i="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 i="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 i="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 i="0">
                <a:solidFill>
                  <a:schemeClr val="lt1"/>
                </a:solidFill>
              </a:defRPr>
            </a:lvl5pPr>
            <a:lvl6pPr marL="2743200" lvl="5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/>
          <p:nvPr/>
        </p:nvSpPr>
        <p:spPr>
          <a:xfrm>
            <a:off x="419100" y="6362700"/>
            <a:ext cx="36669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MOMENTUM WORLDWIDE 2023 IN CONFIDENCE. </a:t>
            </a:r>
            <a:br>
              <a:rPr lang="en" sz="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en" sz="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DOCUMENT MAY NOT BE DISTRIBUTED OR COPIED WITHOUT PRIOR CONSENT.</a:t>
            </a:r>
            <a:endParaRPr sz="700" b="0" i="0" u="none" strike="noStrike" cap="non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22" name="Google Shape;222;p28"/>
          <p:cNvSpPr txBox="1">
            <a:spLocks noGrp="1"/>
          </p:cNvSpPr>
          <p:nvPr>
            <p:ph type="sldNum" idx="12"/>
          </p:nvPr>
        </p:nvSpPr>
        <p:spPr>
          <a:xfrm>
            <a:off x="9255910" y="1376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23" name="Google Shape;223;p28"/>
          <p:cNvSpPr txBox="1"/>
          <p:nvPr/>
        </p:nvSpPr>
        <p:spPr>
          <a:xfrm>
            <a:off x="-1" y="7483814"/>
            <a:ext cx="12192000" cy="5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Please make sure that page numbers, graphic patterns, legal, and the logo bug are all visible over images.</a:t>
            </a:r>
            <a:endParaRPr sz="1200" b="0" i="0" u="none" strike="noStrike" cap="none">
              <a:solidFill>
                <a:schemeClr val="dk1"/>
              </a:solidFill>
              <a:latin typeface="Poppins" panose="00000500000000000000" pitchFamily="2" charset="0"/>
              <a:ea typeface="Arial"/>
              <a:cs typeface="Poppins" panose="00000500000000000000" pitchFamily="2" charset="0"/>
              <a:sym typeface="Arial"/>
            </a:endParaRPr>
          </a:p>
        </p:txBody>
      </p:sp>
      <p:pic>
        <p:nvPicPr>
          <p:cNvPr id="224" name="Google Shape;22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06460" y="6355008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419103" y="0"/>
            <a:ext cx="2971797" cy="28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dk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/>
        </p:nvSpPr>
        <p:spPr>
          <a:xfrm>
            <a:off x="419100" y="6362700"/>
            <a:ext cx="36669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700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MOMENTUM WORLDWIDE 2023 IN CONFIDENCE. </a:t>
            </a:r>
            <a:br>
              <a:rPr lang="en" sz="700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en" sz="700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DOCUMENT MAY NOT BE DISTRIBUTED OR COPIED WITHOUT PRIOR CONSENT.</a:t>
            </a:r>
            <a:endParaRPr sz="700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ctrTitle"/>
          </p:nvPr>
        </p:nvSpPr>
        <p:spPr>
          <a:xfrm>
            <a:off x="381000" y="1992070"/>
            <a:ext cx="10477500" cy="29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 Black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85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pic>
        <p:nvPicPr>
          <p:cNvPr id="235" name="Google Shape;23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2565" y="235381"/>
            <a:ext cx="913550" cy="117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06460" y="6355008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10540085" y="3224886"/>
            <a:ext cx="2884729" cy="41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-Bleed Image">
  <p:cSld name="Full-Bleed Image">
    <p:bg>
      <p:bgPr>
        <a:solidFill>
          <a:schemeClr val="lt2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 txBox="1">
            <a:spLocks noGrp="1"/>
          </p:cNvSpPr>
          <p:nvPr>
            <p:ph type="title"/>
          </p:nvPr>
        </p:nvSpPr>
        <p:spPr>
          <a:xfrm>
            <a:off x="419100" y="502785"/>
            <a:ext cx="4876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Black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body" idx="1"/>
          </p:nvPr>
        </p:nvSpPr>
        <p:spPr>
          <a:xfrm>
            <a:off x="419100" y="1981200"/>
            <a:ext cx="4876800" cy="4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 i="0">
                <a:solidFill>
                  <a:schemeClr val="lt1"/>
                </a:solidFill>
              </a:defRPr>
            </a:lvl1pPr>
            <a:lvl2pPr marL="914400" lvl="1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 i="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 i="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 i="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 i="0">
                <a:solidFill>
                  <a:schemeClr val="lt1"/>
                </a:solidFill>
              </a:defRPr>
            </a:lvl5pPr>
            <a:lvl6pPr marL="2743200" lvl="5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/>
          <p:nvPr/>
        </p:nvSpPr>
        <p:spPr>
          <a:xfrm>
            <a:off x="419100" y="6362700"/>
            <a:ext cx="36669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MOMENTUM WORLDWIDE 2020 IN CONFIDENCE. </a:t>
            </a:r>
            <a:br>
              <a:rPr lang="en" sz="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en" sz="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DOCUMENT MAY NOT BE DISTRIBUTED OR COPIED WITHOUT PRIOR CONSENT.</a:t>
            </a:r>
            <a:endParaRPr sz="700" b="0" i="0" u="none" strike="noStrike" cap="non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22" name="Google Shape;222;p28"/>
          <p:cNvSpPr txBox="1">
            <a:spLocks noGrp="1"/>
          </p:cNvSpPr>
          <p:nvPr>
            <p:ph type="sldNum" idx="12"/>
          </p:nvPr>
        </p:nvSpPr>
        <p:spPr>
          <a:xfrm>
            <a:off x="9255910" y="1376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23" name="Google Shape;223;p28"/>
          <p:cNvSpPr txBox="1"/>
          <p:nvPr/>
        </p:nvSpPr>
        <p:spPr>
          <a:xfrm>
            <a:off x="-1" y="7483814"/>
            <a:ext cx="12192000" cy="5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Please make sure that page numbers, graphic patterns, legal, and the logo bug are all visible over images.</a:t>
            </a:r>
            <a:endParaRPr sz="1200" b="0" i="0" u="none" strike="noStrike" cap="none">
              <a:solidFill>
                <a:schemeClr val="dk1"/>
              </a:solidFill>
              <a:latin typeface="Poppins" panose="00000500000000000000" pitchFamily="2" charset="0"/>
              <a:ea typeface="Arial"/>
              <a:cs typeface="Poppins" panose="00000500000000000000" pitchFamily="2" charset="0"/>
              <a:sym typeface="Arial"/>
            </a:endParaRPr>
          </a:p>
        </p:txBody>
      </p:sp>
      <p:pic>
        <p:nvPicPr>
          <p:cNvPr id="224" name="Google Shape;22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06460" y="6355008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419103" y="0"/>
            <a:ext cx="2971797" cy="28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/>
        </p:nvSpPr>
        <p:spPr>
          <a:xfrm>
            <a:off x="419100" y="6362700"/>
            <a:ext cx="36669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MOMENTUM WORLDWIDE 2023 IN CONFIDENCE. </a:t>
            </a:r>
            <a:br>
              <a:rPr lang="en" sz="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en" sz="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DOCUMENT MAY NOT BE DISTRIBUTED OR COPIED WITHOUT PRIOR CONSENT.</a:t>
            </a:r>
            <a:endParaRPr sz="700" b="0" i="0" u="none" strike="noStrike" cap="non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0" name="Google Shape;240;p31"/>
          <p:cNvSpPr txBox="1">
            <a:spLocks noGrp="1"/>
          </p:cNvSpPr>
          <p:nvPr>
            <p:ph type="sldNum" idx="12"/>
          </p:nvPr>
        </p:nvSpPr>
        <p:spPr>
          <a:xfrm>
            <a:off x="9255910" y="1376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41" name="Google Shape;241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04056" y="6367040"/>
            <a:ext cx="365760" cy="36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2">
  <p:cSld name="SECTION_HEADER_2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4" name="Google Shape;254;p3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1 1">
  <p:cSld name="Blank 1 1">
    <p:bg>
      <p:bgPr>
        <a:solidFill>
          <a:schemeClr val="dk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6"/>
          <p:cNvSpPr txBox="1">
            <a:spLocks noGrp="1"/>
          </p:cNvSpPr>
          <p:nvPr>
            <p:ph type="sldNum" idx="12"/>
          </p:nvPr>
        </p:nvSpPr>
        <p:spPr>
          <a:xfrm>
            <a:off x="11877396" y="6477936"/>
            <a:ext cx="2901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None/>
              <a:defRPr sz="1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None/>
              <a:defRPr sz="1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None/>
              <a:defRPr sz="1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None/>
              <a:defRPr sz="1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None/>
              <a:defRPr sz="1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None/>
              <a:defRPr sz="1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None/>
              <a:defRPr sz="1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None/>
              <a:defRPr sz="1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None/>
              <a:defRPr sz="1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dium Image 1">
  <p:cSld name="Medium Image_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 txBox="1">
            <a:spLocks noGrp="1"/>
          </p:cNvSpPr>
          <p:nvPr>
            <p:ph type="body" idx="1"/>
          </p:nvPr>
        </p:nvSpPr>
        <p:spPr>
          <a:xfrm>
            <a:off x="6134100" y="1"/>
            <a:ext cx="6057900" cy="68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 b="0" i="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55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59" name="Google Shape;259;p37"/>
          <p:cNvSpPr txBox="1">
            <a:spLocks noGrp="1"/>
          </p:cNvSpPr>
          <p:nvPr>
            <p:ph type="title"/>
          </p:nvPr>
        </p:nvSpPr>
        <p:spPr>
          <a:xfrm>
            <a:off x="419100" y="502784"/>
            <a:ext cx="4876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37"/>
          <p:cNvSpPr txBox="1">
            <a:spLocks noGrp="1"/>
          </p:cNvSpPr>
          <p:nvPr>
            <p:ph type="body" idx="2"/>
          </p:nvPr>
        </p:nvSpPr>
        <p:spPr>
          <a:xfrm>
            <a:off x="419100" y="1981200"/>
            <a:ext cx="4876800" cy="43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0" i="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Arial"/>
              </a:defRPr>
            </a:lvl1pPr>
            <a:lvl2pPr marL="914400" lvl="1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61" name="Google Shape;261;p37"/>
          <p:cNvSpPr txBox="1"/>
          <p:nvPr/>
        </p:nvSpPr>
        <p:spPr>
          <a:xfrm>
            <a:off x="419100" y="6362700"/>
            <a:ext cx="36669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© MOMENTUM WORLDWIDE 2021 IN CONFIDENCE. </a:t>
            </a:r>
            <a:br>
              <a:rPr lang="en" sz="700" b="0" i="0" u="none" strike="noStrike" cap="none">
                <a:solidFill>
                  <a:schemeClr val="dk1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</a:br>
            <a:r>
              <a:rPr lang="en" sz="700" b="0" i="0" u="none" strike="noStrike" cap="none">
                <a:solidFill>
                  <a:schemeClr val="dk1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THIS DOCUMENT MAY NOT BE DISTRIBUTED OR COPIED WITHOUT PRIOR CONSENT.</a:t>
            </a:r>
            <a:endParaRPr sz="700" b="0" i="0" u="none" strike="noStrike" cap="none">
              <a:solidFill>
                <a:schemeClr val="dk1"/>
              </a:solidFill>
              <a:latin typeface="Poppins" panose="00000500000000000000" pitchFamily="2" charset="0"/>
              <a:ea typeface="Arial"/>
              <a:cs typeface="Poppins" panose="00000500000000000000" pitchFamily="2" charset="0"/>
              <a:sym typeface="Arial"/>
            </a:endParaRPr>
          </a:p>
        </p:txBody>
      </p:sp>
      <p:sp>
        <p:nvSpPr>
          <p:cNvPr id="262" name="Google Shape;262;p37"/>
          <p:cNvSpPr txBox="1">
            <a:spLocks noGrp="1"/>
          </p:cNvSpPr>
          <p:nvPr>
            <p:ph type="sldNum" idx="12"/>
          </p:nvPr>
        </p:nvSpPr>
        <p:spPr>
          <a:xfrm>
            <a:off x="9255910" y="1376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63" name="Google Shape;263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04056" y="6367040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419103" y="0"/>
            <a:ext cx="2971797" cy="28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>
            <a:spLocks noGrp="1"/>
          </p:cNvSpPr>
          <p:nvPr>
            <p:ph type="title"/>
          </p:nvPr>
        </p:nvSpPr>
        <p:spPr>
          <a:xfrm>
            <a:off x="419100" y="495301"/>
            <a:ext cx="11354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Black"/>
              <a:buNone/>
              <a:defRPr sz="28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oppins"/>
              <a:buNone/>
              <a:defRPr sz="19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oppins"/>
              <a:buNone/>
              <a:defRPr sz="19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oppins"/>
              <a:buNone/>
              <a:defRPr sz="19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oppins"/>
              <a:buNone/>
              <a:defRPr sz="19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oppins"/>
              <a:buNone/>
              <a:defRPr sz="19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oppins"/>
              <a:buNone/>
              <a:defRPr sz="19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oppins"/>
              <a:buNone/>
              <a:defRPr sz="19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oppins"/>
              <a:buNone/>
              <a:defRPr sz="19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7" name="Google Shape;147;p18"/>
          <p:cNvSpPr txBox="1">
            <a:spLocks noGrp="1"/>
          </p:cNvSpPr>
          <p:nvPr>
            <p:ph type="body" idx="1"/>
          </p:nvPr>
        </p:nvSpPr>
        <p:spPr>
          <a:xfrm>
            <a:off x="419100" y="1485901"/>
            <a:ext cx="113541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Light"/>
              <a:buChar char="•"/>
              <a:defRPr sz="16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sz="15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•"/>
              <a:defRPr sz="12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•"/>
              <a:defRPr sz="12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•"/>
              <a:defRPr sz="12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•"/>
              <a:defRPr sz="12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•"/>
              <a:defRPr sz="12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•"/>
              <a:defRPr sz="12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Poppins Light"/>
              <a:buChar char="•"/>
              <a:defRPr sz="12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sldNum" idx="12"/>
          </p:nvPr>
        </p:nvSpPr>
        <p:spPr>
          <a:xfrm>
            <a:off x="9323709" y="16974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4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699" r:id="rId7"/>
    <p:sldLayoutId id="2147483701" r:id="rId8"/>
    <p:sldLayoutId id="2147483702" r:id="rId9"/>
    <p:sldLayoutId id="2147483703" r:id="rId10"/>
    <p:sldLayoutId id="214748368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7104">
          <p15:clr>
            <a:srgbClr val="F26B43"/>
          </p15:clr>
        </p15:guide>
        <p15:guide id="2" pos="264">
          <p15:clr>
            <a:srgbClr val="9FCC3B"/>
          </p15:clr>
        </p15:guide>
        <p15:guide id="3" pos="3384">
          <p15:clr>
            <a:srgbClr val="547EBF"/>
          </p15:clr>
        </p15:guide>
        <p15:guide id="4" pos="7416">
          <p15:clr>
            <a:srgbClr val="9FCC3B"/>
          </p15:clr>
        </p15:guide>
        <p15:guide id="5" pos="3072">
          <p15:clr>
            <a:srgbClr val="F26B43"/>
          </p15:clr>
        </p15:guide>
        <p15:guide id="6" pos="2712">
          <p15:clr>
            <a:srgbClr val="547EBF"/>
          </p15:clr>
        </p15:guide>
        <p15:guide id="7" pos="2448">
          <p15:clr>
            <a:srgbClr val="F26B43"/>
          </p15:clr>
        </p15:guide>
        <p15:guide id="8" pos="3024">
          <p15:clr>
            <a:srgbClr val="F26B43"/>
          </p15:clr>
        </p15:guide>
        <p15:guide id="9" pos="3336">
          <p15:clr>
            <a:srgbClr val="547EBF"/>
          </p15:clr>
        </p15:guide>
        <p15:guide id="10" pos="2400">
          <p15:clr>
            <a:srgbClr val="F26B43"/>
          </p15:clr>
        </p15:guide>
        <p15:guide id="11" pos="2760">
          <p15:clr>
            <a:srgbClr val="547EBF"/>
          </p15:clr>
        </p15:guide>
        <p15:guide id="12" pos="1824">
          <p15:clr>
            <a:srgbClr val="F26B43"/>
          </p15:clr>
        </p15:guide>
        <p15:guide id="13" pos="1464">
          <p15:clr>
            <a:srgbClr val="547EBF"/>
          </p15:clr>
        </p15:guide>
        <p15:guide id="14" pos="1200">
          <p15:clr>
            <a:srgbClr val="F26B43"/>
          </p15:clr>
        </p15:guide>
        <p15:guide id="15" pos="528">
          <p15:clr>
            <a:srgbClr val="F26B43"/>
          </p15:clr>
        </p15:guide>
        <p15:guide id="16" pos="840">
          <p15:clr>
            <a:srgbClr val="547EBF"/>
          </p15:clr>
        </p15:guide>
        <p15:guide id="17" pos="576">
          <p15:clr>
            <a:srgbClr val="F26B43"/>
          </p15:clr>
        </p15:guide>
        <p15:guide id="18" pos="888">
          <p15:clr>
            <a:srgbClr val="547EBF"/>
          </p15:clr>
        </p15:guide>
        <p15:guide id="19" pos="1152">
          <p15:clr>
            <a:srgbClr val="F26B43"/>
          </p15:clr>
        </p15:guide>
        <p15:guide id="20" pos="1512">
          <p15:clr>
            <a:srgbClr val="547EBF"/>
          </p15:clr>
        </p15:guide>
        <p15:guide id="21" pos="1776">
          <p15:clr>
            <a:srgbClr val="F26B43"/>
          </p15:clr>
        </p15:guide>
        <p15:guide id="22" pos="2088">
          <p15:clr>
            <a:srgbClr val="547EBF"/>
          </p15:clr>
        </p15:guide>
        <p15:guide id="23" pos="2136">
          <p15:clr>
            <a:srgbClr val="547EBF"/>
          </p15:clr>
        </p15:guide>
        <p15:guide id="24" orient="horz" pos="3072">
          <p15:clr>
            <a:srgbClr val="F26B43"/>
          </p15:clr>
        </p15:guide>
        <p15:guide id="25" orient="horz" pos="2448">
          <p15:clr>
            <a:srgbClr val="F26B43"/>
          </p15:clr>
        </p15:guide>
        <p15:guide id="26" orient="horz" pos="312">
          <p15:clr>
            <a:srgbClr val="9FCC3B"/>
          </p15:clr>
        </p15:guide>
        <p15:guide id="27" orient="horz" pos="2496">
          <p15:clr>
            <a:srgbClr val="F26B43"/>
          </p15:clr>
        </p15:guide>
        <p15:guide id="28" orient="horz" pos="3120">
          <p15:clr>
            <a:srgbClr val="F26B43"/>
          </p15:clr>
        </p15:guide>
        <p15:guide id="29" orient="horz" pos="4008">
          <p15:clr>
            <a:srgbClr val="9FCC3B"/>
          </p15:clr>
        </p15:guide>
        <p15:guide id="30" orient="horz" pos="2760">
          <p15:clr>
            <a:srgbClr val="547EBF"/>
          </p15:clr>
        </p15:guide>
        <p15:guide id="31" orient="horz" pos="2808">
          <p15:clr>
            <a:srgbClr val="547EBF"/>
          </p15:clr>
        </p15:guide>
        <p15:guide id="32" pos="7152">
          <p15:clr>
            <a:srgbClr val="F26B43"/>
          </p15:clr>
        </p15:guide>
        <p15:guide id="33" pos="5592">
          <p15:clr>
            <a:srgbClr val="547EBF"/>
          </p15:clr>
        </p15:guide>
        <p15:guide id="34" pos="5544">
          <p15:clr>
            <a:srgbClr val="547EBF"/>
          </p15:clr>
        </p15:guide>
        <p15:guide id="35" pos="5904">
          <p15:clr>
            <a:srgbClr val="F26B43"/>
          </p15:clr>
        </p15:guide>
        <p15:guide id="36" pos="5856">
          <p15:clr>
            <a:srgbClr val="F26B43"/>
          </p15:clr>
        </p15:guide>
        <p15:guide id="37" pos="6216">
          <p15:clr>
            <a:srgbClr val="547EBF"/>
          </p15:clr>
        </p15:guide>
        <p15:guide id="38" pos="6168">
          <p15:clr>
            <a:srgbClr val="547EBF"/>
          </p15:clr>
        </p15:guide>
        <p15:guide id="39" pos="6792">
          <p15:clr>
            <a:srgbClr val="547EBF"/>
          </p15:clr>
        </p15:guide>
        <p15:guide id="40" pos="6840">
          <p15:clr>
            <a:srgbClr val="547EBF"/>
          </p15:clr>
        </p15:guide>
        <p15:guide id="41" pos="6480">
          <p15:clr>
            <a:srgbClr val="F26B43"/>
          </p15:clr>
        </p15:guide>
        <p15:guide id="42" pos="6528">
          <p15:clr>
            <a:srgbClr val="F26B43"/>
          </p15:clr>
        </p15:guide>
        <p15:guide id="43" pos="4344">
          <p15:clr>
            <a:srgbClr val="547EBF"/>
          </p15:clr>
        </p15:guide>
        <p15:guide id="44" pos="4608">
          <p15:clr>
            <a:srgbClr val="F26B43"/>
          </p15:clr>
        </p15:guide>
        <p15:guide id="45" pos="4656">
          <p15:clr>
            <a:srgbClr val="F26B43"/>
          </p15:clr>
        </p15:guide>
        <p15:guide id="46" pos="4920">
          <p15:clr>
            <a:srgbClr val="547EBF"/>
          </p15:clr>
        </p15:guide>
        <p15:guide id="47" pos="4968">
          <p15:clr>
            <a:srgbClr val="547EBF"/>
          </p15:clr>
        </p15:guide>
        <p15:guide id="48" pos="5280">
          <p15:clr>
            <a:srgbClr val="F26B43"/>
          </p15:clr>
        </p15:guide>
        <p15:guide id="49" pos="5232">
          <p15:clr>
            <a:srgbClr val="F26B43"/>
          </p15:clr>
        </p15:guide>
        <p15:guide id="50" pos="3648">
          <p15:clr>
            <a:srgbClr val="F26B43"/>
          </p15:clr>
        </p15:guide>
        <p15:guide id="51" pos="3696">
          <p15:clr>
            <a:srgbClr val="F26B43"/>
          </p15:clr>
        </p15:guide>
        <p15:guide id="52" pos="3984">
          <p15:clr>
            <a:srgbClr val="F26B43"/>
          </p15:clr>
        </p15:guide>
        <p15:guide id="53" pos="4296">
          <p15:clr>
            <a:srgbClr val="547EBF"/>
          </p15:clr>
        </p15:guide>
        <p15:guide id="54" pos="3840">
          <p15:clr>
            <a:srgbClr val="547EBF"/>
          </p15:clr>
        </p15:guide>
        <p15:guide id="55" pos="4032">
          <p15:clr>
            <a:srgbClr val="F26B43"/>
          </p15:clr>
        </p15:guide>
        <p15:guide id="56" orient="horz" pos="1248">
          <p15:clr>
            <a:srgbClr val="F26B43"/>
          </p15:clr>
        </p15:guide>
        <p15:guide id="57" orient="horz" pos="1200">
          <p15:clr>
            <a:srgbClr val="F26B43"/>
          </p15:clr>
        </p15:guide>
        <p15:guide id="58" orient="horz" pos="1560">
          <p15:clr>
            <a:srgbClr val="547EBF"/>
          </p15:clr>
        </p15:guide>
        <p15:guide id="59" orient="horz" pos="1512">
          <p15:clr>
            <a:srgbClr val="547EBF"/>
          </p15:clr>
        </p15:guide>
        <p15:guide id="60" orient="horz" pos="1824">
          <p15:clr>
            <a:srgbClr val="F26B43"/>
          </p15:clr>
        </p15:guide>
        <p15:guide id="61" orient="horz" pos="1872">
          <p15:clr>
            <a:srgbClr val="F26B43"/>
          </p15:clr>
        </p15:guide>
        <p15:guide id="62" orient="horz" pos="2136">
          <p15:clr>
            <a:srgbClr val="547EBF"/>
          </p15:clr>
        </p15:guide>
        <p15:guide id="63" orient="horz" pos="2184">
          <p15:clr>
            <a:srgbClr val="547EBF"/>
          </p15:clr>
        </p15:guide>
        <p15:guide id="64" orient="horz" pos="576">
          <p15:clr>
            <a:srgbClr val="F26B43"/>
          </p15:clr>
        </p15:guide>
        <p15:guide id="65" orient="horz" pos="624">
          <p15:clr>
            <a:srgbClr val="F26B43"/>
          </p15:clr>
        </p15:guide>
        <p15:guide id="66" orient="horz" pos="936">
          <p15:clr>
            <a:srgbClr val="547EBF"/>
          </p15:clr>
        </p15:guide>
        <p15:guide id="67" orient="horz" pos="888">
          <p15:clr>
            <a:srgbClr val="547EBF"/>
          </p15:clr>
        </p15:guide>
        <p15:guide id="68" orient="horz" pos="3384">
          <p15:clr>
            <a:srgbClr val="547EBF"/>
          </p15:clr>
        </p15:guide>
        <p15:guide id="69" orient="horz" pos="3432">
          <p15:clr>
            <a:srgbClr val="547EBF"/>
          </p15:clr>
        </p15:guide>
        <p15:guide id="70" orient="horz" pos="3696">
          <p15:clr>
            <a:srgbClr val="F26B43"/>
          </p15:clr>
        </p15:guide>
        <p15:guide id="71" orient="horz" pos="37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CDAC_9607FFEE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1.jpe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12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25.svg"/><Relationship Id="rId5" Type="http://schemas.openxmlformats.org/officeDocument/2006/relationships/image" Target="../media/image19.png"/><Relationship Id="rId15" Type="http://schemas.openxmlformats.org/officeDocument/2006/relationships/image" Target="../media/image29.jpeg"/><Relationship Id="rId10" Type="http://schemas.openxmlformats.org/officeDocument/2006/relationships/image" Target="../media/image24.png"/><Relationship Id="rId19" Type="http://schemas.openxmlformats.org/officeDocument/2006/relationships/image" Target="../media/image32.png"/><Relationship Id="rId4" Type="http://schemas.openxmlformats.org/officeDocument/2006/relationships/image" Target="../media/image18.svg"/><Relationship Id="rId9" Type="http://schemas.openxmlformats.org/officeDocument/2006/relationships/image" Target="../media/image23.svg"/><Relationship Id="rId1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12" Type="http://schemas.openxmlformats.org/officeDocument/2006/relationships/image" Target="../media/image31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2.png"/><Relationship Id="rId5" Type="http://schemas.openxmlformats.org/officeDocument/2006/relationships/image" Target="../media/image23.svg"/><Relationship Id="rId10" Type="http://schemas.openxmlformats.org/officeDocument/2006/relationships/image" Target="../media/image30.png"/><Relationship Id="rId4" Type="http://schemas.openxmlformats.org/officeDocument/2006/relationships/image" Target="../media/image22.png"/><Relationship Id="rId9" Type="http://schemas.openxmlformats.org/officeDocument/2006/relationships/image" Target="../media/image29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CDAA_95C64D1A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F1390-8CDE-438A-6D27-5FB3B9381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20F74-4F05-34B4-42BE-C39CC096B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1409700"/>
            <a:ext cx="4259227" cy="4385042"/>
          </a:xfrm>
        </p:spPr>
        <p:txBody>
          <a:bodyPr/>
          <a:lstStyle/>
          <a:p>
            <a:r>
              <a:rPr lang="en-GB" dirty="0">
                <a:latin typeface="Poppins" pitchFamily="2" charset="77"/>
                <a:cs typeface="Poppins" pitchFamily="2" charset="77"/>
              </a:rPr>
              <a:t>Agree Technology – done </a:t>
            </a:r>
          </a:p>
          <a:p>
            <a:r>
              <a:rPr lang="en-GB" dirty="0">
                <a:latin typeface="Poppins" pitchFamily="2" charset="77"/>
                <a:cs typeface="Poppins" pitchFamily="2" charset="77"/>
              </a:rPr>
              <a:t>Document Business Process - done</a:t>
            </a:r>
          </a:p>
          <a:p>
            <a:r>
              <a:rPr lang="en-GB" dirty="0">
                <a:latin typeface="Poppins" pitchFamily="2" charset="77"/>
                <a:cs typeface="Poppins" pitchFamily="2" charset="77"/>
              </a:rPr>
              <a:t>Complete Framework UI, confirm core features</a:t>
            </a:r>
          </a:p>
          <a:p>
            <a:r>
              <a:rPr lang="en-GB" dirty="0">
                <a:latin typeface="Poppins" pitchFamily="2" charset="77"/>
                <a:cs typeface="Poppins" pitchFamily="2" charset="77"/>
              </a:rPr>
              <a:t>Prototype</a:t>
            </a:r>
          </a:p>
          <a:p>
            <a:r>
              <a:rPr lang="en-GB" dirty="0">
                <a:latin typeface="Poppins" pitchFamily="2" charset="77"/>
                <a:cs typeface="Poppins" pitchFamily="2" charset="77"/>
              </a:rPr>
              <a:t>QR Code Technology Review</a:t>
            </a:r>
          </a:p>
          <a:p>
            <a:r>
              <a:rPr lang="en-GB" b="0" i="0" u="none" strike="noStrike" cap="none" dirty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  <a:sym typeface="Arial"/>
              </a:rPr>
              <a:t>Qualtrics API </a:t>
            </a:r>
            <a:r>
              <a:rPr lang="en-GB" dirty="0">
                <a:latin typeface="Poppins" pitchFamily="2" charset="77"/>
                <a:cs typeface="Poppins" pitchFamily="2" charset="77"/>
                <a:sym typeface="Arial"/>
              </a:rPr>
              <a:t>Current state documentation</a:t>
            </a:r>
            <a:endParaRPr lang="en-GB" dirty="0">
              <a:latin typeface="Poppins" pitchFamily="2" charset="77"/>
              <a:cs typeface="Poppins" pitchFamily="2" charset="77"/>
            </a:endParaRPr>
          </a:p>
          <a:p>
            <a:r>
              <a:rPr lang="en-GB" dirty="0">
                <a:latin typeface="Poppins" pitchFamily="2" charset="77"/>
                <a:cs typeface="Poppins" pitchFamily="2" charset="77"/>
              </a:rPr>
              <a:t>Current Data Architecture To be updated</a:t>
            </a:r>
          </a:p>
          <a:p>
            <a:r>
              <a:rPr lang="en-GB" dirty="0">
                <a:latin typeface="Poppins" pitchFamily="2" charset="77"/>
                <a:cs typeface="Poppins" pitchFamily="2" charset="77"/>
              </a:rPr>
              <a:t>Create SQL /Dataverse Tables </a:t>
            </a:r>
          </a:p>
          <a:p>
            <a:r>
              <a:rPr lang="en-GB" dirty="0">
                <a:latin typeface="Poppins" pitchFamily="2" charset="77"/>
                <a:cs typeface="Poppins" pitchFamily="2" charset="77"/>
              </a:rPr>
              <a:t>Pressure Test Application </a:t>
            </a:r>
          </a:p>
          <a:p>
            <a:r>
              <a:rPr lang="en-GB" dirty="0">
                <a:latin typeface="Poppins" pitchFamily="2" charset="77"/>
                <a:cs typeface="Poppins" pitchFamily="2" charset="77"/>
              </a:rPr>
              <a:t>Plan Lunch</a:t>
            </a:r>
          </a:p>
          <a:p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0F870-559E-70CD-E714-DE5AC2986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8A7D70B-BA5B-454D-9E9C-85AA311AB73C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FC232BD-3A94-C092-3938-889B582BD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942" y="1233377"/>
            <a:ext cx="8661012" cy="45613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E22D731-64D3-EB86-AE62-16D5AA6765B8}"/>
              </a:ext>
            </a:extLst>
          </p:cNvPr>
          <p:cNvSpPr/>
          <p:nvPr/>
        </p:nvSpPr>
        <p:spPr>
          <a:xfrm>
            <a:off x="3183038" y="4596762"/>
            <a:ext cx="3298785" cy="2395959"/>
          </a:xfrm>
          <a:prstGeom prst="rect">
            <a:avLst/>
          </a:prstGeom>
          <a:solidFill>
            <a:srgbClr val="FFFF00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2F161-6CA5-0F8E-B15B-91AFB7ED05E2}"/>
              </a:ext>
            </a:extLst>
          </p:cNvPr>
          <p:cNvSpPr txBox="1"/>
          <p:nvPr/>
        </p:nvSpPr>
        <p:spPr>
          <a:xfrm>
            <a:off x="3374020" y="4784369"/>
            <a:ext cx="291682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GOALS OF THIS DECK –BUSINESS PROBLEMS + HOW UXP SOLVES THEM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1. ACCOUNT INTERVIEWS: Pain Points + GOALS</a:t>
            </a:r>
          </a:p>
          <a:p>
            <a:endParaRPr lang="en-US" dirty="0"/>
          </a:p>
          <a:p>
            <a:r>
              <a:rPr lang="en-US" dirty="0"/>
              <a:t>2. PRODUCT FEATURES: V1, V2, </a:t>
            </a:r>
          </a:p>
          <a:p>
            <a:endParaRPr lang="en-US" dirty="0"/>
          </a:p>
          <a:p>
            <a:r>
              <a:rPr lang="en-US" dirty="0"/>
              <a:t>3,</a:t>
            </a:r>
          </a:p>
        </p:txBody>
      </p:sp>
    </p:spTree>
    <p:extLst>
      <p:ext uri="{BB962C8B-B14F-4D97-AF65-F5344CB8AC3E}">
        <p14:creationId xmlns:p14="http://schemas.microsoft.com/office/powerpoint/2010/main" val="1081033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42D774-A01D-D89F-350B-AECBDF0C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6000"/>
              <a:t>UNIFIED EXPERIENCE PLATFORM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33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7900A-2F97-017D-DD06-4BD533A28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4D094-41AF-5E92-8D6D-84EB12B43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041991"/>
            <a:ext cx="11354100" cy="5320708"/>
          </a:xfrm>
        </p:spPr>
        <p:txBody>
          <a:bodyPr/>
          <a:lstStyle/>
          <a:p>
            <a:pPr marL="127000" indent="0">
              <a:buNone/>
            </a:pPr>
            <a:r>
              <a:rPr lang="en-US" dirty="0"/>
              <a:t>AMEX</a:t>
            </a:r>
          </a:p>
          <a:p>
            <a:pPr marL="127000" indent="0">
              <a:buNone/>
            </a:pPr>
            <a:r>
              <a:rPr lang="en-US" dirty="0"/>
              <a:t>Need historical data tracking for year-over-year insights.</a:t>
            </a:r>
          </a:p>
          <a:p>
            <a:pPr marL="127000" indent="0">
              <a:buNone/>
            </a:pPr>
            <a:r>
              <a:rPr lang="en-US" dirty="0"/>
              <a:t>More efficient brand ambassador staffing &amp; scheduling.</a:t>
            </a:r>
          </a:p>
          <a:p>
            <a:pPr marL="127000" indent="0">
              <a:buNone/>
            </a:pPr>
            <a:r>
              <a:rPr lang="en-US" dirty="0"/>
              <a:t>Improve event engagement metric collection.</a:t>
            </a:r>
          </a:p>
          <a:p>
            <a:pPr marL="127000" indent="0">
              <a:buNone/>
            </a:pPr>
            <a:endParaRPr lang="en-US" dirty="0"/>
          </a:p>
          <a:p>
            <a:pPr marL="127000" indent="0">
              <a:buNone/>
            </a:pPr>
            <a:r>
              <a:rPr lang="en-US" dirty="0"/>
              <a:t>Coca-Cola</a:t>
            </a:r>
          </a:p>
          <a:p>
            <a:pPr marL="127000" indent="0">
              <a:buNone/>
            </a:pPr>
            <a:r>
              <a:rPr lang="en-US" dirty="0"/>
              <a:t>Centralized system for multi-location tour tracking.</a:t>
            </a:r>
          </a:p>
          <a:p>
            <a:pPr marL="127000" indent="0">
              <a:buNone/>
            </a:pPr>
            <a:r>
              <a:rPr lang="en-US" dirty="0"/>
              <a:t>Unified event ID assignment for better tracking and reporting.</a:t>
            </a:r>
          </a:p>
          <a:p>
            <a:pPr marL="127000" indent="0">
              <a:buNone/>
            </a:pPr>
            <a:r>
              <a:rPr lang="en-US" dirty="0"/>
              <a:t>Automated sample and engagement metric tracking.</a:t>
            </a:r>
          </a:p>
          <a:p>
            <a:pPr marL="127000" indent="0">
              <a:buNone/>
            </a:pPr>
            <a:endParaRPr lang="en-US" dirty="0"/>
          </a:p>
          <a:p>
            <a:pPr marL="127000" indent="0">
              <a:buNone/>
            </a:pPr>
            <a:r>
              <a:rPr lang="en-US" dirty="0"/>
              <a:t>Constellation Brands</a:t>
            </a:r>
          </a:p>
          <a:p>
            <a:pPr marL="127000" indent="0">
              <a:buNone/>
            </a:pPr>
            <a:r>
              <a:rPr lang="en-US" dirty="0"/>
              <a:t>Real-time data visibility for field teams.</a:t>
            </a:r>
          </a:p>
          <a:p>
            <a:pPr marL="127000" indent="0">
              <a:buNone/>
            </a:pPr>
            <a:r>
              <a:rPr lang="en-US" dirty="0"/>
              <a:t>Improved staffing workflows for brand ambassadors.</a:t>
            </a:r>
          </a:p>
          <a:p>
            <a:pPr marL="127000" indent="0">
              <a:buNone/>
            </a:pPr>
            <a:r>
              <a:rPr lang="en-US" dirty="0"/>
              <a:t>More structured client interaction &amp; tracking.</a:t>
            </a:r>
          </a:p>
          <a:p>
            <a:pPr marL="127000" indent="0">
              <a:buNone/>
            </a:pPr>
            <a:endParaRPr lang="en-US" dirty="0"/>
          </a:p>
          <a:p>
            <a:pPr marL="127000" indent="0">
              <a:buNone/>
            </a:pPr>
            <a:r>
              <a:rPr lang="en-US" dirty="0"/>
              <a:t>Verizon</a:t>
            </a:r>
          </a:p>
          <a:p>
            <a:pPr marL="127000" indent="0">
              <a:buNone/>
            </a:pPr>
            <a:r>
              <a:rPr lang="en-US" dirty="0"/>
              <a:t>Visual tour logistics tool to optimize event routing.</a:t>
            </a:r>
          </a:p>
          <a:p>
            <a:pPr marL="127000" indent="0">
              <a:buNone/>
            </a:pPr>
            <a:r>
              <a:rPr lang="en-US" dirty="0"/>
              <a:t>Automated QR code &amp; lead capture integration.</a:t>
            </a:r>
          </a:p>
          <a:p>
            <a:pPr marL="127000" indent="0">
              <a:buNone/>
            </a:pPr>
            <a:r>
              <a:rPr lang="en-US" dirty="0"/>
              <a:t>Intake form for streamlined out-of-scope event approvals.</a:t>
            </a:r>
          </a:p>
          <a:p>
            <a:pPr marL="127000" indent="0">
              <a:buNone/>
            </a:pPr>
            <a:endParaRPr lang="en-US" dirty="0"/>
          </a:p>
          <a:p>
            <a:pPr marL="127000" indent="0">
              <a:buNone/>
            </a:pPr>
            <a:r>
              <a:rPr lang="en-US" dirty="0"/>
              <a:t>WGS (William Grant &amp; Sons)</a:t>
            </a:r>
          </a:p>
          <a:p>
            <a:pPr marL="127000" indent="0">
              <a:buNone/>
            </a:pPr>
            <a:r>
              <a:rPr lang="en-US" dirty="0"/>
              <a:t>Automated data consolidation from multiple sources.</a:t>
            </a:r>
          </a:p>
          <a:p>
            <a:pPr marL="127000" indent="0">
              <a:buNone/>
            </a:pPr>
            <a:r>
              <a:rPr lang="en-US" dirty="0"/>
              <a:t>Integrated calendar &amp; reporting for all brands.</a:t>
            </a:r>
          </a:p>
          <a:p>
            <a:pPr marL="127000" indent="0">
              <a:buNone/>
            </a:pPr>
            <a:r>
              <a:rPr lang="en-US" dirty="0"/>
              <a:t>Improved team availability and workload tracking.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0876B7-E07F-D94E-62D8-AEEF53B6B4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sp>
        <p:nvSpPr>
          <p:cNvPr id="7" name="Freeform: Shape 30">
            <a:extLst>
              <a:ext uri="{FF2B5EF4-FFF2-40B4-BE49-F238E27FC236}">
                <a16:creationId xmlns:a16="http://schemas.microsoft.com/office/drawing/2014/main" id="{212ECFF7-AD19-BEF9-3F30-307538B33224}"/>
              </a:ext>
            </a:extLst>
          </p:cNvPr>
          <p:cNvSpPr/>
          <p:nvPr/>
        </p:nvSpPr>
        <p:spPr>
          <a:xfrm>
            <a:off x="6591849" y="930119"/>
            <a:ext cx="2664061" cy="5416760"/>
          </a:xfrm>
          <a:custGeom>
            <a:avLst/>
            <a:gdLst>
              <a:gd name="connsiteX0" fmla="*/ 0 w 2579687"/>
              <a:gd name="connsiteY0" fmla="*/ 257969 h 5418667"/>
              <a:gd name="connsiteX1" fmla="*/ 257969 w 2579687"/>
              <a:gd name="connsiteY1" fmla="*/ 0 h 5418667"/>
              <a:gd name="connsiteX2" fmla="*/ 2321718 w 2579687"/>
              <a:gd name="connsiteY2" fmla="*/ 0 h 5418667"/>
              <a:gd name="connsiteX3" fmla="*/ 2579687 w 2579687"/>
              <a:gd name="connsiteY3" fmla="*/ 257969 h 5418667"/>
              <a:gd name="connsiteX4" fmla="*/ 2579687 w 2579687"/>
              <a:gd name="connsiteY4" fmla="*/ 5160698 h 5418667"/>
              <a:gd name="connsiteX5" fmla="*/ 2321718 w 2579687"/>
              <a:gd name="connsiteY5" fmla="*/ 5418667 h 5418667"/>
              <a:gd name="connsiteX6" fmla="*/ 257969 w 2579687"/>
              <a:gd name="connsiteY6" fmla="*/ 5418667 h 5418667"/>
              <a:gd name="connsiteX7" fmla="*/ 0 w 2579687"/>
              <a:gd name="connsiteY7" fmla="*/ 5160698 h 5418667"/>
              <a:gd name="connsiteX8" fmla="*/ 0 w 2579687"/>
              <a:gd name="connsiteY8" fmla="*/ 257969 h 541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9687" h="5418667">
                <a:moveTo>
                  <a:pt x="0" y="257969"/>
                </a:moveTo>
                <a:cubicBezTo>
                  <a:pt x="0" y="115497"/>
                  <a:pt x="115497" y="0"/>
                  <a:pt x="257969" y="0"/>
                </a:cubicBezTo>
                <a:lnTo>
                  <a:pt x="2321718" y="0"/>
                </a:lnTo>
                <a:cubicBezTo>
                  <a:pt x="2464190" y="0"/>
                  <a:pt x="2579687" y="115497"/>
                  <a:pt x="2579687" y="257969"/>
                </a:cubicBezTo>
                <a:lnTo>
                  <a:pt x="2579687" y="5160698"/>
                </a:lnTo>
                <a:cubicBezTo>
                  <a:pt x="2579687" y="5303170"/>
                  <a:pt x="2464190" y="5418667"/>
                  <a:pt x="2321718" y="5418667"/>
                </a:cubicBezTo>
                <a:lnTo>
                  <a:pt x="257969" y="5418667"/>
                </a:lnTo>
                <a:cubicBezTo>
                  <a:pt x="115497" y="5418667"/>
                  <a:pt x="0" y="5303170"/>
                  <a:pt x="0" y="5160698"/>
                </a:cubicBezTo>
                <a:lnTo>
                  <a:pt x="0" y="25796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0" tIns="45720" rIns="45720" bIns="3838787" numCol="1" spcCol="127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br>
              <a:rPr lang="en-GB" b="1" i="0" kern="1200" dirty="0">
                <a:solidFill>
                  <a:schemeClr val="bg1">
                    <a:lumMod val="65000"/>
                  </a:schemeClr>
                </a:solidFill>
                <a:latin typeface="Poppins"/>
                <a:cs typeface="Poppins"/>
              </a:rPr>
            </a:br>
            <a:r>
              <a:rPr lang="en-GB" b="1" i="0" kern="1200" dirty="0">
                <a:solidFill>
                  <a:schemeClr val="bg1">
                    <a:lumMod val="65000"/>
                  </a:schemeClr>
                </a:solidFill>
                <a:latin typeface="Poppins"/>
                <a:cs typeface="Poppins"/>
              </a:rPr>
              <a:t>AMEX</a:t>
            </a:r>
            <a:r>
              <a:rPr lang="en-GB" b="1" kern="1200" dirty="0">
                <a:solidFill>
                  <a:schemeClr val="bg1">
                    <a:lumMod val="65000"/>
                  </a:schemeClr>
                </a:solidFill>
                <a:latin typeface="Poppins"/>
                <a:cs typeface="Poppins"/>
              </a:rPr>
              <a:t>:</a:t>
            </a:r>
          </a:p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1200" b="1" kern="1200" dirty="0">
              <a:latin typeface="Poppins"/>
              <a:ea typeface="+mn-lt"/>
              <a:cs typeface="Poppins"/>
            </a:endParaRPr>
          </a:p>
          <a:p>
            <a:pPr defTabSz="533400"/>
            <a:r>
              <a:rPr lang="en-GB" kern="1200" dirty="0">
                <a:solidFill>
                  <a:srgbClr val="374151"/>
                </a:solidFill>
                <a:latin typeface="Poppins"/>
                <a:ea typeface="+mn-lt"/>
                <a:cs typeface="Poppins"/>
              </a:rPr>
              <a:t>GOAL:</a:t>
            </a:r>
          </a:p>
          <a:p>
            <a:pPr marL="298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Poppins" pitchFamily="2" charset="77"/>
                <a:cs typeface="Poppins" pitchFamily="2" charset="77"/>
              </a:rPr>
              <a:t>Need historical data tracking for year-over-year insights.</a:t>
            </a:r>
          </a:p>
          <a:p>
            <a:pPr marL="298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Poppins" pitchFamily="2" charset="77"/>
                <a:cs typeface="Poppins" pitchFamily="2" charset="77"/>
              </a:rPr>
              <a:t>More efficient brand ambassador staffing &amp; scheduling.</a:t>
            </a:r>
          </a:p>
          <a:p>
            <a:pPr marL="298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Poppins" pitchFamily="2" charset="77"/>
                <a:cs typeface="Poppins" pitchFamily="2" charset="77"/>
              </a:rPr>
              <a:t>Improve event engagement metric collection.</a:t>
            </a:r>
          </a:p>
          <a:p>
            <a:pPr marL="171450" indent="-171450" defTabSz="533400">
              <a:buChar char="•"/>
            </a:pPr>
            <a:endParaRPr lang="en-GB" sz="2000" kern="1200" dirty="0">
              <a:solidFill>
                <a:srgbClr val="374151"/>
              </a:solidFill>
              <a:latin typeface="Poppins"/>
              <a:ea typeface="+mn-lt"/>
              <a:cs typeface="Poppins"/>
            </a:endParaRPr>
          </a:p>
          <a:p>
            <a:pPr marL="171450" indent="-171450" defTabSz="533400">
              <a:buChar char="•"/>
            </a:pPr>
            <a:endParaRPr lang="en-GB" sz="2000" kern="1200" dirty="0">
              <a:solidFill>
                <a:srgbClr val="374151"/>
              </a:solidFill>
              <a:latin typeface="Poppins"/>
              <a:ea typeface="+mn-lt"/>
              <a:cs typeface="Poppins"/>
            </a:endParaRPr>
          </a:p>
          <a:p>
            <a:pPr marL="171450" indent="-171450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,Sans-Serif"/>
              <a:buChar char="•"/>
            </a:pPr>
            <a:endParaRPr lang="en-GB" sz="1200" kern="1200" dirty="0">
              <a:solidFill>
                <a:srgbClr val="374151"/>
              </a:solidFill>
              <a:latin typeface="Poppins"/>
              <a:cs typeface="Poppins"/>
            </a:endParaRPr>
          </a:p>
          <a:p>
            <a:pPr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1200" kern="1200" dirty="0">
              <a:solidFill>
                <a:srgbClr val="374151"/>
              </a:solidFill>
              <a:highlight>
                <a:srgbClr val="FFFF00"/>
              </a:highlight>
              <a:latin typeface="Poppins"/>
              <a:cs typeface="Poppins"/>
            </a:endParaRPr>
          </a:p>
          <a:p>
            <a:pPr marL="171450" indent="-171450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,Sans-Serif"/>
              <a:buChar char="•"/>
            </a:pPr>
            <a:endParaRPr lang="en-GB" sz="1200" kern="1200" dirty="0">
              <a:solidFill>
                <a:srgbClr val="000000"/>
              </a:solidFill>
              <a:latin typeface="Poppins"/>
              <a:cs typeface="Poppins"/>
            </a:endParaRPr>
          </a:p>
          <a:p>
            <a:pPr marL="171450" indent="-171450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,Sans-Serif"/>
              <a:buChar char="•"/>
            </a:pPr>
            <a:endParaRPr lang="en-GB" sz="1000" kern="1200" dirty="0">
              <a:solidFill>
                <a:srgbClr val="374151"/>
              </a:solidFill>
              <a:latin typeface="Poppins"/>
              <a:cs typeface="Poppins"/>
            </a:endParaRPr>
          </a:p>
          <a:p>
            <a:pPr marL="171450" indent="-171450" defTabSz="533400">
              <a:buChar char="•"/>
            </a:pPr>
            <a:endParaRPr lang="en-GB" sz="1000" kern="1200" dirty="0">
              <a:solidFill>
                <a:srgbClr val="FF0000"/>
              </a:solidFill>
              <a:latin typeface="Poppins"/>
              <a:cs typeface="Poppins"/>
            </a:endParaRPr>
          </a:p>
        </p:txBody>
      </p:sp>
      <p:sp>
        <p:nvSpPr>
          <p:cNvPr id="9" name="Freeform: Shape 30">
            <a:extLst>
              <a:ext uri="{FF2B5EF4-FFF2-40B4-BE49-F238E27FC236}">
                <a16:creationId xmlns:a16="http://schemas.microsoft.com/office/drawing/2014/main" id="{2EDAC678-5323-0EE3-673D-47FDF801A4D5}"/>
              </a:ext>
            </a:extLst>
          </p:cNvPr>
          <p:cNvSpPr/>
          <p:nvPr/>
        </p:nvSpPr>
        <p:spPr>
          <a:xfrm>
            <a:off x="8654072" y="781021"/>
            <a:ext cx="2664061" cy="5416760"/>
          </a:xfrm>
          <a:custGeom>
            <a:avLst/>
            <a:gdLst>
              <a:gd name="connsiteX0" fmla="*/ 0 w 2579687"/>
              <a:gd name="connsiteY0" fmla="*/ 257969 h 5418667"/>
              <a:gd name="connsiteX1" fmla="*/ 257969 w 2579687"/>
              <a:gd name="connsiteY1" fmla="*/ 0 h 5418667"/>
              <a:gd name="connsiteX2" fmla="*/ 2321718 w 2579687"/>
              <a:gd name="connsiteY2" fmla="*/ 0 h 5418667"/>
              <a:gd name="connsiteX3" fmla="*/ 2579687 w 2579687"/>
              <a:gd name="connsiteY3" fmla="*/ 257969 h 5418667"/>
              <a:gd name="connsiteX4" fmla="*/ 2579687 w 2579687"/>
              <a:gd name="connsiteY4" fmla="*/ 5160698 h 5418667"/>
              <a:gd name="connsiteX5" fmla="*/ 2321718 w 2579687"/>
              <a:gd name="connsiteY5" fmla="*/ 5418667 h 5418667"/>
              <a:gd name="connsiteX6" fmla="*/ 257969 w 2579687"/>
              <a:gd name="connsiteY6" fmla="*/ 5418667 h 5418667"/>
              <a:gd name="connsiteX7" fmla="*/ 0 w 2579687"/>
              <a:gd name="connsiteY7" fmla="*/ 5160698 h 5418667"/>
              <a:gd name="connsiteX8" fmla="*/ 0 w 2579687"/>
              <a:gd name="connsiteY8" fmla="*/ 257969 h 541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9687" h="5418667">
                <a:moveTo>
                  <a:pt x="0" y="257969"/>
                </a:moveTo>
                <a:cubicBezTo>
                  <a:pt x="0" y="115497"/>
                  <a:pt x="115497" y="0"/>
                  <a:pt x="257969" y="0"/>
                </a:cubicBezTo>
                <a:lnTo>
                  <a:pt x="2321718" y="0"/>
                </a:lnTo>
                <a:cubicBezTo>
                  <a:pt x="2464190" y="0"/>
                  <a:pt x="2579687" y="115497"/>
                  <a:pt x="2579687" y="257969"/>
                </a:cubicBezTo>
                <a:lnTo>
                  <a:pt x="2579687" y="5160698"/>
                </a:lnTo>
                <a:cubicBezTo>
                  <a:pt x="2579687" y="5303170"/>
                  <a:pt x="2464190" y="5418667"/>
                  <a:pt x="2321718" y="5418667"/>
                </a:cubicBezTo>
                <a:lnTo>
                  <a:pt x="257969" y="5418667"/>
                </a:lnTo>
                <a:cubicBezTo>
                  <a:pt x="115497" y="5418667"/>
                  <a:pt x="0" y="5303170"/>
                  <a:pt x="0" y="5160698"/>
                </a:cubicBezTo>
                <a:lnTo>
                  <a:pt x="0" y="25796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0" tIns="45720" rIns="45720" bIns="3838787" numCol="1" spcCol="127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br>
              <a:rPr lang="en-GB" b="1" i="0" kern="1200" dirty="0">
                <a:solidFill>
                  <a:schemeClr val="bg1">
                    <a:lumMod val="65000"/>
                  </a:schemeClr>
                </a:solidFill>
                <a:latin typeface="Poppins"/>
                <a:cs typeface="Poppins"/>
              </a:rPr>
            </a:br>
            <a:r>
              <a:rPr lang="en-GB" b="1" i="0" kern="1200" dirty="0">
                <a:solidFill>
                  <a:schemeClr val="bg1">
                    <a:lumMod val="65000"/>
                  </a:schemeClr>
                </a:solidFill>
                <a:latin typeface="Poppins" pitchFamily="2" charset="77"/>
                <a:cs typeface="Poppins" pitchFamily="2" charset="77"/>
              </a:rPr>
              <a:t>COCA COLA</a:t>
            </a:r>
            <a:r>
              <a:rPr lang="en-GB" b="1" kern="1200" dirty="0">
                <a:solidFill>
                  <a:schemeClr val="bg1">
                    <a:lumMod val="65000"/>
                  </a:schemeClr>
                </a:solidFill>
                <a:latin typeface="Poppins" pitchFamily="2" charset="77"/>
                <a:cs typeface="Poppins" pitchFamily="2" charset="77"/>
              </a:rPr>
              <a:t>:</a:t>
            </a:r>
          </a:p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1200" b="1" kern="1200" dirty="0">
              <a:latin typeface="Poppins" pitchFamily="2" charset="77"/>
              <a:ea typeface="+mn-lt"/>
              <a:cs typeface="Poppins" pitchFamily="2" charset="77"/>
            </a:endParaRPr>
          </a:p>
          <a:p>
            <a:pPr defTabSz="533400"/>
            <a:r>
              <a:rPr lang="en-GB" sz="1200" kern="1200" dirty="0">
                <a:solidFill>
                  <a:srgbClr val="374151"/>
                </a:solidFill>
                <a:latin typeface="Poppins" pitchFamily="2" charset="77"/>
                <a:ea typeface="+mn-lt"/>
                <a:cs typeface="Poppins" pitchFamily="2" charset="77"/>
              </a:rPr>
              <a:t>GOAL:</a:t>
            </a:r>
          </a:p>
          <a:p>
            <a:pPr marL="412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itchFamily="2" charset="77"/>
                <a:cs typeface="Poppins" pitchFamily="2" charset="77"/>
              </a:rPr>
              <a:t>Centralized system for multi-location tour tracking.</a:t>
            </a:r>
          </a:p>
          <a:p>
            <a:pPr marL="412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oppins" pitchFamily="2" charset="77"/>
                <a:cs typeface="Poppins" pitchFamily="2" charset="77"/>
              </a:rPr>
              <a:t>Unified </a:t>
            </a:r>
            <a:r>
              <a:rPr lang="en-US" sz="1400" dirty="0">
                <a:latin typeface="Poppins" pitchFamily="2" charset="77"/>
                <a:cs typeface="Poppins" pitchFamily="2" charset="77"/>
              </a:rPr>
              <a:t>event ID assignment for better tracking and reporting.</a:t>
            </a:r>
          </a:p>
          <a:p>
            <a:pPr marL="412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itchFamily="2" charset="77"/>
                <a:cs typeface="Poppins" pitchFamily="2" charset="77"/>
              </a:rPr>
              <a:t>Automated sample and engagement metric tracking.</a:t>
            </a:r>
          </a:p>
          <a:p>
            <a:pPr marL="171450" indent="-171450" defTabSz="533400">
              <a:buChar char="•"/>
            </a:pPr>
            <a:endParaRPr lang="en-GB" sz="2000" kern="1200" dirty="0">
              <a:solidFill>
                <a:srgbClr val="374151"/>
              </a:solidFill>
              <a:latin typeface="Poppins"/>
              <a:ea typeface="+mn-lt"/>
              <a:cs typeface="Poppins"/>
            </a:endParaRPr>
          </a:p>
          <a:p>
            <a:pPr marL="171450" indent="-171450" defTabSz="533400">
              <a:buChar char="•"/>
            </a:pPr>
            <a:endParaRPr lang="en-GB" sz="2000" kern="1200" dirty="0">
              <a:solidFill>
                <a:srgbClr val="374151"/>
              </a:solidFill>
              <a:latin typeface="Poppins"/>
              <a:ea typeface="+mn-lt"/>
              <a:cs typeface="Poppins"/>
            </a:endParaRPr>
          </a:p>
          <a:p>
            <a:pPr marL="171450" indent="-171450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,Sans-Serif"/>
              <a:buChar char="•"/>
            </a:pPr>
            <a:endParaRPr lang="en-GB" sz="1200" kern="1200" dirty="0">
              <a:solidFill>
                <a:srgbClr val="374151"/>
              </a:solidFill>
              <a:latin typeface="Poppins"/>
              <a:cs typeface="Poppins"/>
            </a:endParaRPr>
          </a:p>
          <a:p>
            <a:pPr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1200" kern="1200" dirty="0">
              <a:solidFill>
                <a:srgbClr val="374151"/>
              </a:solidFill>
              <a:highlight>
                <a:srgbClr val="FFFF00"/>
              </a:highlight>
              <a:latin typeface="Poppins"/>
              <a:cs typeface="Poppins"/>
            </a:endParaRPr>
          </a:p>
          <a:p>
            <a:pPr marL="171450" indent="-171450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,Sans-Serif"/>
              <a:buChar char="•"/>
            </a:pPr>
            <a:endParaRPr lang="en-GB" sz="1200" kern="1200" dirty="0">
              <a:solidFill>
                <a:srgbClr val="000000"/>
              </a:solidFill>
              <a:latin typeface="Poppins"/>
              <a:cs typeface="Poppins"/>
            </a:endParaRPr>
          </a:p>
          <a:p>
            <a:pPr marL="171450" indent="-171450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,Sans-Serif"/>
              <a:buChar char="•"/>
            </a:pPr>
            <a:endParaRPr lang="en-GB" sz="1000" kern="1200" dirty="0">
              <a:solidFill>
                <a:srgbClr val="374151"/>
              </a:solidFill>
              <a:latin typeface="Poppins"/>
              <a:cs typeface="Poppins"/>
            </a:endParaRPr>
          </a:p>
          <a:p>
            <a:pPr marL="171450" indent="-171450" defTabSz="533400">
              <a:buChar char="•"/>
            </a:pPr>
            <a:endParaRPr lang="en-GB" sz="1000" kern="1200" dirty="0">
              <a:solidFill>
                <a:srgbClr val="FF0000"/>
              </a:solidFill>
              <a:latin typeface="Poppins"/>
              <a:cs typeface="Poppins"/>
            </a:endParaRPr>
          </a:p>
        </p:txBody>
      </p:sp>
      <p:sp>
        <p:nvSpPr>
          <p:cNvPr id="10" name="Freeform: Shape 30">
            <a:extLst>
              <a:ext uri="{FF2B5EF4-FFF2-40B4-BE49-F238E27FC236}">
                <a16:creationId xmlns:a16="http://schemas.microsoft.com/office/drawing/2014/main" id="{8B3926D5-1E82-EDAC-7945-FD5AEBAD9BA6}"/>
              </a:ext>
            </a:extLst>
          </p:cNvPr>
          <p:cNvSpPr/>
          <p:nvPr/>
        </p:nvSpPr>
        <p:spPr>
          <a:xfrm>
            <a:off x="8806472" y="933421"/>
            <a:ext cx="2664061" cy="5416760"/>
          </a:xfrm>
          <a:custGeom>
            <a:avLst/>
            <a:gdLst>
              <a:gd name="connsiteX0" fmla="*/ 0 w 2579687"/>
              <a:gd name="connsiteY0" fmla="*/ 257969 h 5418667"/>
              <a:gd name="connsiteX1" fmla="*/ 257969 w 2579687"/>
              <a:gd name="connsiteY1" fmla="*/ 0 h 5418667"/>
              <a:gd name="connsiteX2" fmla="*/ 2321718 w 2579687"/>
              <a:gd name="connsiteY2" fmla="*/ 0 h 5418667"/>
              <a:gd name="connsiteX3" fmla="*/ 2579687 w 2579687"/>
              <a:gd name="connsiteY3" fmla="*/ 257969 h 5418667"/>
              <a:gd name="connsiteX4" fmla="*/ 2579687 w 2579687"/>
              <a:gd name="connsiteY4" fmla="*/ 5160698 h 5418667"/>
              <a:gd name="connsiteX5" fmla="*/ 2321718 w 2579687"/>
              <a:gd name="connsiteY5" fmla="*/ 5418667 h 5418667"/>
              <a:gd name="connsiteX6" fmla="*/ 257969 w 2579687"/>
              <a:gd name="connsiteY6" fmla="*/ 5418667 h 5418667"/>
              <a:gd name="connsiteX7" fmla="*/ 0 w 2579687"/>
              <a:gd name="connsiteY7" fmla="*/ 5160698 h 5418667"/>
              <a:gd name="connsiteX8" fmla="*/ 0 w 2579687"/>
              <a:gd name="connsiteY8" fmla="*/ 257969 h 541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9687" h="5418667">
                <a:moveTo>
                  <a:pt x="0" y="257969"/>
                </a:moveTo>
                <a:cubicBezTo>
                  <a:pt x="0" y="115497"/>
                  <a:pt x="115497" y="0"/>
                  <a:pt x="257969" y="0"/>
                </a:cubicBezTo>
                <a:lnTo>
                  <a:pt x="2321718" y="0"/>
                </a:lnTo>
                <a:cubicBezTo>
                  <a:pt x="2464190" y="0"/>
                  <a:pt x="2579687" y="115497"/>
                  <a:pt x="2579687" y="257969"/>
                </a:cubicBezTo>
                <a:lnTo>
                  <a:pt x="2579687" y="5160698"/>
                </a:lnTo>
                <a:cubicBezTo>
                  <a:pt x="2579687" y="5303170"/>
                  <a:pt x="2464190" y="5418667"/>
                  <a:pt x="2321718" y="5418667"/>
                </a:cubicBezTo>
                <a:lnTo>
                  <a:pt x="257969" y="5418667"/>
                </a:lnTo>
                <a:cubicBezTo>
                  <a:pt x="115497" y="5418667"/>
                  <a:pt x="0" y="5303170"/>
                  <a:pt x="0" y="5160698"/>
                </a:cubicBezTo>
                <a:lnTo>
                  <a:pt x="0" y="25796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0" tIns="45720" rIns="45720" bIns="3838787" numCol="1" spcCol="127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b="1" i="0" kern="1200" dirty="0">
                <a:solidFill>
                  <a:schemeClr val="bg1">
                    <a:lumMod val="65000"/>
                  </a:schemeClr>
                </a:solidFill>
                <a:latin typeface="Poppins"/>
                <a:cs typeface="Poppins"/>
              </a:rPr>
              <a:t>CONSTELLATION</a:t>
            </a:r>
            <a:endParaRPr lang="en-GB" b="1" kern="1200" dirty="0">
              <a:solidFill>
                <a:schemeClr val="bg1">
                  <a:lumMod val="6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1200" b="1" kern="1200" dirty="0">
              <a:latin typeface="Poppins" pitchFamily="2" charset="77"/>
              <a:ea typeface="+mn-lt"/>
              <a:cs typeface="Poppins" pitchFamily="2" charset="77"/>
            </a:endParaRPr>
          </a:p>
          <a:p>
            <a:pPr defTabSz="533400"/>
            <a:r>
              <a:rPr lang="en-GB" sz="1200" kern="1200" dirty="0">
                <a:solidFill>
                  <a:srgbClr val="374151"/>
                </a:solidFill>
                <a:latin typeface="Poppins" pitchFamily="2" charset="77"/>
                <a:ea typeface="+mn-lt"/>
                <a:cs typeface="Poppins" pitchFamily="2" charset="77"/>
              </a:rPr>
              <a:t>GOAL:</a:t>
            </a:r>
          </a:p>
          <a:p>
            <a:pPr marL="412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itchFamily="2" charset="77"/>
                <a:cs typeface="Poppins" pitchFamily="2" charset="77"/>
              </a:rPr>
              <a:t>Centralized system for multi-location tour tracking.</a:t>
            </a:r>
          </a:p>
          <a:p>
            <a:pPr marL="412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oppins" pitchFamily="2" charset="77"/>
                <a:cs typeface="Poppins" pitchFamily="2" charset="77"/>
              </a:rPr>
              <a:t>Unified </a:t>
            </a:r>
            <a:r>
              <a:rPr lang="en-US" sz="1400" dirty="0">
                <a:latin typeface="Poppins" pitchFamily="2" charset="77"/>
                <a:cs typeface="Poppins" pitchFamily="2" charset="77"/>
              </a:rPr>
              <a:t>event ID assignment for better tracking and reporting.</a:t>
            </a:r>
          </a:p>
          <a:p>
            <a:pPr marL="412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itchFamily="2" charset="77"/>
                <a:cs typeface="Poppins" pitchFamily="2" charset="77"/>
              </a:rPr>
              <a:t>Automated sample and engagement metric tracking.</a:t>
            </a:r>
          </a:p>
          <a:p>
            <a:pPr marL="171450" indent="-171450" defTabSz="533400">
              <a:buChar char="•"/>
            </a:pPr>
            <a:endParaRPr lang="en-GB" sz="2000" kern="1200" dirty="0">
              <a:solidFill>
                <a:srgbClr val="374151"/>
              </a:solidFill>
              <a:latin typeface="Poppins"/>
              <a:ea typeface="+mn-lt"/>
              <a:cs typeface="Poppins"/>
            </a:endParaRPr>
          </a:p>
          <a:p>
            <a:pPr marL="171450" indent="-171450" defTabSz="533400">
              <a:buChar char="•"/>
            </a:pPr>
            <a:endParaRPr lang="en-GB" sz="2000" kern="1200" dirty="0">
              <a:solidFill>
                <a:srgbClr val="374151"/>
              </a:solidFill>
              <a:latin typeface="Poppins"/>
              <a:ea typeface="+mn-lt"/>
              <a:cs typeface="Poppins"/>
            </a:endParaRPr>
          </a:p>
          <a:p>
            <a:pPr marL="171450" indent="-171450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,Sans-Serif"/>
              <a:buChar char="•"/>
            </a:pPr>
            <a:endParaRPr lang="en-GB" sz="1200" kern="1200" dirty="0">
              <a:solidFill>
                <a:srgbClr val="374151"/>
              </a:solidFill>
              <a:latin typeface="Poppins"/>
              <a:cs typeface="Poppins"/>
            </a:endParaRPr>
          </a:p>
          <a:p>
            <a:pPr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1200" kern="1200" dirty="0">
              <a:solidFill>
                <a:srgbClr val="374151"/>
              </a:solidFill>
              <a:highlight>
                <a:srgbClr val="FFFF00"/>
              </a:highlight>
              <a:latin typeface="Poppins"/>
              <a:cs typeface="Poppins"/>
            </a:endParaRPr>
          </a:p>
          <a:p>
            <a:pPr marL="171450" indent="-171450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,Sans-Serif"/>
              <a:buChar char="•"/>
            </a:pPr>
            <a:endParaRPr lang="en-GB" sz="1200" kern="1200" dirty="0">
              <a:solidFill>
                <a:srgbClr val="000000"/>
              </a:solidFill>
              <a:latin typeface="Poppins"/>
              <a:cs typeface="Poppins"/>
            </a:endParaRPr>
          </a:p>
          <a:p>
            <a:pPr marL="171450" indent="-171450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,Sans-Serif"/>
              <a:buChar char="•"/>
            </a:pPr>
            <a:endParaRPr lang="en-GB" sz="1000" kern="1200" dirty="0">
              <a:solidFill>
                <a:srgbClr val="374151"/>
              </a:solidFill>
              <a:latin typeface="Poppins"/>
              <a:cs typeface="Poppins"/>
            </a:endParaRPr>
          </a:p>
          <a:p>
            <a:pPr marL="171450" indent="-171450" defTabSz="533400">
              <a:buChar char="•"/>
            </a:pPr>
            <a:endParaRPr lang="en-GB" sz="1000" kern="1200" dirty="0">
              <a:solidFill>
                <a:srgbClr val="FF0000"/>
              </a:solidFill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957144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EAC18-8E6E-8EDB-9B17-F7501C99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 - TODAY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D2123-C08A-ECC7-AF04-DD530B3B5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956872"/>
            <a:ext cx="11354100" cy="5405827"/>
          </a:xfrm>
        </p:spPr>
        <p:txBody>
          <a:bodyPr/>
          <a:lstStyle/>
          <a:p>
            <a:r>
              <a:rPr lang="en-US" dirty="0"/>
              <a:t>Currently, teams across different accounts report spending </a:t>
            </a:r>
            <a:r>
              <a:rPr lang="en-US" b="1" dirty="0"/>
              <a:t>10-15 hours per week</a:t>
            </a:r>
            <a:r>
              <a:rPr lang="en-US" dirty="0"/>
              <a:t> manually inputting data, tracking events across multiple platforms, and consolidating reports.</a:t>
            </a:r>
          </a:p>
          <a:p>
            <a:endParaRPr lang="en-US" dirty="0"/>
          </a:p>
          <a:p>
            <a:pPr marL="127000" indent="0">
              <a:buNone/>
            </a:pPr>
            <a:endParaRPr lang="en-US" dirty="0"/>
          </a:p>
          <a:p>
            <a:endParaRPr lang="en-US" dirty="0"/>
          </a:p>
          <a:p>
            <a:pPr marL="12700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F6A793-82F2-708A-D785-E4E03E3074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8288A5-E75B-0608-E212-49DC6021A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933164"/>
              </p:ext>
            </p:extLst>
          </p:nvPr>
        </p:nvGraphicFramePr>
        <p:xfrm>
          <a:off x="1638325" y="2201361"/>
          <a:ext cx="8128000" cy="21691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066716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083387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1688098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6389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oppins" pitchFamily="2" charset="77"/>
                          <a:cs typeface="Poppins" pitchFamily="2" charset="77"/>
                        </a:rPr>
                        <a:t>AMEX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oppins" pitchFamily="2" charset="77"/>
                          <a:cs typeface="Poppins" pitchFamily="2" charset="77"/>
                        </a:rPr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oppins" pitchFamily="2" charset="77"/>
                          <a:cs typeface="Poppins" pitchFamily="2" charset="77"/>
                        </a:rPr>
                        <a:t>VERIZON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oppins" pitchFamily="2" charset="77"/>
                          <a:cs typeface="Poppins" pitchFamily="2" charset="77"/>
                        </a:rPr>
                        <a:t>WGS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467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oppins" pitchFamily="2" charset="77"/>
                          <a:cs typeface="Poppins" pitchFamily="2" charset="77"/>
                        </a:rPr>
                        <a:t>The BL team manually collects data from LETT and Google Docs, then inputs them into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oppins" pitchFamily="2" charset="77"/>
                          <a:cs typeface="Poppins" pitchFamily="2" charset="77"/>
                        </a:rPr>
                        <a:t>Uses Google Sheets for touring events, requiring multiple manual updates per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Poppins" pitchFamily="2" charset="77"/>
                          <a:cs typeface="Poppins" pitchFamily="2" charset="77"/>
                        </a:rPr>
                        <a:t>Event tracking in Smartsheet is manually copied into Google Sheets for client reporting</a:t>
                      </a:r>
                    </a:p>
                    <a:p>
                      <a:pPr algn="ctr"/>
                      <a:endParaRPr lang="en-US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oppins" pitchFamily="2" charset="77"/>
                          <a:cs typeface="Poppins" pitchFamily="2" charset="77"/>
                        </a:rPr>
                        <a:t>Relies on multiple entry points (SharePoint, PowerPoint, and emails) to compile post-event data</a:t>
                      </a:r>
                    </a:p>
                    <a:p>
                      <a:pPr algn="ctr"/>
                      <a:endParaRPr lang="en-US" dirty="0">
                        <a:latin typeface="Poppins" pitchFamily="2" charset="77"/>
                        <a:cs typeface="Poppins" pitchFamily="2" charset="77"/>
                      </a:endParaRPr>
                    </a:p>
                    <a:p>
                      <a:pPr algn="ctr"/>
                      <a:endParaRPr lang="en-US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4845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7123129-07A7-5D8D-8C2B-A913BACAC2DF}"/>
              </a:ext>
            </a:extLst>
          </p:cNvPr>
          <p:cNvSpPr txBox="1"/>
          <p:nvPr/>
        </p:nvSpPr>
        <p:spPr>
          <a:xfrm>
            <a:off x="4750239" y="5442221"/>
            <a:ext cx="609805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har char="•"/>
            </a:pPr>
            <a:r>
              <a:rPr lang="en-US" b="1" dirty="0"/>
              <a:t>Google Docs/Sheets:</a:t>
            </a:r>
            <a:r>
              <a:rPr lang="en-US" dirty="0"/>
              <a:t> Widely used for planning, scheduling, and initial data tracking.</a:t>
            </a:r>
          </a:p>
          <a:p>
            <a:pPr marL="285750" indent="-285750">
              <a:buChar char="•"/>
            </a:pPr>
            <a:r>
              <a:rPr lang="en-US" b="1" dirty="0"/>
              <a:t>Smartsheet:</a:t>
            </a:r>
            <a:r>
              <a:rPr lang="en-US" dirty="0"/>
              <a:t> Utilized by Verizon and WGS for compiling event details and reporting.</a:t>
            </a:r>
          </a:p>
          <a:p>
            <a:pPr marL="285750" indent="-285750">
              <a:buChar char="•"/>
            </a:pPr>
            <a:r>
              <a:rPr lang="en-US" b="1" dirty="0" err="1"/>
              <a:t>Brandscopic</a:t>
            </a:r>
            <a:r>
              <a:rPr lang="en-US" b="1" dirty="0"/>
              <a:t>:</a:t>
            </a:r>
            <a:r>
              <a:rPr lang="en-US" dirty="0"/>
              <a:t> Used by Verizon for field data collection.</a:t>
            </a:r>
          </a:p>
          <a:p>
            <a:pPr marL="285750" indent="-285750">
              <a:buChar char="•"/>
            </a:pPr>
            <a:r>
              <a:rPr lang="en-US" b="1" dirty="0"/>
              <a:t>Proprietary Tools (LETT):</a:t>
            </a:r>
            <a:r>
              <a:rPr lang="en-US" dirty="0"/>
              <a:t> Specific to AMEX for collecting and tracking event metrics.</a:t>
            </a:r>
          </a:p>
          <a:p>
            <a:pPr marL="285750" indent="-285750">
              <a:buChar char="•"/>
            </a:pPr>
            <a:r>
              <a:rPr lang="en-US" b="1" dirty="0"/>
              <a:t>PowerPoint/PDF:</a:t>
            </a:r>
            <a:r>
              <a:rPr lang="en-US" dirty="0"/>
              <a:t> Used by Coke and WGS for client reporting.</a:t>
            </a:r>
          </a:p>
          <a:p>
            <a:pPr marL="285750" indent="-285750">
              <a:buChar char="•"/>
            </a:pPr>
            <a:r>
              <a:rPr lang="en-US" b="1" dirty="0"/>
              <a:t>QR Codes:</a:t>
            </a:r>
            <a:r>
              <a:rPr lang="en-US" dirty="0"/>
              <a:t> Implemented by Verizon, WGS, and Constellation for real-time data capture.</a:t>
            </a:r>
          </a:p>
        </p:txBody>
      </p:sp>
    </p:spTree>
    <p:extLst>
      <p:ext uri="{BB962C8B-B14F-4D97-AF65-F5344CB8AC3E}">
        <p14:creationId xmlns:p14="http://schemas.microsoft.com/office/powerpoint/2010/main" val="961233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673F16-7CA2-A3F1-3CAB-0DB963065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 PAIN POINTS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73FC7E-508E-03FA-5304-50C7D7A67A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C9141FE-8046-66B2-E3DC-5E9B91D29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067457"/>
              </p:ext>
            </p:extLst>
          </p:nvPr>
        </p:nvGraphicFramePr>
        <p:xfrm>
          <a:off x="1617331" y="1409701"/>
          <a:ext cx="8127999" cy="41198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22220991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6939492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385489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Pain 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035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Fragmentation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Events tracked in multiple tools (Smartsheet, Google Docs, PPT).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Unified event management system with integrations.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369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Manual Event Recap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Teams manually input post-event data via email &amp; PPT.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Automated data capture via QR, surveys, and system forms.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776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Poppins" pitchFamily="2" charset="77"/>
                          <a:ea typeface="+mn-ea"/>
                          <a:cs typeface="Poppins" pitchFamily="2" charset="77"/>
                          <a:sym typeface="Arial"/>
                        </a:rPr>
                        <a:t>Inefficient</a:t>
                      </a:r>
                      <a:r>
                        <a:rPr lang="en-US" dirty="0"/>
                        <a:t> Scheduling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clear visibility of tour logistics &amp; staffing gaps.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Interactive scheduling tool with calendar &amp; "air traffic control" view.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821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Limited Real-Time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Delayed reporting due to manual processing.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Live dashboard with real-time event performance metrics.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52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Complex Approval 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Out-of-scope requests require multiple emails &amp; manual estimates.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Automated intake form with cost estimation.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511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Inventory Blind Spots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real-time tracking of event swag &amp; samples.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Inventory module that deducts based on event usage.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207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482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F4233-88AC-0EED-85CC-AF7BC0DAC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A90EB1A-691F-7A6E-D407-D9055143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95301"/>
            <a:ext cx="11354100" cy="914400"/>
          </a:xfrm>
        </p:spPr>
        <p:txBody>
          <a:bodyPr/>
          <a:lstStyle/>
          <a:p>
            <a:r>
              <a:rPr lang="en-US" dirty="0"/>
              <a:t>PRODUCT</a:t>
            </a:r>
            <a:br>
              <a:rPr lang="en-US" dirty="0"/>
            </a:br>
            <a:endParaRPr lang="en-US" sz="1800" dirty="0">
              <a:latin typeface="Poppins"/>
              <a:cs typeface="Poppins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B010F96-42DD-DB35-097B-B08359F21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800" y="1409701"/>
            <a:ext cx="11354100" cy="4595356"/>
          </a:xfrm>
        </p:spPr>
        <p:txBody>
          <a:bodyPr/>
          <a:lstStyle/>
          <a:p>
            <a:pPr marL="127000" indent="0">
              <a:buNone/>
            </a:pPr>
            <a:b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V1: </a:t>
            </a:r>
            <a:r>
              <a:rPr lang="en-US" b="1"/>
              <a:t>MVP AIR TABLE (?)</a:t>
            </a:r>
            <a:endParaRPr lang="en-US" b="1" dirty="0"/>
          </a:p>
          <a:p>
            <a:r>
              <a:rPr lang="en-US" dirty="0"/>
              <a:t>Event Scheduling </a:t>
            </a:r>
          </a:p>
          <a:p>
            <a:r>
              <a:rPr lang="en-US" dirty="0"/>
              <a:t>Calendar Management</a:t>
            </a:r>
          </a:p>
          <a:p>
            <a:r>
              <a:rPr lang="en-US" dirty="0"/>
              <a:t>Automated Data Collection (QR Codes, Surveys, Check-ins, Qualtrics)</a:t>
            </a:r>
          </a:p>
          <a:p>
            <a:r>
              <a:rPr lang="en-US" dirty="0"/>
              <a:t>Real-Time Dashboard for Event Insights </a:t>
            </a:r>
          </a:p>
          <a:p>
            <a:r>
              <a:rPr lang="en-US" dirty="0"/>
              <a:t>Standardized Reporting Format (Automated Report Generation) </a:t>
            </a:r>
          </a:p>
          <a:p>
            <a:r>
              <a:rPr lang="en-US" dirty="0"/>
              <a:t>Staffing &amp; Resource Assignment </a:t>
            </a:r>
          </a:p>
          <a:p>
            <a:r>
              <a:rPr lang="en-US" dirty="0"/>
              <a:t>Customizable Permissions &amp; User Roles</a:t>
            </a:r>
          </a:p>
          <a:p>
            <a:r>
              <a:rPr lang="en-US" dirty="0"/>
              <a:t>Multi-Client Data Integration (e.g., Smartsheet, Google Docs, CRM tools) </a:t>
            </a:r>
          </a:p>
          <a:p>
            <a:pPr marL="127000" indent="0">
              <a:buNone/>
            </a:pPr>
            <a:endParaRPr lang="en-US" dirty="0"/>
          </a:p>
          <a:p>
            <a:pPr marL="127000" indent="0">
              <a:buNone/>
            </a:pPr>
            <a:r>
              <a:rPr lang="en-US" b="1" dirty="0"/>
              <a:t>V2: Future Enhancements (Post-MVP)</a:t>
            </a:r>
          </a:p>
          <a:p>
            <a:r>
              <a:rPr lang="en-US" dirty="0"/>
              <a:t>??Predictive Insights</a:t>
            </a:r>
          </a:p>
          <a:p>
            <a:r>
              <a:rPr lang="en-US" dirty="0"/>
              <a:t>??Client-Facing Dashboard for KPI Tracking</a:t>
            </a:r>
          </a:p>
          <a:p>
            <a:r>
              <a:rPr lang="en-US" dirty="0"/>
              <a:t>??API Integrations with External Tools (Eventbrite, Splash)</a:t>
            </a:r>
          </a:p>
          <a:p>
            <a:r>
              <a:rPr lang="en-US" dirty="0"/>
              <a:t>??? Intake Form for Out-of-Scope Requests </a:t>
            </a:r>
          </a:p>
          <a:p>
            <a:r>
              <a:rPr lang="en-US" dirty="0"/>
              <a:t>Basic Tour Routing &amp; Logistics Tracking</a:t>
            </a:r>
          </a:p>
          <a:p>
            <a:endParaRPr lang="en-US" dirty="0"/>
          </a:p>
          <a:p>
            <a:pPr marL="127000" indent="0">
              <a:lnSpc>
                <a:spcPct val="150000"/>
              </a:lnSpc>
              <a:buNone/>
            </a:pPr>
            <a:endParaRPr lang="en-GB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6C3BCB-74D5-CD5C-7826-D010CB3F77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55910" y="137659"/>
            <a:ext cx="2743200" cy="3651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" smtClean="0"/>
              <a:pPr>
                <a:spcAft>
                  <a:spcPts val="600"/>
                </a:spcAft>
              </a:pPr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06693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4325E-A755-1B7B-191B-3F41DFBB3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</a:t>
            </a:r>
            <a:br>
              <a:rPr lang="en-US" dirty="0"/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Core Functions</a:t>
            </a:r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55DD5-7C23-07BE-6E49-D3EA0834B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950" y="1409701"/>
            <a:ext cx="11354100" cy="4852876"/>
          </a:xfrm>
        </p:spPr>
        <p:txBody>
          <a:bodyPr/>
          <a:lstStyle/>
          <a:p>
            <a:r>
              <a:rPr lang="en-US" b="1" dirty="0"/>
              <a:t>Event Scheduling &amp; Calendar Management</a:t>
            </a:r>
            <a:endParaRPr lang="en-US" dirty="0"/>
          </a:p>
          <a:p>
            <a:pPr lvl="1">
              <a:buSzPts val="1600"/>
            </a:pPr>
            <a:r>
              <a:rPr lang="en-US" sz="1600" dirty="0"/>
              <a:t>Centralized event calendar with filters by client, region, and team.</a:t>
            </a:r>
          </a:p>
          <a:p>
            <a:endParaRPr lang="en-US" b="1" dirty="0"/>
          </a:p>
          <a:p>
            <a:r>
              <a:rPr lang="en-US" b="1" dirty="0"/>
              <a:t>Real-Time Event Data Collection</a:t>
            </a:r>
            <a:endParaRPr lang="en-US" dirty="0"/>
          </a:p>
          <a:p>
            <a:pPr lvl="1">
              <a:buSzPts val="1600"/>
            </a:pPr>
            <a:r>
              <a:rPr lang="en-US" sz="1600" dirty="0"/>
              <a:t>Automated collection from QR codes, lead forms, and surveys.</a:t>
            </a:r>
          </a:p>
          <a:p>
            <a:endParaRPr lang="en-US" b="1" dirty="0"/>
          </a:p>
          <a:p>
            <a:r>
              <a:rPr lang="en-US" b="1" dirty="0"/>
              <a:t>Tour &amp; Logistics Planning</a:t>
            </a:r>
            <a:endParaRPr lang="en-US" dirty="0"/>
          </a:p>
          <a:p>
            <a:pPr lvl="1">
              <a:buSzPts val="1600"/>
            </a:pPr>
            <a:r>
              <a:rPr lang="en-US" sz="1600" dirty="0"/>
              <a:t>Views to manage event routing.</a:t>
            </a:r>
          </a:p>
          <a:p>
            <a:pPr marL="127000" indent="0">
              <a:buNone/>
            </a:pPr>
            <a:endParaRPr lang="en-US" b="1" dirty="0"/>
          </a:p>
          <a:p>
            <a:r>
              <a:rPr lang="en-US" b="1" dirty="0"/>
              <a:t>Cross-Team Collaboration &amp; Integration</a:t>
            </a:r>
            <a:endParaRPr lang="en-US" dirty="0"/>
          </a:p>
          <a:p>
            <a:pPr lvl="1">
              <a:buSzPts val="1600"/>
            </a:pPr>
            <a:r>
              <a:rPr lang="en-US" sz="1600" dirty="0"/>
              <a:t>One system for business leadership, field teams, and event planners.</a:t>
            </a:r>
          </a:p>
          <a:p>
            <a:pPr lvl="1">
              <a:buSzPts val="1600"/>
            </a:pPr>
            <a:endParaRPr lang="en-US" dirty="0"/>
          </a:p>
          <a:p>
            <a:pPr lvl="1">
              <a:buSzPts val="1600"/>
            </a:pP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CBEDF0-7F48-FCCC-5D66-0A82374BC7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58538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7ED157-FD0E-F770-3367-596A02FF2C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184B3F-74DB-4C12-7D89-A3C8FA9E8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977071"/>
              </p:ext>
            </p:extLst>
          </p:nvPr>
        </p:nvGraphicFramePr>
        <p:xfrm>
          <a:off x="448514" y="191387"/>
          <a:ext cx="11438686" cy="7162800"/>
        </p:xfrm>
        <a:graphic>
          <a:graphicData uri="http://schemas.openxmlformats.org/drawingml/2006/table">
            <a:tbl>
              <a:tblPr firstRow="1" bandRow="1">
                <a:tableStyleId>{01FA0CA9-61C3-4B5D-8403-31C6BB8144A4}</a:tableStyleId>
              </a:tblPr>
              <a:tblGrid>
                <a:gridCol w="894149">
                  <a:extLst>
                    <a:ext uri="{9D8B030D-6E8A-4147-A177-3AD203B41FA5}">
                      <a16:colId xmlns:a16="http://schemas.microsoft.com/office/drawing/2014/main" val="2301188347"/>
                    </a:ext>
                  </a:extLst>
                </a:gridCol>
                <a:gridCol w="2141317">
                  <a:extLst>
                    <a:ext uri="{9D8B030D-6E8A-4147-A177-3AD203B41FA5}">
                      <a16:colId xmlns:a16="http://schemas.microsoft.com/office/drawing/2014/main" val="3800404271"/>
                    </a:ext>
                  </a:extLst>
                </a:gridCol>
                <a:gridCol w="2349661">
                  <a:extLst>
                    <a:ext uri="{9D8B030D-6E8A-4147-A177-3AD203B41FA5}">
                      <a16:colId xmlns:a16="http://schemas.microsoft.com/office/drawing/2014/main" val="3691209121"/>
                    </a:ext>
                  </a:extLst>
                </a:gridCol>
                <a:gridCol w="1944546">
                  <a:extLst>
                    <a:ext uri="{9D8B030D-6E8A-4147-A177-3AD203B41FA5}">
                      <a16:colId xmlns:a16="http://schemas.microsoft.com/office/drawing/2014/main" val="2544141856"/>
                    </a:ext>
                  </a:extLst>
                </a:gridCol>
                <a:gridCol w="2037145">
                  <a:extLst>
                    <a:ext uri="{9D8B030D-6E8A-4147-A177-3AD203B41FA5}">
                      <a16:colId xmlns:a16="http://schemas.microsoft.com/office/drawing/2014/main" val="3632749276"/>
                    </a:ext>
                  </a:extLst>
                </a:gridCol>
                <a:gridCol w="2071868">
                  <a:extLst>
                    <a:ext uri="{9D8B030D-6E8A-4147-A177-3AD203B41FA5}">
                      <a16:colId xmlns:a16="http://schemas.microsoft.com/office/drawing/2014/main" val="954376695"/>
                    </a:ext>
                  </a:extLst>
                </a:gridCol>
              </a:tblGrid>
              <a:tr h="266817">
                <a:tc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Poppins" pitchFamily="2" charset="77"/>
                          <a:cs typeface="Poppins" pitchFamily="2" charset="77"/>
                        </a:rPr>
                        <a:t>Amex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Poppins" pitchFamily="2" charset="77"/>
                          <a:cs typeface="Poppins" pitchFamily="2" charset="77"/>
                        </a:rPr>
                        <a:t>Verizon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Poppins" pitchFamily="2" charset="77"/>
                          <a:cs typeface="Poppins" pitchFamily="2" charset="77"/>
                        </a:rPr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Poppins" pitchFamily="2" charset="77"/>
                          <a:cs typeface="Poppins" pitchFamily="2" charset="77"/>
                        </a:rPr>
                        <a:t>Constellation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Poppins" pitchFamily="2" charset="77"/>
                          <a:cs typeface="Poppins" pitchFamily="2" charset="77"/>
                        </a:rPr>
                        <a:t>WGS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492460"/>
                  </a:ext>
                </a:extLst>
              </a:tr>
              <a:tr h="1216866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Client Request + 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Annual events are predicted and dates set in advance.</a:t>
                      </a:r>
                    </a:p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For B2B and Theatre, short notice events are also managed.</a:t>
                      </a:r>
                    </a:p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Teams receive briefs from AMEX with event details and objectives.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latin typeface="Poppins" pitchFamily="2" charset="77"/>
                          <a:cs typeface="Poppins" pitchFamily="2" charset="77"/>
                        </a:rPr>
                        <a:t>Client Request and Approval:</a:t>
                      </a:r>
                      <a:endParaRPr lang="en-US" sz="1000" dirty="0">
                        <a:latin typeface="Poppins" pitchFamily="2" charset="77"/>
                        <a:cs typeface="Poppins" pitchFamily="2" charset="77"/>
                      </a:endParaRPr>
                    </a:p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Use </a:t>
                      </a:r>
                      <a:r>
                        <a:rPr lang="en-US" sz="1000" dirty="0" err="1">
                          <a:latin typeface="Poppins" pitchFamily="2" charset="77"/>
                          <a:cs typeface="Poppins" pitchFamily="2" charset="77"/>
                        </a:rPr>
                        <a:t>Brandscopic</a:t>
                      </a: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 for data collection and recapping.</a:t>
                      </a:r>
                    </a:p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Implement an intake form for out-of-scope events.</a:t>
                      </a:r>
                    </a:p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Approved events are documented in Google Sheets and Smartsheet.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Use Google Docs for scheduling and logistics coordination.</a:t>
                      </a:r>
                    </a:p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Track events using a Google Doc project tracker and calendar.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Plan and manage events for multiple brands (Corona, </a:t>
                      </a:r>
                      <a:r>
                        <a:rPr lang="en-US" sz="1000" dirty="0" err="1">
                          <a:latin typeface="Poppins" pitchFamily="2" charset="77"/>
                          <a:cs typeface="Poppins" pitchFamily="2" charset="77"/>
                        </a:rPr>
                        <a:t>Modelo</a:t>
                      </a: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, Pacifico).</a:t>
                      </a:r>
                    </a:p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Use Google Docs for collaborative planning and real-time updates.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Use </a:t>
                      </a:r>
                      <a:r>
                        <a:rPr lang="en-US" sz="1000" dirty="0" err="1">
                          <a:latin typeface="Poppins" pitchFamily="2" charset="77"/>
                          <a:cs typeface="Poppins" pitchFamily="2" charset="77"/>
                        </a:rPr>
                        <a:t>Smartsheets</a:t>
                      </a: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 for calendar and scheduling.</a:t>
                      </a:r>
                    </a:p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Collect event details from clients using Google Sheets and Microsoft Excel.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102051"/>
                  </a:ext>
                </a:extLst>
              </a:tr>
              <a:tr h="91783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Use LETT (Live Event Tracking Tool) for data collection and metrics.</a:t>
                      </a:r>
                    </a:p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Plan dates, venues, budget, and staffing with XP partners.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Create estimates and rate cards automatically using the intake form.</a:t>
                      </a:r>
                    </a:p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Visualize event routing and logistics.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Different types of events (Touring, One-off, 2/3 Day Events) are planned using Google Docs.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Detailed planning for events like </a:t>
                      </a:r>
                      <a:r>
                        <a:rPr lang="en-US" sz="1000" dirty="0" err="1">
                          <a:latin typeface="Poppins" pitchFamily="2" charset="77"/>
                          <a:cs typeface="Poppins" pitchFamily="2" charset="77"/>
                        </a:rPr>
                        <a:t>Modelo</a:t>
                      </a: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 Custom Shop.</a:t>
                      </a:r>
                    </a:p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Manage logistics, staffing, and creative content with specialized teams.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Create and manage event plans with input from brand teams and local clients.</a:t>
                      </a:r>
                    </a:p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Use ROI forms and intake forms for event requests.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168148"/>
                  </a:ext>
                </a:extLst>
              </a:tr>
              <a:tr h="996053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Execute events, collect metrics using LETT, clickers, surveys, and inventory counts.</a:t>
                      </a:r>
                    </a:p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Brand Ambassadors (BAs) and other staff are managed by event staffing agencies.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Execute events with support from field managers and BAs.</a:t>
                      </a:r>
                    </a:p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Collect data using QR codes and digital tools.</a:t>
                      </a:r>
                    </a:p>
                    <a:p>
                      <a:endParaRPr lang="en-US"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Execute events, use staffing agencies for BAs.</a:t>
                      </a:r>
                    </a:p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Collect data on engagement, samples, and interactions.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Execute events with BAs recruited through staffing agencies.</a:t>
                      </a:r>
                    </a:p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Manual data entry into Main Event or Google Sheets.</a:t>
                      </a:r>
                    </a:p>
                    <a:p>
                      <a:pPr marL="285750" lvl="1" indent="-285750">
                        <a:buChar char="•"/>
                      </a:pPr>
                      <a:endParaRPr lang="en-US"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Execute events with local staffing and BAs.</a:t>
                      </a:r>
                    </a:p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Data collected by event producers and input into decks (PPT) for clients.</a:t>
                      </a:r>
                    </a:p>
                    <a:p>
                      <a:pPr marL="285750" lvl="1" indent="-285750">
                        <a:buChar char="•"/>
                      </a:pPr>
                      <a:endParaRPr lang="en-US"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579823"/>
                  </a:ext>
                </a:extLst>
              </a:tr>
              <a:tr h="1147314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Metrics are entered into a Google Doc and passed to Wasserman for main reporting.</a:t>
                      </a:r>
                    </a:p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Metrics include card member engagement, prospect information, transactions, charge volume.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Compile data in Smartsheet for weekly analytics reports.</a:t>
                      </a:r>
                    </a:p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Metrics include scans, leads, engagements, and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Data tracked in Google Docs and shared through PowerPoint or PDF presentations.</a:t>
                      </a:r>
                    </a:p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Metrics include participant engagement, digital interactions, and ROI.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Compile internal and client reports using Google Slides.</a:t>
                      </a:r>
                    </a:p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Metrics include engagement metrics, attendance, and feedback.</a:t>
                      </a:r>
                    </a:p>
                    <a:p>
                      <a:pPr marL="285750" lvl="1" indent="-285750">
                        <a:buChar char="•"/>
                      </a:pPr>
                      <a:endParaRPr lang="en-US"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Compile data in PowerPoint decks and email reports.</a:t>
                      </a:r>
                    </a:p>
                    <a:p>
                      <a:pPr marL="285750" lvl="1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Metrics include attendance, samples, sales, and cost per consumer.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2577"/>
                  </a:ext>
                </a:extLst>
              </a:tr>
              <a:tr h="1260946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LETT for data collection.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Google Docs for tracking and reporting.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Wasserman for comprehensive reporting.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Char char="•"/>
                      </a:pPr>
                      <a:r>
                        <a:rPr lang="en-US" sz="1000" dirty="0" err="1">
                          <a:latin typeface="Poppins" pitchFamily="2" charset="77"/>
                          <a:cs typeface="Poppins" pitchFamily="2" charset="77"/>
                        </a:rPr>
                        <a:t>Brandscopic</a:t>
                      </a: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 for data collection.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Google Sheets and Smartsheet for scheduling and reporting.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QR codes for data capture.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Google Docs for scheduling and tracking.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PowerPoint/PDF for client reports.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Staffing agencies for event personnel.</a:t>
                      </a:r>
                    </a:p>
                    <a:p>
                      <a:endParaRPr lang="en-US"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Google Docs for planning and collaboration.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Main Event and Google Sheets for data entry.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Google Slides for creating reports.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Char char="•"/>
                      </a:pPr>
                      <a:r>
                        <a:rPr lang="en-US" sz="1000" dirty="0" err="1">
                          <a:latin typeface="Poppins" pitchFamily="2" charset="77"/>
                          <a:cs typeface="Poppins" pitchFamily="2" charset="77"/>
                        </a:rPr>
                        <a:t>Smartsheets</a:t>
                      </a: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 for scheduling.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Google Sheets and Microsoft Excel for status tracking.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lang="en-US" sz="1000" dirty="0">
                          <a:latin typeface="Poppins" pitchFamily="2" charset="77"/>
                          <a:cs typeface="Poppins" pitchFamily="2" charset="77"/>
                        </a:rPr>
                        <a:t>PowerPoint for client recaps and reporting.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38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614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B302-63E7-E105-E07B-664AE8EB9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70B3A1-F782-2F0F-73CC-F25AF2EE18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59920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B81F-75CC-FB16-05D4-26DCFEC08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963EA-1A43-C552-5575-4A338424F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238250"/>
            <a:ext cx="11354100" cy="43815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Increased Efficiency:</a:t>
            </a:r>
            <a:r>
              <a:rPr lang="en-US" dirty="0"/>
              <a:t> Eliminates redundant data entry and integrates scheduling and reporting into a single system.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Real-Time Insights:</a:t>
            </a:r>
            <a:r>
              <a:rPr lang="en-US" dirty="0"/>
              <a:t> Provides instant access to event performance, logistics, and resource allocation.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Cost Savings:</a:t>
            </a:r>
            <a:r>
              <a:rPr lang="en-US" dirty="0"/>
              <a:t> Reduces manual work hours spent on data entry, approvals, and reporting.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Scalability &amp; Flexibility:</a:t>
            </a:r>
            <a:r>
              <a:rPr lang="en-US" dirty="0"/>
              <a:t> Supports multiple event types, brands, and client needs while allowing customization.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Improved Decision-Making:</a:t>
            </a:r>
            <a:r>
              <a:rPr lang="en-US" dirty="0"/>
              <a:t> Centralized data enables more informed strategic planning and resource allocation.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Enhanced Collaboration:</a:t>
            </a:r>
            <a:r>
              <a:rPr lang="en-US" dirty="0"/>
              <a:t> Provides a single source of truth for event planners, business leaders, and field teams.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AE0BB-539B-8EED-1411-14C0950AD9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6648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DB06CD-21F4-2D6B-FD3F-E01F68872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DIAGRAMS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199B8B-272F-1B71-CC3B-92FE8E03C9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171066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38486-9786-9908-2667-594E7963B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95302"/>
            <a:ext cx="11353800" cy="445712"/>
          </a:xfrm>
        </p:spPr>
        <p:txBody>
          <a:bodyPr/>
          <a:lstStyle/>
          <a:p>
            <a:r>
              <a:rPr lang="en-US">
                <a:latin typeface="Arial Black"/>
              </a:rPr>
              <a:t>UXP COMPONENTS AND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F2BB4-2CD4-1801-5EB8-383264073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8A7D70B-BA5B-454D-9E9C-85AA311AB73C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93957DF-DD56-640E-7A0B-951D074ADC71}"/>
              </a:ext>
            </a:extLst>
          </p:cNvPr>
          <p:cNvGrpSpPr/>
          <p:nvPr/>
        </p:nvGrpSpPr>
        <p:grpSpPr>
          <a:xfrm>
            <a:off x="7067226" y="1400117"/>
            <a:ext cx="2214393" cy="1711649"/>
            <a:chOff x="6178767" y="1231504"/>
            <a:chExt cx="2214393" cy="171164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9696DFB-BEAD-B247-2C24-59C74E53DE0A}"/>
                </a:ext>
              </a:extLst>
            </p:cNvPr>
            <p:cNvSpPr/>
            <p:nvPr/>
          </p:nvSpPr>
          <p:spPr>
            <a:xfrm>
              <a:off x="6178767" y="1231504"/>
              <a:ext cx="2214393" cy="1711649"/>
            </a:xfrm>
            <a:prstGeom prst="roundRect">
              <a:avLst>
                <a:gd name="adj" fmla="val 360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5FD3D5C-15E4-AF8E-53D2-B5D642330C65}"/>
                </a:ext>
              </a:extLst>
            </p:cNvPr>
            <p:cNvSpPr/>
            <p:nvPr/>
          </p:nvSpPr>
          <p:spPr>
            <a:xfrm>
              <a:off x="6265848" y="1298226"/>
              <a:ext cx="2060129" cy="236434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ca-E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</a:t>
              </a:r>
              <a:endParaRPr kumimoji="0" lang="en-GB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DF7F4D3-BCB6-1788-271A-5B47692A8571}"/>
              </a:ext>
            </a:extLst>
          </p:cNvPr>
          <p:cNvGrpSpPr/>
          <p:nvPr/>
        </p:nvGrpSpPr>
        <p:grpSpPr>
          <a:xfrm>
            <a:off x="7067226" y="4217521"/>
            <a:ext cx="2214393" cy="1457178"/>
            <a:chOff x="6178767" y="4048908"/>
            <a:chExt cx="2214393" cy="145717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BE2EEA7-340A-EED2-A4AA-874AE374C218}"/>
                </a:ext>
              </a:extLst>
            </p:cNvPr>
            <p:cNvSpPr/>
            <p:nvPr/>
          </p:nvSpPr>
          <p:spPr>
            <a:xfrm>
              <a:off x="6178767" y="4048908"/>
              <a:ext cx="2214393" cy="1457178"/>
            </a:xfrm>
            <a:prstGeom prst="roundRect">
              <a:avLst>
                <a:gd name="adj" fmla="val 5397"/>
              </a:avLst>
            </a:prstGeom>
            <a:solidFill>
              <a:srgbClr val="FFC00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1392F71-6CD5-11FF-5631-E0178946C696}"/>
                </a:ext>
              </a:extLst>
            </p:cNvPr>
            <p:cNvSpPr/>
            <p:nvPr/>
          </p:nvSpPr>
          <p:spPr>
            <a:xfrm>
              <a:off x="6265847" y="4143118"/>
              <a:ext cx="2060129" cy="236434"/>
            </a:xfrm>
            <a:prstGeom prst="roundRect">
              <a:avLst/>
            </a:prstGeom>
            <a:solidFill>
              <a:srgbClr val="FFC000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ca-E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AUTOMATION</a:t>
              </a:r>
              <a:endParaRPr kumimoji="0" lang="en-GB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B54E844-B12B-2A20-28FA-473E9CD76E8F}"/>
              </a:ext>
            </a:extLst>
          </p:cNvPr>
          <p:cNvGrpSpPr/>
          <p:nvPr/>
        </p:nvGrpSpPr>
        <p:grpSpPr>
          <a:xfrm>
            <a:off x="2865182" y="1390092"/>
            <a:ext cx="2214393" cy="1721675"/>
            <a:chOff x="1976723" y="1221479"/>
            <a:chExt cx="2214393" cy="1721675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BAC008C-B3A1-4D50-D1A3-02E5DCADC977}"/>
                </a:ext>
              </a:extLst>
            </p:cNvPr>
            <p:cNvSpPr/>
            <p:nvPr/>
          </p:nvSpPr>
          <p:spPr>
            <a:xfrm>
              <a:off x="1976723" y="1221479"/>
              <a:ext cx="2214393" cy="1721675"/>
            </a:xfrm>
            <a:prstGeom prst="roundRect">
              <a:avLst>
                <a:gd name="adj" fmla="val 3327"/>
              </a:avLst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9F7A667-CC84-2C1F-9FE0-EC2B0DDEA28B}"/>
                </a:ext>
              </a:extLst>
            </p:cNvPr>
            <p:cNvSpPr/>
            <p:nvPr/>
          </p:nvSpPr>
          <p:spPr>
            <a:xfrm>
              <a:off x="2057686" y="1295967"/>
              <a:ext cx="2052466" cy="238828"/>
            </a:xfrm>
            <a:prstGeom prst="roundRect">
              <a:avLst/>
            </a:prstGeom>
            <a:solidFill>
              <a:srgbClr val="4472C4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ca-E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USER INTERFACE</a:t>
              </a:r>
              <a:endParaRPr kumimoji="0" lang="en-GB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9" name="Cylinder 48">
            <a:extLst>
              <a:ext uri="{FF2B5EF4-FFF2-40B4-BE49-F238E27FC236}">
                <a16:creationId xmlns:a16="http://schemas.microsoft.com/office/drawing/2014/main" id="{AE88CB24-5E77-FF31-E77B-EB00BD1B997C}"/>
              </a:ext>
            </a:extLst>
          </p:cNvPr>
          <p:cNvSpPr/>
          <p:nvPr/>
        </p:nvSpPr>
        <p:spPr>
          <a:xfrm>
            <a:off x="7968462" y="1915014"/>
            <a:ext cx="561919" cy="565274"/>
          </a:xfrm>
          <a:prstGeom prst="ca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98CE0EC-52F4-6086-BD59-0ED116529599}"/>
              </a:ext>
            </a:extLst>
          </p:cNvPr>
          <p:cNvSpPr/>
          <p:nvPr/>
        </p:nvSpPr>
        <p:spPr>
          <a:xfrm>
            <a:off x="2999530" y="1889879"/>
            <a:ext cx="1933635" cy="238828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CAMPAIGN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7BA381ED-090F-FC27-80C5-3B2591D45C25}"/>
              </a:ext>
            </a:extLst>
          </p:cNvPr>
          <p:cNvSpPr/>
          <p:nvPr/>
        </p:nvSpPr>
        <p:spPr>
          <a:xfrm>
            <a:off x="4019184" y="2195485"/>
            <a:ext cx="913981" cy="37205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EVENT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24BD98BE-439A-3156-61E8-70E1B7396456}"/>
              </a:ext>
            </a:extLst>
          </p:cNvPr>
          <p:cNvSpPr/>
          <p:nvPr/>
        </p:nvSpPr>
        <p:spPr>
          <a:xfrm>
            <a:off x="2999530" y="2195485"/>
            <a:ext cx="913981" cy="37205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EVENT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F92CC1AB-9CA9-A8EC-ABCF-DF7F502F4B20}"/>
              </a:ext>
            </a:extLst>
          </p:cNvPr>
          <p:cNvSpPr/>
          <p:nvPr/>
        </p:nvSpPr>
        <p:spPr>
          <a:xfrm>
            <a:off x="4019184" y="2641525"/>
            <a:ext cx="913981" cy="37205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EVENT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712B564D-C466-3388-C713-8A39FE0B4E03}"/>
              </a:ext>
            </a:extLst>
          </p:cNvPr>
          <p:cNvSpPr/>
          <p:nvPr/>
        </p:nvSpPr>
        <p:spPr>
          <a:xfrm>
            <a:off x="2999529" y="2636355"/>
            <a:ext cx="913981" cy="37205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EVENT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DD47570-FCA7-9E0B-D5F6-4C5DF1707FE6}"/>
              </a:ext>
            </a:extLst>
          </p:cNvPr>
          <p:cNvGrpSpPr/>
          <p:nvPr/>
        </p:nvGrpSpPr>
        <p:grpSpPr>
          <a:xfrm>
            <a:off x="2865182" y="4217521"/>
            <a:ext cx="2214393" cy="1457179"/>
            <a:chOff x="1976723" y="4048908"/>
            <a:chExt cx="2214393" cy="145717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D4387D9-2825-C20C-2461-67FE8389E36E}"/>
                </a:ext>
              </a:extLst>
            </p:cNvPr>
            <p:cNvSpPr/>
            <p:nvPr/>
          </p:nvSpPr>
          <p:spPr>
            <a:xfrm>
              <a:off x="1976723" y="4048908"/>
              <a:ext cx="2214393" cy="1457179"/>
            </a:xfrm>
            <a:prstGeom prst="roundRect">
              <a:avLst>
                <a:gd name="adj" fmla="val 383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1F2DAE5-85EC-24DA-9337-211A47C58372}"/>
                </a:ext>
              </a:extLst>
            </p:cNvPr>
            <p:cNvSpPr/>
            <p:nvPr/>
          </p:nvSpPr>
          <p:spPr>
            <a:xfrm>
              <a:off x="2057687" y="4143118"/>
              <a:ext cx="2052466" cy="23643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algn="ctr"/>
              <a:r>
                <a:rPr lang="ca-ES" sz="900">
                  <a:solidFill>
                    <a:prstClr val="black"/>
                  </a:solidFill>
                  <a:latin typeface="Calibri" panose="020F0502020204030204"/>
                </a:rPr>
                <a:t>OTHER SYSTEMS </a:t>
              </a:r>
              <a:br>
                <a:rPr lang="ca-ES" sz="900">
                  <a:solidFill>
                    <a:prstClr val="black"/>
                  </a:solidFill>
                  <a:latin typeface="Calibri" panose="020F0502020204030204"/>
                </a:rPr>
              </a:br>
              <a:r>
                <a:rPr lang="ca-ES" sz="900">
                  <a:solidFill>
                    <a:prstClr val="black"/>
                  </a:solidFill>
                  <a:latin typeface="Calibri" panose="020F0502020204030204"/>
                </a:rPr>
                <a:t>ENRICHMENT  &amp; COLLECTION</a:t>
              </a:r>
              <a:endParaRPr lang="en-GB" sz="9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C629F06-55B8-16C2-C14C-D1914D6F958F}"/>
              </a:ext>
            </a:extLst>
          </p:cNvPr>
          <p:cNvSpPr/>
          <p:nvPr/>
        </p:nvSpPr>
        <p:spPr>
          <a:xfrm>
            <a:off x="4019185" y="4730796"/>
            <a:ext cx="913981" cy="238828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QR CODES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5C274BA6-D95E-F4A5-B6C6-0800149C3752}"/>
              </a:ext>
            </a:extLst>
          </p:cNvPr>
          <p:cNvSpPr/>
          <p:nvPr/>
        </p:nvSpPr>
        <p:spPr>
          <a:xfrm>
            <a:off x="2999531" y="4730796"/>
            <a:ext cx="913981" cy="238828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SURVEYS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54012DF4-C0AD-3442-C643-29049E00BBD9}"/>
              </a:ext>
            </a:extLst>
          </p:cNvPr>
          <p:cNvSpPr/>
          <p:nvPr/>
        </p:nvSpPr>
        <p:spPr>
          <a:xfrm>
            <a:off x="2999530" y="5006468"/>
            <a:ext cx="913981" cy="238828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FIELD MANAGEMENT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5A59B1BA-E991-AC5D-6A76-862626590DA6}"/>
              </a:ext>
            </a:extLst>
          </p:cNvPr>
          <p:cNvSpPr/>
          <p:nvPr/>
        </p:nvSpPr>
        <p:spPr>
          <a:xfrm>
            <a:off x="4019184" y="5006468"/>
            <a:ext cx="913981" cy="238828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LOCATION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346451AE-F75D-9AEC-967E-AC91D0001850}"/>
              </a:ext>
            </a:extLst>
          </p:cNvPr>
          <p:cNvSpPr/>
          <p:nvPr/>
        </p:nvSpPr>
        <p:spPr>
          <a:xfrm>
            <a:off x="2999530" y="5283673"/>
            <a:ext cx="913981" cy="238828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OTHER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1AD0D746-10C4-7946-688C-E0894C5CA036}"/>
              </a:ext>
            </a:extLst>
          </p:cNvPr>
          <p:cNvSpPr/>
          <p:nvPr/>
        </p:nvSpPr>
        <p:spPr>
          <a:xfrm>
            <a:off x="4019184" y="5283673"/>
            <a:ext cx="913981" cy="238828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OTHER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ABF0C0F5-8A5C-7ABA-BB70-326B049F3B6C}"/>
              </a:ext>
            </a:extLst>
          </p:cNvPr>
          <p:cNvCxnSpPr>
            <a:cxnSpLocks/>
            <a:stCxn id="49" idx="2"/>
            <a:endCxn id="50" idx="3"/>
          </p:cNvCxnSpPr>
          <p:nvPr/>
        </p:nvCxnSpPr>
        <p:spPr>
          <a:xfrm rot="10800000">
            <a:off x="4933166" y="2009293"/>
            <a:ext cx="3035297" cy="18835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30F97226-908A-44A8-A9AD-EA875D96E85B}"/>
              </a:ext>
            </a:extLst>
          </p:cNvPr>
          <p:cNvSpPr/>
          <p:nvPr/>
        </p:nvSpPr>
        <p:spPr>
          <a:xfrm>
            <a:off x="5686953" y="1772630"/>
            <a:ext cx="772894" cy="238828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>
                <a:solidFill>
                  <a:prstClr val="black"/>
                </a:solidFill>
                <a:latin typeface="Calibri" panose="020F0502020204030204"/>
              </a:rPr>
              <a:t>New entry</a:t>
            </a:r>
            <a:endParaRPr lang="en-GB" sz="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D29A6CF5-ACD5-3830-A6B6-CE80D7105FAD}"/>
              </a:ext>
            </a:extLst>
          </p:cNvPr>
          <p:cNvCxnSpPr>
            <a:cxnSpLocks/>
            <a:stCxn id="49" idx="2"/>
            <a:endCxn id="67" idx="3"/>
          </p:cNvCxnSpPr>
          <p:nvPr/>
        </p:nvCxnSpPr>
        <p:spPr>
          <a:xfrm rot="10800000" flipV="1">
            <a:off x="4933166" y="2197650"/>
            <a:ext cx="3035297" cy="18385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A12292E4-0B95-0204-913D-208D6FD3F81F}"/>
              </a:ext>
            </a:extLst>
          </p:cNvPr>
          <p:cNvSpPr/>
          <p:nvPr/>
        </p:nvSpPr>
        <p:spPr>
          <a:xfrm>
            <a:off x="5686953" y="2380887"/>
            <a:ext cx="772894" cy="238828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>
                <a:solidFill>
                  <a:prstClr val="black"/>
                </a:solidFill>
                <a:latin typeface="Calibri" panose="020F0502020204030204"/>
              </a:rPr>
              <a:t>Log data</a:t>
            </a:r>
            <a:endParaRPr lang="en-GB" sz="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DA09F2E0-A324-577E-D123-37133160DA9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24741" y="3669839"/>
            <a:ext cx="1095364" cy="127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52643B71-FA9C-C22A-D7C2-357E30751C76}"/>
              </a:ext>
            </a:extLst>
          </p:cNvPr>
          <p:cNvSpPr/>
          <p:nvPr/>
        </p:nvSpPr>
        <p:spPr>
          <a:xfrm>
            <a:off x="2852542" y="3487241"/>
            <a:ext cx="919881" cy="238828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>
                <a:solidFill>
                  <a:prstClr val="black"/>
                </a:solidFill>
                <a:latin typeface="Calibri" panose="020F0502020204030204"/>
              </a:rPr>
              <a:t>Some apps will have a connection to Create entries</a:t>
            </a:r>
            <a:endParaRPr lang="en-GB" sz="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85A7BA46-E968-014D-09CF-9F5FE651176F}"/>
              </a:ext>
            </a:extLst>
          </p:cNvPr>
          <p:cNvCxnSpPr>
            <a:cxnSpLocks/>
          </p:cNvCxnSpPr>
          <p:nvPr/>
        </p:nvCxnSpPr>
        <p:spPr>
          <a:xfrm rot="5400000">
            <a:off x="3611264" y="3675442"/>
            <a:ext cx="1096858" cy="127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5DE52EA0-F173-ED76-B3CD-866CE749B5EC}"/>
              </a:ext>
            </a:extLst>
          </p:cNvPr>
          <p:cNvSpPr/>
          <p:nvPr/>
        </p:nvSpPr>
        <p:spPr>
          <a:xfrm>
            <a:off x="4225717" y="3487241"/>
            <a:ext cx="772894" cy="238828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>
                <a:solidFill>
                  <a:prstClr val="black"/>
                </a:solidFill>
                <a:latin typeface="Calibri" panose="020F0502020204030204"/>
              </a:rPr>
              <a:t>And send data back</a:t>
            </a:r>
            <a:endParaRPr lang="en-GB" sz="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1C411BB0-5359-3B4F-064E-0E2A3A8AB324}"/>
              </a:ext>
            </a:extLst>
          </p:cNvPr>
          <p:cNvSpPr/>
          <p:nvPr/>
        </p:nvSpPr>
        <p:spPr>
          <a:xfrm>
            <a:off x="3075924" y="2371506"/>
            <a:ext cx="772894" cy="168994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700">
                <a:solidFill>
                  <a:prstClr val="black"/>
                </a:solidFill>
                <a:latin typeface="Calibri" panose="020F0502020204030204"/>
              </a:rPr>
              <a:t>Other system data</a:t>
            </a:r>
            <a:endParaRPr lang="en-GB" sz="7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B536A7DA-BC04-51C1-C8E3-19691735DEBD}"/>
              </a:ext>
            </a:extLst>
          </p:cNvPr>
          <p:cNvSpPr/>
          <p:nvPr/>
        </p:nvSpPr>
        <p:spPr>
          <a:xfrm>
            <a:off x="4096101" y="2377236"/>
            <a:ext cx="772894" cy="168994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700">
                <a:solidFill>
                  <a:prstClr val="black"/>
                </a:solidFill>
                <a:latin typeface="Calibri" panose="020F0502020204030204"/>
              </a:rPr>
              <a:t>Other system data</a:t>
            </a:r>
            <a:endParaRPr lang="en-GB" sz="7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79781F81-E99E-38EA-B853-4F87FBD408B8}"/>
              </a:ext>
            </a:extLst>
          </p:cNvPr>
          <p:cNvSpPr/>
          <p:nvPr/>
        </p:nvSpPr>
        <p:spPr>
          <a:xfrm>
            <a:off x="3075924" y="2817892"/>
            <a:ext cx="772894" cy="168994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700">
                <a:solidFill>
                  <a:prstClr val="black"/>
                </a:solidFill>
                <a:latin typeface="Calibri" panose="020F0502020204030204"/>
              </a:rPr>
              <a:t>Other system data</a:t>
            </a:r>
            <a:endParaRPr lang="en-GB" sz="7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2EEAEDD-27C0-C980-8ECE-8199BCC4D522}"/>
              </a:ext>
            </a:extLst>
          </p:cNvPr>
          <p:cNvSpPr/>
          <p:nvPr/>
        </p:nvSpPr>
        <p:spPr>
          <a:xfrm>
            <a:off x="4096101" y="2812491"/>
            <a:ext cx="772894" cy="168994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700">
                <a:solidFill>
                  <a:prstClr val="black"/>
                </a:solidFill>
                <a:latin typeface="Calibri" panose="020F0502020204030204"/>
              </a:rPr>
              <a:t>Other system data</a:t>
            </a:r>
            <a:endParaRPr lang="en-GB" sz="7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D0BF17D7-83CB-51D1-D8A1-BDDF089A0242}"/>
              </a:ext>
            </a:extLst>
          </p:cNvPr>
          <p:cNvSpPr/>
          <p:nvPr/>
        </p:nvSpPr>
        <p:spPr>
          <a:xfrm>
            <a:off x="5686953" y="2174865"/>
            <a:ext cx="772894" cy="238828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>
                <a:solidFill>
                  <a:prstClr val="black"/>
                </a:solidFill>
                <a:latin typeface="Calibri" panose="020F0502020204030204"/>
              </a:rPr>
              <a:t>Update data</a:t>
            </a:r>
            <a:endParaRPr lang="en-GB" sz="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4480EB8B-B57C-0C9F-A1ED-1F3C71A53788}"/>
              </a:ext>
            </a:extLst>
          </p:cNvPr>
          <p:cNvSpPr/>
          <p:nvPr/>
        </p:nvSpPr>
        <p:spPr>
          <a:xfrm>
            <a:off x="7154306" y="2806826"/>
            <a:ext cx="699157" cy="20037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6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CAMPAIGN DATA</a:t>
            </a: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9A1BEE9E-96E1-CEB1-5AC6-F05FEC3F4255}"/>
              </a:ext>
            </a:extLst>
          </p:cNvPr>
          <p:cNvSpPr/>
          <p:nvPr/>
        </p:nvSpPr>
        <p:spPr>
          <a:xfrm>
            <a:off x="7870432" y="2806826"/>
            <a:ext cx="365653" cy="20037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t"/>
          <a:lstStyle/>
          <a:p>
            <a:pPr algn="ctr">
              <a:buClrTx/>
            </a:pPr>
            <a:r>
              <a:rPr lang="en-GB" sz="6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EVENT DATA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4F6A97CE-D277-5468-7827-4CB95E1FA503}"/>
              </a:ext>
            </a:extLst>
          </p:cNvPr>
          <p:cNvSpPr/>
          <p:nvPr/>
        </p:nvSpPr>
        <p:spPr>
          <a:xfrm>
            <a:off x="8249421" y="2813201"/>
            <a:ext cx="365653" cy="20037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t"/>
          <a:lstStyle/>
          <a:p>
            <a:pPr algn="ctr">
              <a:buClrTx/>
            </a:pPr>
            <a:r>
              <a:rPr lang="en-GB" sz="600">
                <a:solidFill>
                  <a:prstClr val="black"/>
                </a:solidFill>
                <a:latin typeface="Calibri" panose="020F0502020204030204"/>
              </a:rPr>
              <a:t>EVENT DATA</a:t>
            </a:r>
          </a:p>
        </p:txBody>
      </p:sp>
      <p:pic>
        <p:nvPicPr>
          <p:cNvPr id="124" name="Picture 123" descr="A calendar with a check mark&#10;&#10;Description automatically generated">
            <a:extLst>
              <a:ext uri="{FF2B5EF4-FFF2-40B4-BE49-F238E27FC236}">
                <a16:creationId xmlns:a16="http://schemas.microsoft.com/office/drawing/2014/main" id="{ADDE727A-5467-98AD-8A6F-521F1AC16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8699" y="4507494"/>
            <a:ext cx="740665" cy="740665"/>
          </a:xfrm>
          <a:prstGeom prst="rect">
            <a:avLst/>
          </a:prstGeom>
        </p:spPr>
      </p:pic>
      <p:pic>
        <p:nvPicPr>
          <p:cNvPr id="127" name="Picture 126" descr="A cloud with a logo&#10;&#10;Description automatically generated with medium confidence">
            <a:extLst>
              <a:ext uri="{FF2B5EF4-FFF2-40B4-BE49-F238E27FC236}">
                <a16:creationId xmlns:a16="http://schemas.microsoft.com/office/drawing/2014/main" id="{C7B890B2-AFA7-EAE1-A72D-6F7B4F119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5367" y="1588851"/>
            <a:ext cx="1174776" cy="1174776"/>
          </a:xfrm>
          <a:prstGeom prst="rect">
            <a:avLst/>
          </a:prstGeom>
        </p:spPr>
      </p:pic>
      <p:pic>
        <p:nvPicPr>
          <p:cNvPr id="129" name="Picture 128" descr="A purple gears on a yellow circle&#10;&#10;Description automatically generated">
            <a:extLst>
              <a:ext uri="{FF2B5EF4-FFF2-40B4-BE49-F238E27FC236}">
                <a16:creationId xmlns:a16="http://schemas.microsoft.com/office/drawing/2014/main" id="{A3851889-1108-488C-AF19-0B92E82216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433" y="4349777"/>
            <a:ext cx="1216339" cy="1216339"/>
          </a:xfrm>
          <a:prstGeom prst="rect">
            <a:avLst/>
          </a:prstGeom>
        </p:spPr>
      </p:pic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39BD78DA-E4A6-D583-EF51-74F8B7E174AD}"/>
              </a:ext>
            </a:extLst>
          </p:cNvPr>
          <p:cNvSpPr/>
          <p:nvPr/>
        </p:nvSpPr>
        <p:spPr>
          <a:xfrm>
            <a:off x="8628410" y="2806826"/>
            <a:ext cx="586025" cy="20037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SYS DATA </a:t>
            </a:r>
          </a:p>
        </p:txBody>
      </p:sp>
      <p:sp>
        <p:nvSpPr>
          <p:cNvPr id="131" name="Flowchart: Connector 130">
            <a:extLst>
              <a:ext uri="{FF2B5EF4-FFF2-40B4-BE49-F238E27FC236}">
                <a16:creationId xmlns:a16="http://schemas.microsoft.com/office/drawing/2014/main" id="{0C9742CC-10BB-0072-60C3-99E4C7E1BD08}"/>
              </a:ext>
            </a:extLst>
          </p:cNvPr>
          <p:cNvSpPr/>
          <p:nvPr/>
        </p:nvSpPr>
        <p:spPr>
          <a:xfrm>
            <a:off x="7955125" y="4827133"/>
            <a:ext cx="561919" cy="565274"/>
          </a:xfrm>
          <a:prstGeom prst="flowChartConnector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>
              <a:buClrTx/>
            </a:pPr>
            <a:r>
              <a:rPr lang="en-GB" sz="7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SCHEDULE</a:t>
            </a:r>
          </a:p>
        </p:txBody>
      </p: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8EB446C3-E38E-CFF9-B37D-562620FBC0DF}"/>
              </a:ext>
            </a:extLst>
          </p:cNvPr>
          <p:cNvCxnSpPr>
            <a:cxnSpLocks/>
          </p:cNvCxnSpPr>
          <p:nvPr/>
        </p:nvCxnSpPr>
        <p:spPr>
          <a:xfrm flipV="1">
            <a:off x="5079575" y="4777596"/>
            <a:ext cx="1987651" cy="393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0AE58A2A-6E70-7573-2560-3F8473907A49}"/>
              </a:ext>
            </a:extLst>
          </p:cNvPr>
          <p:cNvSpPr/>
          <p:nvPr/>
        </p:nvSpPr>
        <p:spPr>
          <a:xfrm>
            <a:off x="5653915" y="4538768"/>
            <a:ext cx="772894" cy="238828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>
                <a:solidFill>
                  <a:prstClr val="black"/>
                </a:solidFill>
                <a:latin typeface="Calibri" panose="020F0502020204030204"/>
              </a:rPr>
              <a:t>Interrogate data</a:t>
            </a:r>
            <a:endParaRPr lang="en-GB" sz="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47033054-20FE-62E3-2F7B-2CC84EB7BE1F}"/>
              </a:ext>
            </a:extLst>
          </p:cNvPr>
          <p:cNvCxnSpPr>
            <a:cxnSpLocks/>
          </p:cNvCxnSpPr>
          <p:nvPr/>
        </p:nvCxnSpPr>
        <p:spPr>
          <a:xfrm rot="10800000">
            <a:off x="5079576" y="5188085"/>
            <a:ext cx="1987653" cy="127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71F9FA55-8658-B67D-2095-4AEC74CAE041}"/>
              </a:ext>
            </a:extLst>
          </p:cNvPr>
          <p:cNvSpPr/>
          <p:nvPr/>
        </p:nvSpPr>
        <p:spPr>
          <a:xfrm>
            <a:off x="5517407" y="4983618"/>
            <a:ext cx="1111986" cy="238828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>
                <a:solidFill>
                  <a:prstClr val="black"/>
                </a:solidFill>
                <a:latin typeface="Calibri" panose="020F0502020204030204"/>
              </a:rPr>
              <a:t>Receive information</a:t>
            </a:r>
            <a:endParaRPr lang="en-GB" sz="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F034A544-7646-5118-76DD-5DF21DB4C4B1}"/>
              </a:ext>
            </a:extLst>
          </p:cNvPr>
          <p:cNvCxnSpPr>
            <a:cxnSpLocks/>
          </p:cNvCxnSpPr>
          <p:nvPr/>
        </p:nvCxnSpPr>
        <p:spPr>
          <a:xfrm rot="5400000">
            <a:off x="7634968" y="3637563"/>
            <a:ext cx="1096858" cy="127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9E681295-037D-592A-A491-D4F3462D007C}"/>
              </a:ext>
            </a:extLst>
          </p:cNvPr>
          <p:cNvSpPr/>
          <p:nvPr/>
        </p:nvSpPr>
        <p:spPr>
          <a:xfrm>
            <a:off x="8177871" y="3451053"/>
            <a:ext cx="772894" cy="238828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>
                <a:solidFill>
                  <a:prstClr val="black"/>
                </a:solidFill>
                <a:latin typeface="Calibri" panose="020F0502020204030204"/>
              </a:rPr>
              <a:t>Update data</a:t>
            </a:r>
            <a:endParaRPr lang="en-GB" sz="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6A954D52-53BE-8AB7-1F08-F021EF57E85C}"/>
              </a:ext>
            </a:extLst>
          </p:cNvPr>
          <p:cNvCxnSpPr>
            <a:cxnSpLocks/>
          </p:cNvCxnSpPr>
          <p:nvPr/>
        </p:nvCxnSpPr>
        <p:spPr>
          <a:xfrm flipV="1">
            <a:off x="5076400" y="2745385"/>
            <a:ext cx="1990826" cy="1387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CED2659B-B326-5047-0EFA-1E77CE102844}"/>
              </a:ext>
            </a:extLst>
          </p:cNvPr>
          <p:cNvSpPr/>
          <p:nvPr/>
        </p:nvSpPr>
        <p:spPr>
          <a:xfrm>
            <a:off x="5700720" y="2793974"/>
            <a:ext cx="772894" cy="238828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>
                <a:solidFill>
                  <a:prstClr val="black"/>
                </a:solidFill>
                <a:latin typeface="Calibri" panose="020F0502020204030204"/>
              </a:rPr>
              <a:t>Display data</a:t>
            </a:r>
            <a:endParaRPr lang="en-GB" sz="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3C41AA-AAE0-9C3F-2963-FAE21B43E7B3}"/>
              </a:ext>
            </a:extLst>
          </p:cNvPr>
          <p:cNvGrpSpPr/>
          <p:nvPr/>
        </p:nvGrpSpPr>
        <p:grpSpPr>
          <a:xfrm>
            <a:off x="1777102" y="1808638"/>
            <a:ext cx="773694" cy="773694"/>
            <a:chOff x="1777102" y="1808638"/>
            <a:chExt cx="773694" cy="773694"/>
          </a:xfrm>
        </p:grpSpPr>
        <p:pic>
          <p:nvPicPr>
            <p:cNvPr id="87" name="Picture 86" descr="A person with brown hair&#10;&#10;Description automatically generated">
              <a:extLst>
                <a:ext uri="{FF2B5EF4-FFF2-40B4-BE49-F238E27FC236}">
                  <a16:creationId xmlns:a16="http://schemas.microsoft.com/office/drawing/2014/main" id="{A416CEA9-96F4-163E-2092-A9673AF66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7102" y="1808638"/>
              <a:ext cx="773694" cy="773694"/>
            </a:xfrm>
            <a:prstGeom prst="rect">
              <a:avLst/>
            </a:prstGeom>
          </p:spPr>
        </p:pic>
        <p:pic>
          <p:nvPicPr>
            <p:cNvPr id="152" name="Picture 151" descr="A white letter on a black background&#10;&#10;Description automatically generated">
              <a:extLst>
                <a:ext uri="{FF2B5EF4-FFF2-40B4-BE49-F238E27FC236}">
                  <a16:creationId xmlns:a16="http://schemas.microsoft.com/office/drawing/2014/main" id="{911CF97F-5B92-B529-3C4D-C29DF64EE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445" y="1940112"/>
              <a:ext cx="377008" cy="377189"/>
            </a:xfrm>
            <a:prstGeom prst="rect">
              <a:avLst/>
            </a:prstGeom>
          </p:spPr>
        </p:pic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B5126D-B3DA-9FEF-BD4F-6E9607C52DF0}"/>
              </a:ext>
            </a:extLst>
          </p:cNvPr>
          <p:cNvSpPr/>
          <p:nvPr/>
        </p:nvSpPr>
        <p:spPr>
          <a:xfrm>
            <a:off x="7154306" y="2579571"/>
            <a:ext cx="699157" cy="20037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CAMPAIGN ID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81B87C-2B19-FA96-D9DA-D423C447CFF0}"/>
              </a:ext>
            </a:extLst>
          </p:cNvPr>
          <p:cNvSpPr/>
          <p:nvPr/>
        </p:nvSpPr>
        <p:spPr>
          <a:xfrm>
            <a:off x="7870432" y="2575918"/>
            <a:ext cx="365653" cy="20037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0" tIns="36000" rIns="0" bIns="36000" rtlCol="0" anchor="t"/>
          <a:lstStyle/>
          <a:p>
            <a:pPr algn="ctr">
              <a:buClrTx/>
            </a:pPr>
            <a:r>
              <a:rPr lang="en-GB" sz="6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EVENT ID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EBC489-4A0C-B1A4-9E20-894F0EC17C42}"/>
              </a:ext>
            </a:extLst>
          </p:cNvPr>
          <p:cNvSpPr/>
          <p:nvPr/>
        </p:nvSpPr>
        <p:spPr>
          <a:xfrm>
            <a:off x="8249421" y="2582293"/>
            <a:ext cx="365653" cy="20037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0" tIns="36000" rIns="0" bIns="36000" rtlCol="0" anchor="t"/>
          <a:lstStyle/>
          <a:p>
            <a:pPr algn="ctr">
              <a:buClrTx/>
            </a:pPr>
            <a:r>
              <a:rPr lang="en-GB" sz="6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EVENT ID</a:t>
            </a:r>
          </a:p>
        </p:txBody>
      </p:sp>
    </p:spTree>
    <p:extLst>
      <p:ext uri="{BB962C8B-B14F-4D97-AF65-F5344CB8AC3E}">
        <p14:creationId xmlns:p14="http://schemas.microsoft.com/office/powerpoint/2010/main" val="279589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25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750"/>
                            </p:stCondLst>
                            <p:childTnLst>
                              <p:par>
                                <p:cTn id="8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250"/>
                            </p:stCondLst>
                            <p:childTnLst>
                              <p:par>
                                <p:cTn id="9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750"/>
                            </p:stCondLst>
                            <p:childTnLst>
                              <p:par>
                                <p:cTn id="9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250"/>
                            </p:stCondLst>
                            <p:childTnLst>
                              <p:par>
                                <p:cTn id="10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25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750"/>
                            </p:stCondLst>
                            <p:childTnLst>
                              <p:par>
                                <p:cTn id="1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325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375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000"/>
                            </p:stCondLst>
                            <p:childTnLst>
                              <p:par>
                                <p:cTn id="1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500"/>
                            </p:stCondLst>
                            <p:childTnLst>
                              <p:par>
                                <p:cTn id="2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500"/>
                            </p:stCondLst>
                            <p:childTnLst>
                              <p:par>
                                <p:cTn id="2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500"/>
                            </p:stCondLst>
                            <p:childTnLst>
                              <p:par>
                                <p:cTn id="2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84" grpId="0" animBg="1"/>
      <p:bldP spid="85" grpId="0" animBg="1"/>
      <p:bldP spid="97" grpId="0"/>
      <p:bldP spid="97" grpId="1"/>
      <p:bldP spid="99" grpId="0"/>
      <p:bldP spid="99" grpId="1"/>
      <p:bldP spid="103" grpId="0"/>
      <p:bldP spid="103" grpId="1"/>
      <p:bldP spid="110" grpId="0"/>
      <p:bldP spid="110" grpId="1"/>
      <p:bldP spid="114" grpId="0"/>
      <p:bldP spid="115" grpId="0"/>
      <p:bldP spid="116" grpId="0"/>
      <p:bldP spid="117" grpId="0"/>
      <p:bldP spid="118" grpId="0"/>
      <p:bldP spid="118" grpId="1"/>
      <p:bldP spid="120" grpId="0" animBg="1"/>
      <p:bldP spid="121" grpId="0" animBg="1"/>
      <p:bldP spid="122" grpId="0" animBg="1"/>
      <p:bldP spid="130" grpId="0" animBg="1"/>
      <p:bldP spid="131" grpId="0" animBg="1"/>
      <p:bldP spid="133" grpId="0"/>
      <p:bldP spid="133" grpId="1"/>
      <p:bldP spid="135" grpId="0"/>
      <p:bldP spid="135" grpId="1"/>
      <p:bldP spid="142" grpId="0"/>
      <p:bldP spid="142" grpId="1"/>
      <p:bldP spid="145" grpId="0"/>
      <p:bldP spid="145" grpId="1"/>
      <p:bldP spid="5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F4C8508D-2D0E-D1F2-EE4A-B8D7C8F3EBB1}"/>
              </a:ext>
            </a:extLst>
          </p:cNvPr>
          <p:cNvGrpSpPr/>
          <p:nvPr/>
        </p:nvGrpSpPr>
        <p:grpSpPr>
          <a:xfrm>
            <a:off x="7818188" y="1400117"/>
            <a:ext cx="2214393" cy="1711649"/>
            <a:chOff x="6178767" y="1231504"/>
            <a:chExt cx="2214393" cy="171164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2DB2CB6-3F86-5598-21A7-34A54E8CAC68}"/>
                </a:ext>
              </a:extLst>
            </p:cNvPr>
            <p:cNvSpPr/>
            <p:nvPr/>
          </p:nvSpPr>
          <p:spPr>
            <a:xfrm>
              <a:off x="6178767" y="1231504"/>
              <a:ext cx="2214393" cy="1711649"/>
            </a:xfrm>
            <a:prstGeom prst="roundRect">
              <a:avLst>
                <a:gd name="adj" fmla="val 360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0B82C7FC-E6A9-4DB2-8E77-E094A4403EDB}"/>
                </a:ext>
              </a:extLst>
            </p:cNvPr>
            <p:cNvSpPr/>
            <p:nvPr/>
          </p:nvSpPr>
          <p:spPr>
            <a:xfrm>
              <a:off x="6265848" y="1298226"/>
              <a:ext cx="2060129" cy="23643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ca-E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AI &amp; INSIGHT</a:t>
              </a:r>
              <a:endParaRPr kumimoji="0" lang="en-GB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FF38486-9786-9908-2667-594E7963B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95302"/>
            <a:ext cx="11353800" cy="445712"/>
          </a:xfrm>
        </p:spPr>
        <p:txBody>
          <a:bodyPr/>
          <a:lstStyle/>
          <a:p>
            <a:r>
              <a:rPr lang="en-US">
                <a:latin typeface="Arial Black"/>
              </a:rPr>
              <a:t>UXP COMPONENTS AND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F2BB4-2CD4-1801-5EB8-383264073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8A7D70B-BA5B-454D-9E9C-85AA311AB73C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93957DF-DD56-640E-7A0B-951D074ADC71}"/>
              </a:ext>
            </a:extLst>
          </p:cNvPr>
          <p:cNvGrpSpPr/>
          <p:nvPr/>
        </p:nvGrpSpPr>
        <p:grpSpPr>
          <a:xfrm>
            <a:off x="3433300" y="1400117"/>
            <a:ext cx="2214393" cy="1711649"/>
            <a:chOff x="6178767" y="1231504"/>
            <a:chExt cx="2214393" cy="171164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9696DFB-BEAD-B247-2C24-59C74E53DE0A}"/>
                </a:ext>
              </a:extLst>
            </p:cNvPr>
            <p:cNvSpPr/>
            <p:nvPr/>
          </p:nvSpPr>
          <p:spPr>
            <a:xfrm>
              <a:off x="6178767" y="1231504"/>
              <a:ext cx="2214393" cy="1711649"/>
            </a:xfrm>
            <a:prstGeom prst="roundRect">
              <a:avLst>
                <a:gd name="adj" fmla="val 360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5FD3D5C-15E4-AF8E-53D2-B5D642330C65}"/>
                </a:ext>
              </a:extLst>
            </p:cNvPr>
            <p:cNvSpPr/>
            <p:nvPr/>
          </p:nvSpPr>
          <p:spPr>
            <a:xfrm>
              <a:off x="6265848" y="1298226"/>
              <a:ext cx="2060129" cy="236434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ca-E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</a:t>
              </a:r>
              <a:endParaRPr kumimoji="0" lang="en-GB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DF7F4D3-BCB6-1788-271A-5B47692A8571}"/>
              </a:ext>
            </a:extLst>
          </p:cNvPr>
          <p:cNvGrpSpPr/>
          <p:nvPr/>
        </p:nvGrpSpPr>
        <p:grpSpPr>
          <a:xfrm>
            <a:off x="3433300" y="4217521"/>
            <a:ext cx="2214393" cy="1457178"/>
            <a:chOff x="6178767" y="4048908"/>
            <a:chExt cx="2214393" cy="145717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BE2EEA7-340A-EED2-A4AA-874AE374C218}"/>
                </a:ext>
              </a:extLst>
            </p:cNvPr>
            <p:cNvSpPr/>
            <p:nvPr/>
          </p:nvSpPr>
          <p:spPr>
            <a:xfrm>
              <a:off x="6178767" y="4048908"/>
              <a:ext cx="2214393" cy="1457178"/>
            </a:xfrm>
            <a:prstGeom prst="roundRect">
              <a:avLst>
                <a:gd name="adj" fmla="val 5397"/>
              </a:avLst>
            </a:prstGeom>
            <a:solidFill>
              <a:srgbClr val="FFC00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1392F71-6CD5-11FF-5631-E0178946C696}"/>
                </a:ext>
              </a:extLst>
            </p:cNvPr>
            <p:cNvSpPr/>
            <p:nvPr/>
          </p:nvSpPr>
          <p:spPr>
            <a:xfrm>
              <a:off x="6265847" y="4143118"/>
              <a:ext cx="2060129" cy="236434"/>
            </a:xfrm>
            <a:prstGeom prst="roundRect">
              <a:avLst/>
            </a:prstGeom>
            <a:solidFill>
              <a:srgbClr val="FFC000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ca-E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AUTOMATION</a:t>
              </a:r>
              <a:endParaRPr kumimoji="0" lang="en-GB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B54E844-B12B-2A20-28FA-473E9CD76E8F}"/>
              </a:ext>
            </a:extLst>
          </p:cNvPr>
          <p:cNvGrpSpPr/>
          <p:nvPr/>
        </p:nvGrpSpPr>
        <p:grpSpPr>
          <a:xfrm>
            <a:off x="621963" y="1390092"/>
            <a:ext cx="2214393" cy="1721675"/>
            <a:chOff x="1976723" y="1221479"/>
            <a:chExt cx="2214393" cy="1721675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BAC008C-B3A1-4D50-D1A3-02E5DCADC977}"/>
                </a:ext>
              </a:extLst>
            </p:cNvPr>
            <p:cNvSpPr/>
            <p:nvPr/>
          </p:nvSpPr>
          <p:spPr>
            <a:xfrm>
              <a:off x="1976723" y="1221479"/>
              <a:ext cx="2214393" cy="1721675"/>
            </a:xfrm>
            <a:prstGeom prst="roundRect">
              <a:avLst>
                <a:gd name="adj" fmla="val 3327"/>
              </a:avLst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9F7A667-CC84-2C1F-9FE0-EC2B0DDEA28B}"/>
                </a:ext>
              </a:extLst>
            </p:cNvPr>
            <p:cNvSpPr/>
            <p:nvPr/>
          </p:nvSpPr>
          <p:spPr>
            <a:xfrm>
              <a:off x="2057686" y="1295967"/>
              <a:ext cx="2052466" cy="238828"/>
            </a:xfrm>
            <a:prstGeom prst="roundRect">
              <a:avLst/>
            </a:prstGeom>
            <a:solidFill>
              <a:srgbClr val="4472C4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ca-E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USER INTERFACE</a:t>
              </a:r>
              <a:endParaRPr kumimoji="0" lang="en-GB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9" name="Cylinder 48">
            <a:extLst>
              <a:ext uri="{FF2B5EF4-FFF2-40B4-BE49-F238E27FC236}">
                <a16:creationId xmlns:a16="http://schemas.microsoft.com/office/drawing/2014/main" id="{AE88CB24-5E77-FF31-E77B-EB00BD1B997C}"/>
              </a:ext>
            </a:extLst>
          </p:cNvPr>
          <p:cNvSpPr/>
          <p:nvPr/>
        </p:nvSpPr>
        <p:spPr>
          <a:xfrm>
            <a:off x="4334536" y="1915014"/>
            <a:ext cx="561919" cy="565274"/>
          </a:xfrm>
          <a:prstGeom prst="ca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98CE0EC-52F4-6086-BD59-0ED116529599}"/>
              </a:ext>
            </a:extLst>
          </p:cNvPr>
          <p:cNvSpPr/>
          <p:nvPr/>
        </p:nvSpPr>
        <p:spPr>
          <a:xfrm>
            <a:off x="756311" y="1889879"/>
            <a:ext cx="1933635" cy="238828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CAMPAIGN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7BA381ED-090F-FC27-80C5-3B2591D45C25}"/>
              </a:ext>
            </a:extLst>
          </p:cNvPr>
          <p:cNvSpPr/>
          <p:nvPr/>
        </p:nvSpPr>
        <p:spPr>
          <a:xfrm>
            <a:off x="1775965" y="2195485"/>
            <a:ext cx="913981" cy="37205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EVENT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24BD98BE-439A-3156-61E8-70E1B7396456}"/>
              </a:ext>
            </a:extLst>
          </p:cNvPr>
          <p:cNvSpPr/>
          <p:nvPr/>
        </p:nvSpPr>
        <p:spPr>
          <a:xfrm>
            <a:off x="756311" y="2195485"/>
            <a:ext cx="913981" cy="37205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EVENT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F92CC1AB-9CA9-A8EC-ABCF-DF7F502F4B20}"/>
              </a:ext>
            </a:extLst>
          </p:cNvPr>
          <p:cNvSpPr/>
          <p:nvPr/>
        </p:nvSpPr>
        <p:spPr>
          <a:xfrm>
            <a:off x="1775965" y="2641525"/>
            <a:ext cx="913981" cy="37205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EVENT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712B564D-C466-3388-C713-8A39FE0B4E03}"/>
              </a:ext>
            </a:extLst>
          </p:cNvPr>
          <p:cNvSpPr/>
          <p:nvPr/>
        </p:nvSpPr>
        <p:spPr>
          <a:xfrm>
            <a:off x="756310" y="2636355"/>
            <a:ext cx="913981" cy="37205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EVENT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DD47570-FCA7-9E0B-D5F6-4C5DF1707FE6}"/>
              </a:ext>
            </a:extLst>
          </p:cNvPr>
          <p:cNvGrpSpPr/>
          <p:nvPr/>
        </p:nvGrpSpPr>
        <p:grpSpPr>
          <a:xfrm>
            <a:off x="621963" y="4217521"/>
            <a:ext cx="2214393" cy="1457179"/>
            <a:chOff x="1976723" y="4048908"/>
            <a:chExt cx="2214393" cy="145717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D4387D9-2825-C20C-2461-67FE8389E36E}"/>
                </a:ext>
              </a:extLst>
            </p:cNvPr>
            <p:cNvSpPr/>
            <p:nvPr/>
          </p:nvSpPr>
          <p:spPr>
            <a:xfrm>
              <a:off x="1976723" y="4048908"/>
              <a:ext cx="2214393" cy="1457179"/>
            </a:xfrm>
            <a:prstGeom prst="roundRect">
              <a:avLst>
                <a:gd name="adj" fmla="val 383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1F2DAE5-85EC-24DA-9337-211A47C58372}"/>
                </a:ext>
              </a:extLst>
            </p:cNvPr>
            <p:cNvSpPr/>
            <p:nvPr/>
          </p:nvSpPr>
          <p:spPr>
            <a:xfrm>
              <a:off x="2057687" y="4143118"/>
              <a:ext cx="2052466" cy="23643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/>
            <a:lstStyle/>
            <a:p>
              <a:pPr algn="ctr"/>
              <a:r>
                <a:rPr lang="ca-ES" sz="900">
                  <a:solidFill>
                    <a:prstClr val="black"/>
                  </a:solidFill>
                  <a:latin typeface="Calibri" panose="020F0502020204030204"/>
                </a:rPr>
                <a:t>OTHER SYSTEMS </a:t>
              </a:r>
              <a:br>
                <a:rPr lang="ca-ES" sz="900">
                  <a:solidFill>
                    <a:prstClr val="black"/>
                  </a:solidFill>
                  <a:latin typeface="Calibri" panose="020F0502020204030204"/>
                </a:rPr>
              </a:br>
              <a:r>
                <a:rPr lang="ca-ES" sz="900">
                  <a:solidFill>
                    <a:prstClr val="black"/>
                  </a:solidFill>
                  <a:latin typeface="Calibri" panose="020F0502020204030204"/>
                </a:rPr>
                <a:t>ENRICHMENT  &amp; COLLECTION</a:t>
              </a:r>
              <a:endParaRPr lang="en-GB" sz="9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C629F06-55B8-16C2-C14C-D1914D6F958F}"/>
              </a:ext>
            </a:extLst>
          </p:cNvPr>
          <p:cNvSpPr/>
          <p:nvPr/>
        </p:nvSpPr>
        <p:spPr>
          <a:xfrm>
            <a:off x="1775966" y="4730796"/>
            <a:ext cx="913981" cy="238828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QR CODES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5C274BA6-D95E-F4A5-B6C6-0800149C3752}"/>
              </a:ext>
            </a:extLst>
          </p:cNvPr>
          <p:cNvSpPr/>
          <p:nvPr/>
        </p:nvSpPr>
        <p:spPr>
          <a:xfrm>
            <a:off x="756312" y="4730796"/>
            <a:ext cx="913981" cy="238828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SURVEYS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54012DF4-C0AD-3442-C643-29049E00BBD9}"/>
              </a:ext>
            </a:extLst>
          </p:cNvPr>
          <p:cNvSpPr/>
          <p:nvPr/>
        </p:nvSpPr>
        <p:spPr>
          <a:xfrm>
            <a:off x="756311" y="5006468"/>
            <a:ext cx="913981" cy="238828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FIELD MANAGEMENT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5A59B1BA-E991-AC5D-6A76-862626590DA6}"/>
              </a:ext>
            </a:extLst>
          </p:cNvPr>
          <p:cNvSpPr/>
          <p:nvPr/>
        </p:nvSpPr>
        <p:spPr>
          <a:xfrm>
            <a:off x="1775965" y="5006468"/>
            <a:ext cx="913981" cy="238828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LOCATION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346451AE-F75D-9AEC-967E-AC91D0001850}"/>
              </a:ext>
            </a:extLst>
          </p:cNvPr>
          <p:cNvSpPr/>
          <p:nvPr/>
        </p:nvSpPr>
        <p:spPr>
          <a:xfrm>
            <a:off x="756311" y="5283673"/>
            <a:ext cx="913981" cy="238828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OTHER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1AD0D746-10C4-7946-688C-E0894C5CA036}"/>
              </a:ext>
            </a:extLst>
          </p:cNvPr>
          <p:cNvSpPr/>
          <p:nvPr/>
        </p:nvSpPr>
        <p:spPr>
          <a:xfrm>
            <a:off x="1775965" y="5283673"/>
            <a:ext cx="913981" cy="238828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OTHER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1C411BB0-5359-3B4F-064E-0E2A3A8AB324}"/>
              </a:ext>
            </a:extLst>
          </p:cNvPr>
          <p:cNvSpPr/>
          <p:nvPr/>
        </p:nvSpPr>
        <p:spPr>
          <a:xfrm>
            <a:off x="832705" y="2371506"/>
            <a:ext cx="772894" cy="168994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700">
                <a:solidFill>
                  <a:prstClr val="black"/>
                </a:solidFill>
                <a:latin typeface="Calibri" panose="020F0502020204030204"/>
              </a:rPr>
              <a:t>Other system data</a:t>
            </a:r>
            <a:endParaRPr lang="en-GB" sz="7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B536A7DA-BC04-51C1-C8E3-19691735DEBD}"/>
              </a:ext>
            </a:extLst>
          </p:cNvPr>
          <p:cNvSpPr/>
          <p:nvPr/>
        </p:nvSpPr>
        <p:spPr>
          <a:xfrm>
            <a:off x="1852882" y="2377236"/>
            <a:ext cx="772894" cy="168994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700">
                <a:solidFill>
                  <a:prstClr val="black"/>
                </a:solidFill>
                <a:latin typeface="Calibri" panose="020F0502020204030204"/>
              </a:rPr>
              <a:t>Other system data</a:t>
            </a:r>
            <a:endParaRPr lang="en-GB" sz="7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79781F81-E99E-38EA-B853-4F87FBD408B8}"/>
              </a:ext>
            </a:extLst>
          </p:cNvPr>
          <p:cNvSpPr/>
          <p:nvPr/>
        </p:nvSpPr>
        <p:spPr>
          <a:xfrm>
            <a:off x="832705" y="2817892"/>
            <a:ext cx="772894" cy="168994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700">
                <a:solidFill>
                  <a:prstClr val="black"/>
                </a:solidFill>
                <a:latin typeface="Calibri" panose="020F0502020204030204"/>
              </a:rPr>
              <a:t>Other system data</a:t>
            </a:r>
            <a:endParaRPr lang="en-GB" sz="7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2EEAEDD-27C0-C980-8ECE-8199BCC4D522}"/>
              </a:ext>
            </a:extLst>
          </p:cNvPr>
          <p:cNvSpPr/>
          <p:nvPr/>
        </p:nvSpPr>
        <p:spPr>
          <a:xfrm>
            <a:off x="1852882" y="2812491"/>
            <a:ext cx="772894" cy="168994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700">
                <a:solidFill>
                  <a:prstClr val="black"/>
                </a:solidFill>
                <a:latin typeface="Calibri" panose="020F0502020204030204"/>
              </a:rPr>
              <a:t>Other system data</a:t>
            </a:r>
            <a:endParaRPr lang="en-GB" sz="7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1" name="Flowchart: Connector 130">
            <a:extLst>
              <a:ext uri="{FF2B5EF4-FFF2-40B4-BE49-F238E27FC236}">
                <a16:creationId xmlns:a16="http://schemas.microsoft.com/office/drawing/2014/main" id="{0C9742CC-10BB-0072-60C3-99E4C7E1BD08}"/>
              </a:ext>
            </a:extLst>
          </p:cNvPr>
          <p:cNvSpPr/>
          <p:nvPr/>
        </p:nvSpPr>
        <p:spPr>
          <a:xfrm>
            <a:off x="4321199" y="4827133"/>
            <a:ext cx="561919" cy="565274"/>
          </a:xfrm>
          <a:prstGeom prst="flowChartConnector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>
              <a:buClrTx/>
            </a:pPr>
            <a:r>
              <a:rPr lang="en-GB" sz="7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SCHEDULE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B833B307-C807-084E-0EAE-B144A5D617EE}"/>
              </a:ext>
            </a:extLst>
          </p:cNvPr>
          <p:cNvCxnSpPr>
            <a:cxnSpLocks/>
          </p:cNvCxnSpPr>
          <p:nvPr/>
        </p:nvCxnSpPr>
        <p:spPr>
          <a:xfrm>
            <a:off x="5693693" y="2244088"/>
            <a:ext cx="2265451" cy="12700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  <a:headEnd type="triangle"/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7F70E5C1-ACBD-FD73-2E58-23D5368EB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3244" y="2006621"/>
            <a:ext cx="1724282" cy="42680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6B98A51-7E5B-16B4-AD40-21543D2767AE}"/>
              </a:ext>
            </a:extLst>
          </p:cNvPr>
          <p:cNvSpPr/>
          <p:nvPr/>
        </p:nvSpPr>
        <p:spPr>
          <a:xfrm>
            <a:off x="3517048" y="2806826"/>
            <a:ext cx="699157" cy="20037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6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CAMPAIGN DATA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738241-741A-57B3-81FF-E872101629D6}"/>
              </a:ext>
            </a:extLst>
          </p:cNvPr>
          <p:cNvSpPr/>
          <p:nvPr/>
        </p:nvSpPr>
        <p:spPr>
          <a:xfrm>
            <a:off x="4233174" y="2806826"/>
            <a:ext cx="365653" cy="20037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t"/>
          <a:lstStyle/>
          <a:p>
            <a:pPr algn="ctr">
              <a:buClrTx/>
            </a:pPr>
            <a:r>
              <a:rPr lang="en-GB" sz="6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EVENT DATA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D6F4D8-CB70-74D2-7F6E-9EB7E042CBFA}"/>
              </a:ext>
            </a:extLst>
          </p:cNvPr>
          <p:cNvSpPr/>
          <p:nvPr/>
        </p:nvSpPr>
        <p:spPr>
          <a:xfrm>
            <a:off x="4612163" y="2813201"/>
            <a:ext cx="365653" cy="20037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t"/>
          <a:lstStyle/>
          <a:p>
            <a:pPr algn="ctr">
              <a:buClrTx/>
            </a:pPr>
            <a:r>
              <a:rPr lang="en-GB" sz="600">
                <a:solidFill>
                  <a:prstClr val="black"/>
                </a:solidFill>
                <a:latin typeface="Calibri" panose="020F0502020204030204"/>
              </a:rPr>
              <a:t>EVENT DATA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70586D-37DC-3750-1B94-15A2BD7E9ADE}"/>
              </a:ext>
            </a:extLst>
          </p:cNvPr>
          <p:cNvSpPr/>
          <p:nvPr/>
        </p:nvSpPr>
        <p:spPr>
          <a:xfrm>
            <a:off x="4991152" y="2806826"/>
            <a:ext cx="586025" cy="20037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SYS DATA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5F7565-334C-520E-84DD-E4A586F75875}"/>
              </a:ext>
            </a:extLst>
          </p:cNvPr>
          <p:cNvSpPr/>
          <p:nvPr/>
        </p:nvSpPr>
        <p:spPr>
          <a:xfrm>
            <a:off x="3517048" y="2579571"/>
            <a:ext cx="699157" cy="20037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buClrTx/>
            </a:pPr>
            <a:r>
              <a:rPr lang="en-GB" sz="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CAMPAIGN ID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36C4629-F04A-527F-247F-066D20541B39}"/>
              </a:ext>
            </a:extLst>
          </p:cNvPr>
          <p:cNvSpPr/>
          <p:nvPr/>
        </p:nvSpPr>
        <p:spPr>
          <a:xfrm>
            <a:off x="4233174" y="2575918"/>
            <a:ext cx="365653" cy="20037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0" tIns="36000" rIns="0" bIns="36000" rtlCol="0" anchor="t"/>
          <a:lstStyle/>
          <a:p>
            <a:pPr algn="ctr">
              <a:buClrTx/>
            </a:pPr>
            <a:r>
              <a:rPr lang="en-GB" sz="6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EVENT ID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605A654-12D3-E391-C288-9C30519DBE42}"/>
              </a:ext>
            </a:extLst>
          </p:cNvPr>
          <p:cNvSpPr/>
          <p:nvPr/>
        </p:nvSpPr>
        <p:spPr>
          <a:xfrm>
            <a:off x="4612163" y="2582293"/>
            <a:ext cx="365653" cy="20037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0" tIns="36000" rIns="0" bIns="36000" rtlCol="0" anchor="t"/>
          <a:lstStyle/>
          <a:p>
            <a:pPr algn="ctr">
              <a:buClrTx/>
            </a:pPr>
            <a:r>
              <a:rPr lang="en-GB" sz="6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EVENT ID</a:t>
            </a:r>
          </a:p>
        </p:txBody>
      </p:sp>
      <p:pic>
        <p:nvPicPr>
          <p:cNvPr id="25" name="Picture 24" descr="A blue and black logo&#10;&#10;Description automatically generated">
            <a:extLst>
              <a:ext uri="{FF2B5EF4-FFF2-40B4-BE49-F238E27FC236}">
                <a16:creationId xmlns:a16="http://schemas.microsoft.com/office/drawing/2014/main" id="{5A1A23FF-9C50-4D9F-1587-783B8C0C6C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046" y="3827872"/>
            <a:ext cx="2044675" cy="2044675"/>
          </a:xfrm>
          <a:prstGeom prst="rect">
            <a:avLst/>
          </a:prstGeom>
        </p:spPr>
      </p:pic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2D987F6E-4EA0-348C-C2C4-DE8FCB8DC994}"/>
              </a:ext>
            </a:extLst>
          </p:cNvPr>
          <p:cNvCxnSpPr>
            <a:cxnSpLocks/>
            <a:stCxn id="21" idx="2"/>
          </p:cNvCxnSpPr>
          <p:nvPr/>
        </p:nvCxnSpPr>
        <p:spPr>
          <a:xfrm rot="16200000" flipH="1">
            <a:off x="8271267" y="3765884"/>
            <a:ext cx="1318184" cy="9948"/>
          </a:xfrm>
          <a:prstGeom prst="bentConnector3">
            <a:avLst>
              <a:gd name="adj1" fmla="val 50000"/>
            </a:avLst>
          </a:prstGeom>
          <a:ln w="57150">
            <a:solidFill>
              <a:srgbClr val="0070C0"/>
            </a:solidFill>
            <a:headEnd type="triangle"/>
            <a:tailEnd type="none"/>
          </a:ln>
          <a:effectLst>
            <a:glow rad="63500">
              <a:srgbClr val="0070C0">
                <a:alpha val="4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541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" dur="indefinite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" dur="indefinite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9" dur="indefinite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2" dur="indefinite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5" dur="indefinite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8" dur="indefinite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1" dur="indefinite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4" dur="indefinite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7" dur="indefinite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0" dur="indefinite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3" dur="indefinite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indefinite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6" dur="indefinite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9" dur="indefinite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2" dur="indefinite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5" dur="indefinite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8" dur="indefinite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61" dur="indefinite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0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500"/>
                            </p:stCondLst>
                            <p:childTnLst>
                              <p:par>
                                <p:cTn id="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000"/>
                            </p:stCondLst>
                            <p:childTnLst>
                              <p:par>
                                <p:cTn id="9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500"/>
                            </p:stCondLst>
                            <p:childTnLst>
                              <p:par>
                                <p:cTn id="9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0"/>
                            </p:stCondLst>
                            <p:childTnLst>
                              <p:par>
                                <p:cTn id="102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500"/>
                            </p:stCondLst>
                            <p:childTnLst>
                              <p:par>
                                <p:cTn id="10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84" grpId="0" animBg="1"/>
      <p:bldP spid="85" grpId="0" animBg="1"/>
      <p:bldP spid="114" grpId="0"/>
      <p:bldP spid="115" grpId="0"/>
      <p:bldP spid="116" grpId="0"/>
      <p:bldP spid="117" grpId="0"/>
      <p:bldP spid="1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C8287A-E9D1-3F8D-2707-51B6C82B3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7724"/>
            <a:ext cx="11353800" cy="609254"/>
          </a:xfrm>
        </p:spPr>
        <p:txBody>
          <a:bodyPr>
            <a:normAutofit/>
          </a:bodyPr>
          <a:lstStyle/>
          <a:p>
            <a:r>
              <a:rPr lang="en-GB">
                <a:latin typeface="Arial Black"/>
              </a:rPr>
              <a:t>UNIFIED EXPERIENCE DATA ECOSYSTEM 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0D572-BEF4-4FBA-FC0B-9DE1D2CDA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8A7D70B-BA5B-454D-9E9C-85AA311AB73C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1F903FE-51AE-8C09-B31C-7A8267BC5BCC}"/>
              </a:ext>
            </a:extLst>
          </p:cNvPr>
          <p:cNvGrpSpPr/>
          <p:nvPr/>
        </p:nvGrpSpPr>
        <p:grpSpPr>
          <a:xfrm>
            <a:off x="1076902" y="1488865"/>
            <a:ext cx="2178624" cy="1029373"/>
            <a:chOff x="687128" y="1553417"/>
            <a:chExt cx="2178624" cy="102937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30B501-FF48-F1AB-24C6-2640C05CF5DD}"/>
                </a:ext>
              </a:extLst>
            </p:cNvPr>
            <p:cNvGrpSpPr/>
            <p:nvPr/>
          </p:nvGrpSpPr>
          <p:grpSpPr>
            <a:xfrm>
              <a:off x="1573093" y="1580963"/>
              <a:ext cx="1292659" cy="1001827"/>
              <a:chOff x="1687255" y="1895488"/>
              <a:chExt cx="1256632" cy="973905"/>
            </a:xfrm>
          </p:grpSpPr>
          <p:pic>
            <p:nvPicPr>
              <p:cNvPr id="12" name="Picture 11" descr="Shape&#10;&#10;Description automatically generated with low confidence">
                <a:extLst>
                  <a:ext uri="{FF2B5EF4-FFF2-40B4-BE49-F238E27FC236}">
                    <a16:creationId xmlns:a16="http://schemas.microsoft.com/office/drawing/2014/main" id="{3325BF65-8019-96FA-CDF5-AF1C4467263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7047" t="6000" r="6000" b="24755"/>
              <a:stretch/>
            </p:blipFill>
            <p:spPr>
              <a:xfrm>
                <a:off x="1766191" y="1895488"/>
                <a:ext cx="1057072" cy="713473"/>
              </a:xfrm>
              <a:prstGeom prst="rect">
                <a:avLst/>
              </a:prstGeom>
            </p:spPr>
          </p:pic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9A2C15DD-EEA6-C1D6-DCD8-27459AAC817A}"/>
                  </a:ext>
                </a:extLst>
              </p:cNvPr>
              <p:cNvSpPr/>
              <p:nvPr/>
            </p:nvSpPr>
            <p:spPr>
              <a:xfrm>
                <a:off x="1687255" y="2657364"/>
                <a:ext cx="1256632" cy="21202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800" b="1" i="1">
                    <a:solidFill>
                      <a:schemeClr val="tx1"/>
                    </a:solidFill>
                    <a:effectLst/>
                    <a:latin typeface="+mj-lt"/>
                    <a:ea typeface="Calibri" panose="020F0502020204030204" pitchFamily="34" charset="0"/>
                    <a:cs typeface="Arial" panose="020B0604020202020204" pitchFamily="34" charset="0"/>
                  </a:rPr>
                  <a:t>Unified Experience Tracker (UET)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53F3B48-FB74-DE82-1F2C-D08524CCC305}"/>
                </a:ext>
              </a:extLst>
            </p:cNvPr>
            <p:cNvGrpSpPr/>
            <p:nvPr/>
          </p:nvGrpSpPr>
          <p:grpSpPr>
            <a:xfrm>
              <a:off x="687128" y="1553417"/>
              <a:ext cx="1092688" cy="925867"/>
              <a:chOff x="3033425" y="1394428"/>
              <a:chExt cx="1259918" cy="1067567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5FB388E5-556E-ED11-D4FE-C5C17E52C7A4}"/>
                  </a:ext>
                </a:extLst>
              </p:cNvPr>
              <p:cNvGrpSpPr/>
              <p:nvPr/>
            </p:nvGrpSpPr>
            <p:grpSpPr>
              <a:xfrm>
                <a:off x="3186301" y="1817007"/>
                <a:ext cx="971739" cy="644988"/>
                <a:chOff x="2993679" y="2021327"/>
                <a:chExt cx="1377636" cy="914400"/>
              </a:xfrm>
            </p:grpSpPr>
            <p:pic>
              <p:nvPicPr>
                <p:cNvPr id="15" name="Graphic 14" descr="Male profile with solid fill">
                  <a:extLst>
                    <a:ext uri="{FF2B5EF4-FFF2-40B4-BE49-F238E27FC236}">
                      <a16:creationId xmlns:a16="http://schemas.microsoft.com/office/drawing/2014/main" id="{01356D0B-B7B7-683A-0764-E51B3B5485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56914" y="2021327"/>
                  <a:ext cx="914401" cy="914400"/>
                </a:xfrm>
                <a:prstGeom prst="rect">
                  <a:avLst/>
                </a:prstGeom>
              </p:spPr>
            </p:pic>
            <p:pic>
              <p:nvPicPr>
                <p:cNvPr id="17" name="Graphic 16" descr="Female Profile with solid fill">
                  <a:extLst>
                    <a:ext uri="{FF2B5EF4-FFF2-40B4-BE49-F238E27FC236}">
                      <a16:creationId xmlns:a16="http://schemas.microsoft.com/office/drawing/2014/main" id="{0D282275-0128-F233-C399-6C8C0F8665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93679" y="2021327"/>
                  <a:ext cx="914401" cy="914400"/>
                </a:xfrm>
                <a:prstGeom prst="rect">
                  <a:avLst/>
                </a:prstGeom>
              </p:spPr>
            </p:pic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80410E-2D3D-D95D-D953-E6BD97D41EE1}"/>
                  </a:ext>
                </a:extLst>
              </p:cNvPr>
              <p:cNvSpPr txBox="1"/>
              <p:nvPr/>
            </p:nvSpPr>
            <p:spPr>
              <a:xfrm>
                <a:off x="3033425" y="1394428"/>
                <a:ext cx="1259918" cy="390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800" b="1" i="1">
                    <a:effectLst/>
                    <a:latin typeface="+mj-lt"/>
                    <a:ea typeface="Yu Mincho" panose="02020400000000000000" pitchFamily="18" charset="-128"/>
                    <a:cs typeface="Arial" panose="020B0604020202020204" pitchFamily="34" charset="0"/>
                  </a:rPr>
                  <a:t>Business Leadership</a:t>
                </a:r>
                <a:endParaRPr lang="en-GB" sz="800">
                  <a:latin typeface="+mj-lt"/>
                </a:endParaRPr>
              </a:p>
            </p:txBody>
          </p: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E079131-97CF-5B9C-A822-BADBC7980E9C}"/>
              </a:ext>
            </a:extLst>
          </p:cNvPr>
          <p:cNvGrpSpPr/>
          <p:nvPr/>
        </p:nvGrpSpPr>
        <p:grpSpPr>
          <a:xfrm>
            <a:off x="1003177" y="4012249"/>
            <a:ext cx="2139704" cy="1309026"/>
            <a:chOff x="721961" y="4833994"/>
            <a:chExt cx="2139704" cy="1309026"/>
          </a:xfrm>
        </p:grpSpPr>
        <p:pic>
          <p:nvPicPr>
            <p:cNvPr id="26" name="Picture 25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5387951C-15AC-85E6-90F0-F1BEB18637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29161" t="8212" r="30356" b="35301"/>
            <a:stretch/>
          </p:blipFill>
          <p:spPr>
            <a:xfrm>
              <a:off x="1991129" y="4858225"/>
              <a:ext cx="870536" cy="1214689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2E1C489-213F-043B-755A-0BB925BF2B00}"/>
                </a:ext>
              </a:extLst>
            </p:cNvPr>
            <p:cNvSpPr txBox="1"/>
            <p:nvPr/>
          </p:nvSpPr>
          <p:spPr>
            <a:xfrm>
              <a:off x="721961" y="5558245"/>
              <a:ext cx="119604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GB" sz="800" i="1">
                  <a:effectLst/>
                  <a:latin typeface="Momo Neue"/>
                  <a:ea typeface="Yu Mincho" panose="02020400000000000000" pitchFamily="18" charset="-128"/>
                  <a:cs typeface="Arial" panose="020B0604020202020204" pitchFamily="34" charset="0"/>
                </a:rPr>
                <a:t>Training &amp; </a:t>
              </a:r>
              <a:r>
                <a:rPr lang="en-US" sz="800" i="1">
                  <a:latin typeface="Momo Neue"/>
                  <a:ea typeface="Yu Mincho" panose="02020400000000000000" pitchFamily="18" charset="-128"/>
                  <a:cs typeface="Arial" panose="020B0604020202020204" pitchFamily="34" charset="0"/>
                </a:rPr>
                <a:t>Media</a:t>
              </a:r>
            </a:p>
            <a:p>
              <a:pPr algn="r"/>
              <a:r>
                <a:rPr lang="en-US" sz="800" i="1">
                  <a:latin typeface="Momo Neue"/>
                  <a:ea typeface="Yu Mincho" panose="02020400000000000000" pitchFamily="18" charset="-128"/>
                  <a:cs typeface="Arial" panose="020B0604020202020204" pitchFamily="34" charset="0"/>
                </a:rPr>
                <a:t>Staffing Agency Integration</a:t>
              </a:r>
            </a:p>
            <a:p>
              <a:pPr algn="r"/>
              <a:r>
                <a:rPr lang="en-US" sz="800" i="1">
                  <a:latin typeface="Momo Neue"/>
                  <a:ea typeface="Yu Mincho" panose="02020400000000000000" pitchFamily="18" charset="-128"/>
                  <a:cs typeface="Arial" panose="020B0604020202020204" pitchFamily="34" charset="0"/>
                </a:rPr>
                <a:t>Wrap Data</a:t>
              </a:r>
              <a:endParaRPr lang="en-GB" sz="800" i="1">
                <a:latin typeface="Momo Neue"/>
                <a:ea typeface="Yu Mincho" panose="02020400000000000000" pitchFamily="18" charset="-128"/>
                <a:cs typeface="Arial" panose="020B0604020202020204" pitchFamily="34" charset="0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0C617DA-AC57-66AF-6F32-A8BDE8AAD959}"/>
                </a:ext>
              </a:extLst>
            </p:cNvPr>
            <p:cNvGrpSpPr/>
            <p:nvPr/>
          </p:nvGrpSpPr>
          <p:grpSpPr>
            <a:xfrm>
              <a:off x="822296" y="4833994"/>
              <a:ext cx="1301159" cy="773857"/>
              <a:chOff x="2902282" y="1645936"/>
              <a:chExt cx="1500294" cy="892292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592B6BD-E5CD-B1F8-1B8A-580497CBAA1C}"/>
                  </a:ext>
                </a:extLst>
              </p:cNvPr>
              <p:cNvGrpSpPr/>
              <p:nvPr/>
            </p:nvGrpSpPr>
            <p:grpSpPr>
              <a:xfrm>
                <a:off x="3186301" y="1893240"/>
                <a:ext cx="971739" cy="644988"/>
                <a:chOff x="2993679" y="2129403"/>
                <a:chExt cx="1377636" cy="914400"/>
              </a:xfrm>
            </p:grpSpPr>
            <p:pic>
              <p:nvPicPr>
                <p:cNvPr id="37" name="Graphic 36" descr="Male profile with solid fill">
                  <a:extLst>
                    <a:ext uri="{FF2B5EF4-FFF2-40B4-BE49-F238E27FC236}">
                      <a16:creationId xmlns:a16="http://schemas.microsoft.com/office/drawing/2014/main" id="{253CE452-B4AC-B294-C006-17F2D0C9DE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56914" y="2129403"/>
                  <a:ext cx="914401" cy="914400"/>
                </a:xfrm>
                <a:prstGeom prst="rect">
                  <a:avLst/>
                </a:prstGeom>
              </p:spPr>
            </p:pic>
            <p:pic>
              <p:nvPicPr>
                <p:cNvPr id="38" name="Graphic 37" descr="Female Profile with solid fill">
                  <a:extLst>
                    <a:ext uri="{FF2B5EF4-FFF2-40B4-BE49-F238E27FC236}">
                      <a16:creationId xmlns:a16="http://schemas.microsoft.com/office/drawing/2014/main" id="{23412F03-083A-0675-B6AF-F42F67D271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93679" y="2129403"/>
                  <a:ext cx="914401" cy="914400"/>
                </a:xfrm>
                <a:prstGeom prst="rect">
                  <a:avLst/>
                </a:prstGeom>
              </p:spPr>
            </p:pic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803198-B588-8694-DE14-3B3400490F66}"/>
                  </a:ext>
                </a:extLst>
              </p:cNvPr>
              <p:cNvSpPr txBox="1"/>
              <p:nvPr/>
            </p:nvSpPr>
            <p:spPr>
              <a:xfrm>
                <a:off x="2902282" y="1645936"/>
                <a:ext cx="1500294" cy="248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800" b="1" i="1">
                    <a:effectLst/>
                    <a:latin typeface="Momo Neue"/>
                    <a:ea typeface="Yu Mincho" panose="02020400000000000000" pitchFamily="18" charset="-128"/>
                    <a:cs typeface="Arial" panose="020B0604020202020204" pitchFamily="34" charset="0"/>
                  </a:rPr>
                  <a:t>Field Team</a:t>
                </a:r>
                <a:endParaRPr lang="en-GB" sz="800"/>
              </a:p>
            </p:txBody>
          </p:sp>
        </p:grpSp>
      </p:grpSp>
      <p:pic>
        <p:nvPicPr>
          <p:cNvPr id="44" name="Graphic 43">
            <a:extLst>
              <a:ext uri="{FF2B5EF4-FFF2-40B4-BE49-F238E27FC236}">
                <a16:creationId xmlns:a16="http://schemas.microsoft.com/office/drawing/2014/main" id="{76AD3EBF-BD94-733B-5604-8C190D17F7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23350" y="2823646"/>
            <a:ext cx="849883" cy="849883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114827-8961-436E-D983-45D92B0E8600}"/>
              </a:ext>
            </a:extLst>
          </p:cNvPr>
          <p:cNvCxnSpPr>
            <a:cxnSpLocks/>
          </p:cNvCxnSpPr>
          <p:nvPr/>
        </p:nvCxnSpPr>
        <p:spPr>
          <a:xfrm>
            <a:off x="3074483" y="2456995"/>
            <a:ext cx="253066" cy="306954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21A86C4-9CF9-72E0-6EE0-A63755BBA5D7}"/>
              </a:ext>
            </a:extLst>
          </p:cNvPr>
          <p:cNvGrpSpPr/>
          <p:nvPr/>
        </p:nvGrpSpPr>
        <p:grpSpPr>
          <a:xfrm>
            <a:off x="6061173" y="2010611"/>
            <a:ext cx="1686959" cy="2006565"/>
            <a:chOff x="6170899" y="2616435"/>
            <a:chExt cx="1161066" cy="1381038"/>
          </a:xfrm>
        </p:grpSpPr>
        <p:pic>
          <p:nvPicPr>
            <p:cNvPr id="9" name="Graphic 8" descr="Database outline">
              <a:extLst>
                <a:ext uri="{FF2B5EF4-FFF2-40B4-BE49-F238E27FC236}">
                  <a16:creationId xmlns:a16="http://schemas.microsoft.com/office/drawing/2014/main" id="{C3EE5FEE-6148-F4A4-81C5-F6A6B5A3C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193036" y="2880681"/>
              <a:ext cx="1116792" cy="1116792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BAB3C68-3AA6-4F99-26A0-71C20742B233}"/>
                </a:ext>
              </a:extLst>
            </p:cNvPr>
            <p:cNvSpPr txBox="1"/>
            <p:nvPr/>
          </p:nvSpPr>
          <p:spPr>
            <a:xfrm>
              <a:off x="6170899" y="2616435"/>
              <a:ext cx="1161066" cy="3601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i="1">
                  <a:effectLst/>
                  <a:latin typeface="+mj-lt"/>
                  <a:ea typeface="Calibri" panose="020F0502020204030204" pitchFamily="34" charset="0"/>
                  <a:cs typeface="Arial" panose="020B0604020202020204" pitchFamily="34" charset="0"/>
                </a:rPr>
                <a:t>Unified Experience Data 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7F84862-8A52-518E-2C03-C6C98E48C968}"/>
              </a:ext>
            </a:extLst>
          </p:cNvPr>
          <p:cNvGrpSpPr/>
          <p:nvPr/>
        </p:nvGrpSpPr>
        <p:grpSpPr>
          <a:xfrm>
            <a:off x="4176523" y="4161298"/>
            <a:ext cx="1299716" cy="726657"/>
            <a:chOff x="4555503" y="4395847"/>
            <a:chExt cx="1962992" cy="1097486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925B6270-91FE-4D5D-1099-2E90F54CDCA2}"/>
                </a:ext>
              </a:extLst>
            </p:cNvPr>
            <p:cNvSpPr/>
            <p:nvPr/>
          </p:nvSpPr>
          <p:spPr>
            <a:xfrm>
              <a:off x="4555503" y="4395847"/>
              <a:ext cx="1962992" cy="772096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800"/>
            </a:p>
          </p:txBody>
        </p:sp>
        <p:pic>
          <p:nvPicPr>
            <p:cNvPr id="61" name="Picture 60" descr="Logo&#10;&#10;Description automatically generated with low confidence">
              <a:extLst>
                <a:ext uri="{FF2B5EF4-FFF2-40B4-BE49-F238E27FC236}">
                  <a16:creationId xmlns:a16="http://schemas.microsoft.com/office/drawing/2014/main" id="{52B52D0D-9A4E-90CB-D67A-9CC1E1D06E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392" t="15579" r="-392" b="14535"/>
            <a:stretch/>
          </p:blipFill>
          <p:spPr>
            <a:xfrm>
              <a:off x="4689155" y="4547094"/>
              <a:ext cx="1695687" cy="512640"/>
            </a:xfrm>
            <a:prstGeom prst="rect">
              <a:avLst/>
            </a:prstGeom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2F78E81-7E61-F18B-FAA2-9E59826D80F7}"/>
                </a:ext>
              </a:extLst>
            </p:cNvPr>
            <p:cNvSpPr txBox="1"/>
            <p:nvPr/>
          </p:nvSpPr>
          <p:spPr>
            <a:xfrm>
              <a:off x="4555503" y="5167943"/>
              <a:ext cx="1962992" cy="3253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00" b="1" i="1">
                  <a:effectLst/>
                  <a:latin typeface="+mj-lt"/>
                  <a:ea typeface="Calibri" panose="020F0502020204030204" pitchFamily="34" charset="0"/>
                  <a:cs typeface="Arial" panose="020B0604020202020204" pitchFamily="34" charset="0"/>
                </a:rPr>
                <a:t>Data Driven Insights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CB885E7-5D8A-E926-E4A3-7F9051F6D2DF}"/>
              </a:ext>
            </a:extLst>
          </p:cNvPr>
          <p:cNvGrpSpPr/>
          <p:nvPr/>
        </p:nvGrpSpPr>
        <p:grpSpPr>
          <a:xfrm>
            <a:off x="4148594" y="1918162"/>
            <a:ext cx="1530036" cy="715342"/>
            <a:chOff x="4511122" y="2031679"/>
            <a:chExt cx="2310849" cy="1080398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C936F341-663F-9ECD-549D-DF37EFC8B00A}"/>
                </a:ext>
              </a:extLst>
            </p:cNvPr>
            <p:cNvGrpSpPr/>
            <p:nvPr/>
          </p:nvGrpSpPr>
          <p:grpSpPr>
            <a:xfrm>
              <a:off x="4511122" y="2031679"/>
              <a:ext cx="2310849" cy="1080398"/>
              <a:chOff x="4413345" y="4395847"/>
              <a:chExt cx="2310849" cy="1080398"/>
            </a:xfrm>
          </p:grpSpPr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6DE60D9B-3558-D95E-EFFD-0B87EEDDE931}"/>
                  </a:ext>
                </a:extLst>
              </p:cNvPr>
              <p:cNvSpPr/>
              <p:nvPr/>
            </p:nvSpPr>
            <p:spPr>
              <a:xfrm>
                <a:off x="4555503" y="4395847"/>
                <a:ext cx="1962992" cy="772096"/>
              </a:xfrm>
              <a:prstGeom prst="roundRect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8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8DF1521-2514-9390-229E-C2B0622EF4C4}"/>
                  </a:ext>
                </a:extLst>
              </p:cNvPr>
              <p:cNvSpPr txBox="1"/>
              <p:nvPr/>
            </p:nvSpPr>
            <p:spPr>
              <a:xfrm>
                <a:off x="4413345" y="5150855"/>
                <a:ext cx="2310849" cy="3253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800" b="1" i="1">
                    <a:effectLst/>
                    <a:latin typeface="+mj-lt"/>
                    <a:ea typeface="Calibri" panose="020F0502020204030204" pitchFamily="34" charset="0"/>
                    <a:cs typeface="Arial" panose="020B0604020202020204" pitchFamily="34" charset="0"/>
                  </a:rPr>
                  <a:t>Data Driven Insights</a:t>
                </a:r>
              </a:p>
            </p:txBody>
          </p:sp>
        </p:grpSp>
        <p:pic>
          <p:nvPicPr>
            <p:cNvPr id="93" name="Picture 6" descr="image">
              <a:extLst>
                <a:ext uri="{FF2B5EF4-FFF2-40B4-BE49-F238E27FC236}">
                  <a16:creationId xmlns:a16="http://schemas.microsoft.com/office/drawing/2014/main" id="{F4CDED66-22F1-04BB-AFB4-B9E78594BC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131" b="18503"/>
            <a:stretch/>
          </p:blipFill>
          <p:spPr bwMode="auto">
            <a:xfrm>
              <a:off x="4935159" y="2162937"/>
              <a:ext cx="1462775" cy="4944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423" name="Group 17422">
            <a:extLst>
              <a:ext uri="{FF2B5EF4-FFF2-40B4-BE49-F238E27FC236}">
                <a16:creationId xmlns:a16="http://schemas.microsoft.com/office/drawing/2014/main" id="{C704B168-6437-02EE-0E2C-CE6E57A38E9C}"/>
              </a:ext>
            </a:extLst>
          </p:cNvPr>
          <p:cNvGrpSpPr/>
          <p:nvPr/>
        </p:nvGrpSpPr>
        <p:grpSpPr>
          <a:xfrm>
            <a:off x="9284450" y="2377336"/>
            <a:ext cx="2129470" cy="1742502"/>
            <a:chOff x="8528364" y="3352909"/>
            <a:chExt cx="2474516" cy="2024846"/>
          </a:xfrm>
        </p:grpSpPr>
        <p:sp>
          <p:nvSpPr>
            <p:cNvPr id="17422" name="Rectangle: Rounded Corners 17421">
              <a:extLst>
                <a:ext uri="{FF2B5EF4-FFF2-40B4-BE49-F238E27FC236}">
                  <a16:creationId xmlns:a16="http://schemas.microsoft.com/office/drawing/2014/main" id="{89D67E92-FC35-9BEB-A0CF-8C57A75FACFA}"/>
                </a:ext>
              </a:extLst>
            </p:cNvPr>
            <p:cNvSpPr/>
            <p:nvPr/>
          </p:nvSpPr>
          <p:spPr>
            <a:xfrm>
              <a:off x="8528364" y="3352909"/>
              <a:ext cx="2474516" cy="2024846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418" name="Picture 10">
              <a:extLst>
                <a:ext uri="{FF2B5EF4-FFF2-40B4-BE49-F238E27FC236}">
                  <a16:creationId xmlns:a16="http://schemas.microsoft.com/office/drawing/2014/main" id="{74F9D913-2DE7-A74C-BD7E-5BEC9A231D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9589" y="3534761"/>
              <a:ext cx="1631463" cy="16314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190B1A9-2372-4A5B-0046-DB0DAD00EFAF}"/>
              </a:ext>
            </a:extLst>
          </p:cNvPr>
          <p:cNvCxnSpPr>
            <a:cxnSpLocks/>
          </p:cNvCxnSpPr>
          <p:nvPr/>
        </p:nvCxnSpPr>
        <p:spPr>
          <a:xfrm flipH="1">
            <a:off x="3101982" y="3706278"/>
            <a:ext cx="225567" cy="292548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28DCFA1-220F-7A9A-4636-A8D249811E28}"/>
              </a:ext>
            </a:extLst>
          </p:cNvPr>
          <p:cNvCxnSpPr>
            <a:cxnSpLocks/>
          </p:cNvCxnSpPr>
          <p:nvPr/>
        </p:nvCxnSpPr>
        <p:spPr>
          <a:xfrm>
            <a:off x="3919054" y="3711424"/>
            <a:ext cx="214735" cy="336466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FABE86B-B67E-5D35-49F7-053CE06028E5}"/>
              </a:ext>
            </a:extLst>
          </p:cNvPr>
          <p:cNvCxnSpPr>
            <a:cxnSpLocks/>
          </p:cNvCxnSpPr>
          <p:nvPr/>
        </p:nvCxnSpPr>
        <p:spPr>
          <a:xfrm flipH="1">
            <a:off x="3932426" y="2456995"/>
            <a:ext cx="209626" cy="346821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23A803B-CE6B-E436-2035-367BFAC31920}"/>
              </a:ext>
            </a:extLst>
          </p:cNvPr>
          <p:cNvCxnSpPr>
            <a:cxnSpLocks/>
          </p:cNvCxnSpPr>
          <p:nvPr/>
        </p:nvCxnSpPr>
        <p:spPr>
          <a:xfrm flipH="1">
            <a:off x="4148594" y="3269249"/>
            <a:ext cx="2052689" cy="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410" name="Straight Arrow Connector 17409">
            <a:extLst>
              <a:ext uri="{FF2B5EF4-FFF2-40B4-BE49-F238E27FC236}">
                <a16:creationId xmlns:a16="http://schemas.microsoft.com/office/drawing/2014/main" id="{B5C6D99A-4CE1-D8F4-8B92-74DC5EAFF035}"/>
              </a:ext>
            </a:extLst>
          </p:cNvPr>
          <p:cNvCxnSpPr>
            <a:cxnSpLocks/>
          </p:cNvCxnSpPr>
          <p:nvPr/>
        </p:nvCxnSpPr>
        <p:spPr>
          <a:xfrm>
            <a:off x="7487107" y="3295617"/>
            <a:ext cx="912614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7427" name="Group 17426">
            <a:extLst>
              <a:ext uri="{FF2B5EF4-FFF2-40B4-BE49-F238E27FC236}">
                <a16:creationId xmlns:a16="http://schemas.microsoft.com/office/drawing/2014/main" id="{1E766FC4-9957-1117-EC6E-5E0FCA2A2B45}"/>
              </a:ext>
            </a:extLst>
          </p:cNvPr>
          <p:cNvGrpSpPr/>
          <p:nvPr/>
        </p:nvGrpSpPr>
        <p:grpSpPr>
          <a:xfrm>
            <a:off x="9284450" y="801565"/>
            <a:ext cx="2129471" cy="1396373"/>
            <a:chOff x="8528364" y="1569897"/>
            <a:chExt cx="2474516" cy="1622632"/>
          </a:xfrm>
        </p:grpSpPr>
        <p:sp>
          <p:nvSpPr>
            <p:cNvPr id="17425" name="Rectangle: Rounded Corners 17424">
              <a:extLst>
                <a:ext uri="{FF2B5EF4-FFF2-40B4-BE49-F238E27FC236}">
                  <a16:creationId xmlns:a16="http://schemas.microsoft.com/office/drawing/2014/main" id="{C370189D-DA73-3188-BA4E-9FAF86CD1054}"/>
                </a:ext>
              </a:extLst>
            </p:cNvPr>
            <p:cNvSpPr/>
            <p:nvPr/>
          </p:nvSpPr>
          <p:spPr>
            <a:xfrm>
              <a:off x="8528364" y="1569897"/>
              <a:ext cx="2474516" cy="1622632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421" name="Picture 12" descr="Events Calendar Year View Demo | Timely">
              <a:extLst>
                <a:ext uri="{FF2B5EF4-FFF2-40B4-BE49-F238E27FC236}">
                  <a16:creationId xmlns:a16="http://schemas.microsoft.com/office/drawing/2014/main" id="{6A48D35B-D24F-4BE8-1B47-674E8979F80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79" t="12777" r="6993" b="15467"/>
            <a:stretch/>
          </p:blipFill>
          <p:spPr bwMode="auto">
            <a:xfrm>
              <a:off x="8727237" y="1833430"/>
              <a:ext cx="2146514" cy="1270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431" name="Group 17430">
            <a:extLst>
              <a:ext uri="{FF2B5EF4-FFF2-40B4-BE49-F238E27FC236}">
                <a16:creationId xmlns:a16="http://schemas.microsoft.com/office/drawing/2014/main" id="{CA3620E5-69C9-ACC1-B290-CC32E21C6ED3}"/>
              </a:ext>
            </a:extLst>
          </p:cNvPr>
          <p:cNvGrpSpPr/>
          <p:nvPr/>
        </p:nvGrpSpPr>
        <p:grpSpPr>
          <a:xfrm>
            <a:off x="6168827" y="5051843"/>
            <a:ext cx="1461497" cy="838446"/>
            <a:chOff x="5814677" y="1458292"/>
            <a:chExt cx="2299862" cy="1319407"/>
          </a:xfrm>
        </p:grpSpPr>
        <p:pic>
          <p:nvPicPr>
            <p:cNvPr id="17428" name="Picture 14" descr="What are Azure Cognitive Services? - Azure Cognitive ...">
              <a:extLst>
                <a:ext uri="{FF2B5EF4-FFF2-40B4-BE49-F238E27FC236}">
                  <a16:creationId xmlns:a16="http://schemas.microsoft.com/office/drawing/2014/main" id="{5DD034A0-A75A-55D2-C617-D7DD83EDBBC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855" t="16039" r="24798" b="23566"/>
            <a:stretch/>
          </p:blipFill>
          <p:spPr bwMode="auto">
            <a:xfrm>
              <a:off x="6080443" y="1458292"/>
              <a:ext cx="1757651" cy="10542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430" name="TextBox 17429">
              <a:extLst>
                <a:ext uri="{FF2B5EF4-FFF2-40B4-BE49-F238E27FC236}">
                  <a16:creationId xmlns:a16="http://schemas.microsoft.com/office/drawing/2014/main" id="{11B95293-8575-A7E7-5EE6-91CDE2F8EBA0}"/>
                </a:ext>
              </a:extLst>
            </p:cNvPr>
            <p:cNvSpPr txBox="1"/>
            <p:nvPr/>
          </p:nvSpPr>
          <p:spPr>
            <a:xfrm>
              <a:off x="5814677" y="2447425"/>
              <a:ext cx="2299862" cy="3302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100" b="1" i="1">
                  <a:effectLst/>
                  <a:latin typeface="+mj-lt"/>
                  <a:ea typeface="Calibri" panose="020F0502020204030204" pitchFamily="34" charset="0"/>
                  <a:cs typeface="Arial" panose="020B0604020202020204" pitchFamily="34" charset="0"/>
                </a:rPr>
                <a:t>Cognitive </a:t>
              </a:r>
              <a:r>
                <a:rPr lang="en-GB" sz="1100" b="1" i="1">
                  <a:latin typeface="+mj-lt"/>
                  <a:ea typeface="Calibri" panose="020F0502020204030204" pitchFamily="34" charset="0"/>
                  <a:cs typeface="Arial" panose="020B0604020202020204" pitchFamily="34" charset="0"/>
                </a:rPr>
                <a:t>S</a:t>
              </a:r>
              <a:r>
                <a:rPr lang="en-GB" sz="1100" b="1" i="1">
                  <a:effectLst/>
                  <a:latin typeface="+mj-lt"/>
                  <a:ea typeface="Calibri" panose="020F0502020204030204" pitchFamily="34" charset="0"/>
                  <a:cs typeface="Arial" panose="020B0604020202020204" pitchFamily="34" charset="0"/>
                </a:rPr>
                <a:t>ervices</a:t>
              </a:r>
            </a:p>
          </p:txBody>
        </p:sp>
      </p:grpSp>
      <p:pic>
        <p:nvPicPr>
          <p:cNvPr id="17436" name="Picture 17435" descr="Logo&#10;&#10;Description automatically generated">
            <a:extLst>
              <a:ext uri="{FF2B5EF4-FFF2-40B4-BE49-F238E27FC236}">
                <a16:creationId xmlns:a16="http://schemas.microsoft.com/office/drawing/2014/main" id="{79383673-DEAD-737F-5368-FFC6E724D06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36062" y="3063385"/>
            <a:ext cx="527029" cy="527282"/>
          </a:xfrm>
          <a:prstGeom prst="rect">
            <a:avLst/>
          </a:prstGeom>
        </p:spPr>
      </p:pic>
      <p:grpSp>
        <p:nvGrpSpPr>
          <p:cNvPr id="17445" name="Group 17444">
            <a:extLst>
              <a:ext uri="{FF2B5EF4-FFF2-40B4-BE49-F238E27FC236}">
                <a16:creationId xmlns:a16="http://schemas.microsoft.com/office/drawing/2014/main" id="{F8D07C16-7D66-DB07-82D2-3C0B5AF69DDF}"/>
              </a:ext>
            </a:extLst>
          </p:cNvPr>
          <p:cNvGrpSpPr/>
          <p:nvPr/>
        </p:nvGrpSpPr>
        <p:grpSpPr>
          <a:xfrm>
            <a:off x="9266543" y="4344799"/>
            <a:ext cx="2147377" cy="1757155"/>
            <a:chOff x="8528364" y="4728927"/>
            <a:chExt cx="2147377" cy="1757155"/>
          </a:xfrm>
        </p:grpSpPr>
        <p:sp>
          <p:nvSpPr>
            <p:cNvPr id="17442" name="Rectangle: Rounded Corners 17441">
              <a:extLst>
                <a:ext uri="{FF2B5EF4-FFF2-40B4-BE49-F238E27FC236}">
                  <a16:creationId xmlns:a16="http://schemas.microsoft.com/office/drawing/2014/main" id="{B0D7E532-B4AD-7476-90F8-042582717ED1}"/>
                </a:ext>
              </a:extLst>
            </p:cNvPr>
            <p:cNvSpPr/>
            <p:nvPr/>
          </p:nvSpPr>
          <p:spPr>
            <a:xfrm>
              <a:off x="8528364" y="4728927"/>
              <a:ext cx="2147377" cy="175715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444" name="Picture 18" descr="Premium Vector | Flat chat bot for web design flat isometric vector  illustration artificial intelligence">
              <a:extLst>
                <a:ext uri="{FF2B5EF4-FFF2-40B4-BE49-F238E27FC236}">
                  <a16:creationId xmlns:a16="http://schemas.microsoft.com/office/drawing/2014/main" id="{8A00B606-9EDC-C20F-82EA-2EEB8C9320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23205" y="4969158"/>
              <a:ext cx="1786383" cy="14772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446" name="TextBox 17445">
            <a:extLst>
              <a:ext uri="{FF2B5EF4-FFF2-40B4-BE49-F238E27FC236}">
                <a16:creationId xmlns:a16="http://schemas.microsoft.com/office/drawing/2014/main" id="{842868ED-AD25-1D88-9F7C-D4D598EA9168}"/>
              </a:ext>
            </a:extLst>
          </p:cNvPr>
          <p:cNvSpPr txBox="1"/>
          <p:nvPr/>
        </p:nvSpPr>
        <p:spPr>
          <a:xfrm>
            <a:off x="9393503" y="810702"/>
            <a:ext cx="1957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i="1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Activation Schedule</a:t>
            </a:r>
          </a:p>
        </p:txBody>
      </p:sp>
      <p:sp>
        <p:nvSpPr>
          <p:cNvPr id="17447" name="TextBox 17446">
            <a:extLst>
              <a:ext uri="{FF2B5EF4-FFF2-40B4-BE49-F238E27FC236}">
                <a16:creationId xmlns:a16="http://schemas.microsoft.com/office/drawing/2014/main" id="{F462FB9B-73ED-EE43-B2FE-95839315AD8A}"/>
              </a:ext>
            </a:extLst>
          </p:cNvPr>
          <p:cNvSpPr txBox="1"/>
          <p:nvPr/>
        </p:nvSpPr>
        <p:spPr>
          <a:xfrm>
            <a:off x="9376736" y="2356552"/>
            <a:ext cx="1957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i="1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Activation Insights</a:t>
            </a:r>
          </a:p>
        </p:txBody>
      </p:sp>
      <p:sp>
        <p:nvSpPr>
          <p:cNvPr id="17448" name="TextBox 17447">
            <a:extLst>
              <a:ext uri="{FF2B5EF4-FFF2-40B4-BE49-F238E27FC236}">
                <a16:creationId xmlns:a16="http://schemas.microsoft.com/office/drawing/2014/main" id="{5571E017-C427-AA6C-61E9-7C6FD8BD94BB}"/>
              </a:ext>
            </a:extLst>
          </p:cNvPr>
          <p:cNvSpPr txBox="1"/>
          <p:nvPr/>
        </p:nvSpPr>
        <p:spPr>
          <a:xfrm>
            <a:off x="9356793" y="4344799"/>
            <a:ext cx="1957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i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C</a:t>
            </a:r>
            <a:r>
              <a:rPr lang="en-GB" sz="1100" b="1" i="1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onversational Insights</a:t>
            </a:r>
          </a:p>
        </p:txBody>
      </p:sp>
      <p:cxnSp>
        <p:nvCxnSpPr>
          <p:cNvPr id="17449" name="Straight Arrow Connector 17448">
            <a:extLst>
              <a:ext uri="{FF2B5EF4-FFF2-40B4-BE49-F238E27FC236}">
                <a16:creationId xmlns:a16="http://schemas.microsoft.com/office/drawing/2014/main" id="{976D89D6-317D-22C9-529B-41AB3294C1C4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6899576" y="4017176"/>
            <a:ext cx="5077" cy="902523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456" name="TextBox 17455">
            <a:extLst>
              <a:ext uri="{FF2B5EF4-FFF2-40B4-BE49-F238E27FC236}">
                <a16:creationId xmlns:a16="http://schemas.microsoft.com/office/drawing/2014/main" id="{FF4590AA-C413-4159-C6EB-C669565A5245}"/>
              </a:ext>
            </a:extLst>
          </p:cNvPr>
          <p:cNvSpPr txBox="1"/>
          <p:nvPr/>
        </p:nvSpPr>
        <p:spPr>
          <a:xfrm>
            <a:off x="2042352" y="5223376"/>
            <a:ext cx="13011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i="1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  <a:t>Field Management</a:t>
            </a:r>
            <a:endParaRPr lang="en-GB" sz="800"/>
          </a:p>
        </p:txBody>
      </p:sp>
      <p:sp>
        <p:nvSpPr>
          <p:cNvPr id="17458" name="TextBox 17457">
            <a:extLst>
              <a:ext uri="{FF2B5EF4-FFF2-40B4-BE49-F238E27FC236}">
                <a16:creationId xmlns:a16="http://schemas.microsoft.com/office/drawing/2014/main" id="{DC15B57C-B72C-54D2-6F59-705BCB708B3E}"/>
              </a:ext>
            </a:extLst>
          </p:cNvPr>
          <p:cNvSpPr txBox="1"/>
          <p:nvPr/>
        </p:nvSpPr>
        <p:spPr>
          <a:xfrm>
            <a:off x="360777" y="787985"/>
            <a:ext cx="85646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0" i="0">
                <a:solidFill>
                  <a:srgbClr val="202124"/>
                </a:solidFill>
                <a:effectLst/>
                <a:latin typeface="+mj-lt"/>
              </a:rPr>
              <a:t>Unified data </a:t>
            </a:r>
            <a:r>
              <a:rPr lang="en-GB" sz="1100" b="0" i="0">
                <a:solidFill>
                  <a:srgbClr val="040C28"/>
                </a:solidFill>
                <a:effectLst/>
                <a:latin typeface="+mj-lt"/>
              </a:rPr>
              <a:t>aggregates data from disparate sources into a single view providing complete and accurate answers to critical questions</a:t>
            </a:r>
            <a:r>
              <a:rPr lang="en-GB" sz="1100">
                <a:solidFill>
                  <a:srgbClr val="040C28"/>
                </a:solidFill>
                <a:latin typeface="+mj-lt"/>
              </a:rPr>
              <a:t>.</a:t>
            </a:r>
            <a:endParaRPr lang="en-GB" sz="1100"/>
          </a:p>
        </p:txBody>
      </p:sp>
      <p:sp>
        <p:nvSpPr>
          <p:cNvPr id="17462" name="Left Brace 17461">
            <a:extLst>
              <a:ext uri="{FF2B5EF4-FFF2-40B4-BE49-F238E27FC236}">
                <a16:creationId xmlns:a16="http://schemas.microsoft.com/office/drawing/2014/main" id="{F27AD8AF-A1B7-EC92-B4A3-0C47BA071C4D}"/>
              </a:ext>
            </a:extLst>
          </p:cNvPr>
          <p:cNvSpPr/>
          <p:nvPr/>
        </p:nvSpPr>
        <p:spPr>
          <a:xfrm>
            <a:off x="8430391" y="1506944"/>
            <a:ext cx="623887" cy="3640164"/>
          </a:xfrm>
          <a:prstGeom prst="leftBrace">
            <a:avLst>
              <a:gd name="adj1" fmla="val 8333"/>
              <a:gd name="adj2" fmla="val 49124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466" name="TextBox 17465">
            <a:extLst>
              <a:ext uri="{FF2B5EF4-FFF2-40B4-BE49-F238E27FC236}">
                <a16:creationId xmlns:a16="http://schemas.microsoft.com/office/drawing/2014/main" id="{93560B62-CE40-BD9C-A9A7-FB29FED624F5}"/>
              </a:ext>
            </a:extLst>
          </p:cNvPr>
          <p:cNvSpPr txBox="1"/>
          <p:nvPr/>
        </p:nvSpPr>
        <p:spPr>
          <a:xfrm>
            <a:off x="608052" y="3452343"/>
            <a:ext cx="13011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i="1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  <a:t>Event Hub</a:t>
            </a:r>
            <a:endParaRPr lang="en-GB" sz="800"/>
          </a:p>
        </p:txBody>
      </p:sp>
      <p:pic>
        <p:nvPicPr>
          <p:cNvPr id="17468" name="Picture 17467" descr="Shape&#10;&#10;Description automatically generated with low confidence">
            <a:extLst>
              <a:ext uri="{FF2B5EF4-FFF2-40B4-BE49-F238E27FC236}">
                <a16:creationId xmlns:a16="http://schemas.microsoft.com/office/drawing/2014/main" id="{D44CC094-47D8-7025-D9BE-B608656465D9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b="17708"/>
          <a:stretch/>
        </p:blipFill>
        <p:spPr>
          <a:xfrm>
            <a:off x="900184" y="2873296"/>
            <a:ext cx="710380" cy="584589"/>
          </a:xfrm>
          <a:prstGeom prst="rect">
            <a:avLst/>
          </a:prstGeom>
        </p:spPr>
      </p:pic>
      <p:cxnSp>
        <p:nvCxnSpPr>
          <p:cNvPr id="17469" name="Straight Arrow Connector 17468">
            <a:extLst>
              <a:ext uri="{FF2B5EF4-FFF2-40B4-BE49-F238E27FC236}">
                <a16:creationId xmlns:a16="http://schemas.microsoft.com/office/drawing/2014/main" id="{99F1A560-9BCB-97C8-7C3A-2D7A3DA669AE}"/>
              </a:ext>
            </a:extLst>
          </p:cNvPr>
          <p:cNvCxnSpPr>
            <a:cxnSpLocks/>
            <a:endCxn id="17468" idx="3"/>
          </p:cNvCxnSpPr>
          <p:nvPr/>
        </p:nvCxnSpPr>
        <p:spPr>
          <a:xfrm flipH="1" flipV="1">
            <a:off x="1610564" y="3165591"/>
            <a:ext cx="1453661" cy="89012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Shape&#10;&#10;Description automatically generated with low confidence">
            <a:extLst>
              <a:ext uri="{FF2B5EF4-FFF2-40B4-BE49-F238E27FC236}">
                <a16:creationId xmlns:a16="http://schemas.microsoft.com/office/drawing/2014/main" id="{8BB06B16-F2F8-E064-C6B0-A8C82CB41EAF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b="17708"/>
          <a:stretch/>
        </p:blipFill>
        <p:spPr>
          <a:xfrm>
            <a:off x="3439874" y="5229506"/>
            <a:ext cx="710380" cy="58458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31600C-B670-A99A-7BC9-7E7AEF9FC311}"/>
              </a:ext>
            </a:extLst>
          </p:cNvPr>
          <p:cNvCxnSpPr>
            <a:cxnSpLocks/>
          </p:cNvCxnSpPr>
          <p:nvPr/>
        </p:nvCxnSpPr>
        <p:spPr>
          <a:xfrm flipH="1" flipV="1">
            <a:off x="3657600" y="3799268"/>
            <a:ext cx="162287" cy="1359085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AAB42F9-741E-95D1-C8A5-E49EDC4C65C1}"/>
              </a:ext>
            </a:extLst>
          </p:cNvPr>
          <p:cNvSpPr txBox="1"/>
          <p:nvPr/>
        </p:nvSpPr>
        <p:spPr>
          <a:xfrm>
            <a:off x="3127062" y="5781717"/>
            <a:ext cx="13011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i="1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  <a:t>Other location &amp; event  intelligence </a:t>
            </a:r>
            <a:endParaRPr lang="en-GB"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40F432-F293-0EA7-C71F-6D43FB8EBEF7}"/>
              </a:ext>
            </a:extLst>
          </p:cNvPr>
          <p:cNvSpPr txBox="1"/>
          <p:nvPr/>
        </p:nvSpPr>
        <p:spPr>
          <a:xfrm>
            <a:off x="9166129" y="3874839"/>
            <a:ext cx="24569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i="1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Inc. Cross Client Benchmarking</a:t>
            </a:r>
          </a:p>
        </p:txBody>
      </p:sp>
    </p:spTree>
    <p:extLst>
      <p:ext uri="{BB962C8B-B14F-4D97-AF65-F5344CB8AC3E}">
        <p14:creationId xmlns:p14="http://schemas.microsoft.com/office/powerpoint/2010/main" val="2287853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4291E4E-7A28-5C57-742F-87B6FAAD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 Black"/>
              </a:rPr>
              <a:t>UNIFIED EXPERIENCE DATA ECOSYSTEM 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0D572-BEF4-4FBA-FC0B-9DE1D2CDA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8A7D70B-BA5B-454D-9E9C-85AA311AB73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9419ED-5F27-FEFE-34EB-834A61C3AAB6}"/>
              </a:ext>
            </a:extLst>
          </p:cNvPr>
          <p:cNvSpPr txBox="1"/>
          <p:nvPr/>
        </p:nvSpPr>
        <p:spPr>
          <a:xfrm>
            <a:off x="277567" y="1480941"/>
            <a:ext cx="1814363" cy="1674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lang="en-GB" sz="1000" b="1" i="1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  <a:t>Unified Experience Tracker (UET) and Input Procedure</a:t>
            </a:r>
            <a:br>
              <a:rPr lang="en-GB" sz="1000" i="1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</a:br>
            <a:r>
              <a:rPr lang="en-GB" sz="1000" i="1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  <a:t>A front-end Input application and organization-wide process/system for collecting Activation Details and information: Activation Name, Activation Date, Activation Client, and Activation Location. </a:t>
            </a:r>
            <a:endParaRPr lang="en-GB" sz="1000" i="1">
              <a:effectLst/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3325BF65-8019-96FA-CDF5-AF1C446726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47" t="6000" r="6000" b="24755"/>
          <a:stretch/>
        </p:blipFill>
        <p:spPr>
          <a:xfrm>
            <a:off x="2044065" y="1516411"/>
            <a:ext cx="1420777" cy="958957"/>
          </a:xfrm>
          <a:prstGeom prst="rect">
            <a:avLst/>
          </a:prstGeom>
        </p:spPr>
      </p:pic>
      <p:pic>
        <p:nvPicPr>
          <p:cNvPr id="26" name="Picture 25" descr="Shape&#10;&#10;Description automatically generated with low confidence">
            <a:extLst>
              <a:ext uri="{FF2B5EF4-FFF2-40B4-BE49-F238E27FC236}">
                <a16:creationId xmlns:a16="http://schemas.microsoft.com/office/drawing/2014/main" id="{5387951C-15AC-85E6-90F0-F1BEB18637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161" t="8212" r="30356" b="35301"/>
          <a:stretch/>
        </p:blipFill>
        <p:spPr>
          <a:xfrm>
            <a:off x="2272344" y="4036480"/>
            <a:ext cx="1319173" cy="1840688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76AD3EBF-BD94-733B-5604-8C190D17F7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3350" y="2823646"/>
            <a:ext cx="849883" cy="849883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114827-8961-436E-D983-45D92B0E8600}"/>
              </a:ext>
            </a:extLst>
          </p:cNvPr>
          <p:cNvCxnSpPr>
            <a:cxnSpLocks/>
          </p:cNvCxnSpPr>
          <p:nvPr/>
        </p:nvCxnSpPr>
        <p:spPr>
          <a:xfrm>
            <a:off x="3074483" y="2456995"/>
            <a:ext cx="253066" cy="306954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21A86C4-9CF9-72E0-6EE0-A63755BBA5D7}"/>
              </a:ext>
            </a:extLst>
          </p:cNvPr>
          <p:cNvGrpSpPr/>
          <p:nvPr/>
        </p:nvGrpSpPr>
        <p:grpSpPr>
          <a:xfrm>
            <a:off x="6061173" y="2010611"/>
            <a:ext cx="1686959" cy="2006565"/>
            <a:chOff x="6170899" y="2616435"/>
            <a:chExt cx="1161066" cy="1381038"/>
          </a:xfrm>
        </p:grpSpPr>
        <p:pic>
          <p:nvPicPr>
            <p:cNvPr id="9" name="Graphic 8" descr="Database outline">
              <a:extLst>
                <a:ext uri="{FF2B5EF4-FFF2-40B4-BE49-F238E27FC236}">
                  <a16:creationId xmlns:a16="http://schemas.microsoft.com/office/drawing/2014/main" id="{C3EE5FEE-6148-F4A4-81C5-F6A6B5A3C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93036" y="2880681"/>
              <a:ext cx="1116792" cy="1116792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BAB3C68-3AA6-4F99-26A0-71C20742B233}"/>
                </a:ext>
              </a:extLst>
            </p:cNvPr>
            <p:cNvSpPr txBox="1"/>
            <p:nvPr/>
          </p:nvSpPr>
          <p:spPr>
            <a:xfrm>
              <a:off x="6170899" y="2616435"/>
              <a:ext cx="1161066" cy="3601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i="1">
                  <a:effectLst/>
                  <a:latin typeface="+mj-lt"/>
                  <a:ea typeface="Calibri" panose="020F0502020204030204" pitchFamily="34" charset="0"/>
                  <a:cs typeface="Arial" panose="020B0604020202020204" pitchFamily="34" charset="0"/>
                </a:rPr>
                <a:t>Unified Experience Data </a:t>
              </a:r>
            </a:p>
          </p:txBody>
        </p:sp>
      </p:grpSp>
      <p:grpSp>
        <p:nvGrpSpPr>
          <p:cNvPr id="17423" name="Group 17422">
            <a:extLst>
              <a:ext uri="{FF2B5EF4-FFF2-40B4-BE49-F238E27FC236}">
                <a16:creationId xmlns:a16="http://schemas.microsoft.com/office/drawing/2014/main" id="{C704B168-6437-02EE-0E2C-CE6E57A38E9C}"/>
              </a:ext>
            </a:extLst>
          </p:cNvPr>
          <p:cNvGrpSpPr/>
          <p:nvPr/>
        </p:nvGrpSpPr>
        <p:grpSpPr>
          <a:xfrm>
            <a:off x="9284450" y="2377336"/>
            <a:ext cx="2129470" cy="1742502"/>
            <a:chOff x="8528364" y="3352909"/>
            <a:chExt cx="2474516" cy="2024846"/>
          </a:xfrm>
        </p:grpSpPr>
        <p:sp>
          <p:nvSpPr>
            <p:cNvPr id="17422" name="Rectangle: Rounded Corners 17421">
              <a:extLst>
                <a:ext uri="{FF2B5EF4-FFF2-40B4-BE49-F238E27FC236}">
                  <a16:creationId xmlns:a16="http://schemas.microsoft.com/office/drawing/2014/main" id="{89D67E92-FC35-9BEB-A0CF-8C57A75FACFA}"/>
                </a:ext>
              </a:extLst>
            </p:cNvPr>
            <p:cNvSpPr/>
            <p:nvPr/>
          </p:nvSpPr>
          <p:spPr>
            <a:xfrm>
              <a:off x="8528364" y="3352909"/>
              <a:ext cx="2474516" cy="2024846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418" name="Picture 10">
              <a:extLst>
                <a:ext uri="{FF2B5EF4-FFF2-40B4-BE49-F238E27FC236}">
                  <a16:creationId xmlns:a16="http://schemas.microsoft.com/office/drawing/2014/main" id="{74F9D913-2DE7-A74C-BD7E-5BEC9A231D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64372" y="3533587"/>
              <a:ext cx="1817679" cy="18176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190B1A9-2372-4A5B-0046-DB0DAD00EFAF}"/>
              </a:ext>
            </a:extLst>
          </p:cNvPr>
          <p:cNvCxnSpPr>
            <a:cxnSpLocks/>
          </p:cNvCxnSpPr>
          <p:nvPr/>
        </p:nvCxnSpPr>
        <p:spPr>
          <a:xfrm flipH="1">
            <a:off x="3101982" y="3706278"/>
            <a:ext cx="225567" cy="292548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23A803B-CE6B-E436-2035-367BFAC31920}"/>
              </a:ext>
            </a:extLst>
          </p:cNvPr>
          <p:cNvCxnSpPr>
            <a:cxnSpLocks/>
          </p:cNvCxnSpPr>
          <p:nvPr/>
        </p:nvCxnSpPr>
        <p:spPr>
          <a:xfrm flipH="1">
            <a:off x="4148594" y="3269249"/>
            <a:ext cx="2052689" cy="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410" name="Straight Arrow Connector 17409">
            <a:extLst>
              <a:ext uri="{FF2B5EF4-FFF2-40B4-BE49-F238E27FC236}">
                <a16:creationId xmlns:a16="http://schemas.microsoft.com/office/drawing/2014/main" id="{B5C6D99A-4CE1-D8F4-8B92-74DC5EAFF035}"/>
              </a:ext>
            </a:extLst>
          </p:cNvPr>
          <p:cNvCxnSpPr>
            <a:cxnSpLocks/>
          </p:cNvCxnSpPr>
          <p:nvPr/>
        </p:nvCxnSpPr>
        <p:spPr>
          <a:xfrm>
            <a:off x="7487107" y="3295617"/>
            <a:ext cx="912614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7427" name="Group 17426">
            <a:extLst>
              <a:ext uri="{FF2B5EF4-FFF2-40B4-BE49-F238E27FC236}">
                <a16:creationId xmlns:a16="http://schemas.microsoft.com/office/drawing/2014/main" id="{1E766FC4-9957-1117-EC6E-5E0FCA2A2B45}"/>
              </a:ext>
            </a:extLst>
          </p:cNvPr>
          <p:cNvGrpSpPr/>
          <p:nvPr/>
        </p:nvGrpSpPr>
        <p:grpSpPr>
          <a:xfrm>
            <a:off x="9284450" y="801565"/>
            <a:ext cx="2129471" cy="1396373"/>
            <a:chOff x="8528364" y="1569897"/>
            <a:chExt cx="2474516" cy="1622632"/>
          </a:xfrm>
        </p:grpSpPr>
        <p:sp>
          <p:nvSpPr>
            <p:cNvPr id="17425" name="Rectangle: Rounded Corners 17424">
              <a:extLst>
                <a:ext uri="{FF2B5EF4-FFF2-40B4-BE49-F238E27FC236}">
                  <a16:creationId xmlns:a16="http://schemas.microsoft.com/office/drawing/2014/main" id="{C370189D-DA73-3188-BA4E-9FAF86CD1054}"/>
                </a:ext>
              </a:extLst>
            </p:cNvPr>
            <p:cNvSpPr/>
            <p:nvPr/>
          </p:nvSpPr>
          <p:spPr>
            <a:xfrm>
              <a:off x="8528364" y="1569897"/>
              <a:ext cx="2474516" cy="1622632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421" name="Picture 12" descr="Events Calendar Year View Demo | Timely">
              <a:extLst>
                <a:ext uri="{FF2B5EF4-FFF2-40B4-BE49-F238E27FC236}">
                  <a16:creationId xmlns:a16="http://schemas.microsoft.com/office/drawing/2014/main" id="{6A48D35B-D24F-4BE8-1B47-674E8979F80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79" t="12777" r="6993" b="15467"/>
            <a:stretch/>
          </p:blipFill>
          <p:spPr bwMode="auto">
            <a:xfrm>
              <a:off x="8727237" y="1833430"/>
              <a:ext cx="2146514" cy="1270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431" name="Group 17430">
            <a:extLst>
              <a:ext uri="{FF2B5EF4-FFF2-40B4-BE49-F238E27FC236}">
                <a16:creationId xmlns:a16="http://schemas.microsoft.com/office/drawing/2014/main" id="{CA3620E5-69C9-ACC1-B290-CC32E21C6ED3}"/>
              </a:ext>
            </a:extLst>
          </p:cNvPr>
          <p:cNvGrpSpPr/>
          <p:nvPr/>
        </p:nvGrpSpPr>
        <p:grpSpPr>
          <a:xfrm>
            <a:off x="6168827" y="5051843"/>
            <a:ext cx="1461497" cy="838446"/>
            <a:chOff x="5814677" y="1458292"/>
            <a:chExt cx="2299862" cy="1319407"/>
          </a:xfrm>
        </p:grpSpPr>
        <p:pic>
          <p:nvPicPr>
            <p:cNvPr id="17428" name="Picture 14" descr="What are Azure Cognitive Services? - Azure Cognitive ...">
              <a:extLst>
                <a:ext uri="{FF2B5EF4-FFF2-40B4-BE49-F238E27FC236}">
                  <a16:creationId xmlns:a16="http://schemas.microsoft.com/office/drawing/2014/main" id="{5DD034A0-A75A-55D2-C617-D7DD83EDBBC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855" t="16039" r="24798" b="23566"/>
            <a:stretch/>
          </p:blipFill>
          <p:spPr bwMode="auto">
            <a:xfrm>
              <a:off x="6080443" y="1458292"/>
              <a:ext cx="1757651" cy="10542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430" name="TextBox 17429">
              <a:extLst>
                <a:ext uri="{FF2B5EF4-FFF2-40B4-BE49-F238E27FC236}">
                  <a16:creationId xmlns:a16="http://schemas.microsoft.com/office/drawing/2014/main" id="{11B95293-8575-A7E7-5EE6-91CDE2F8EBA0}"/>
                </a:ext>
              </a:extLst>
            </p:cNvPr>
            <p:cNvSpPr txBox="1"/>
            <p:nvPr/>
          </p:nvSpPr>
          <p:spPr>
            <a:xfrm>
              <a:off x="5814677" y="2447425"/>
              <a:ext cx="2299862" cy="3302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100" b="1" i="1">
                  <a:effectLst/>
                  <a:latin typeface="+mj-lt"/>
                  <a:ea typeface="Calibri" panose="020F0502020204030204" pitchFamily="34" charset="0"/>
                  <a:cs typeface="Arial" panose="020B0604020202020204" pitchFamily="34" charset="0"/>
                </a:rPr>
                <a:t>Cognitive </a:t>
              </a:r>
              <a:r>
                <a:rPr lang="en-GB" sz="1100" b="1" i="1">
                  <a:latin typeface="+mj-lt"/>
                  <a:ea typeface="Calibri" panose="020F0502020204030204" pitchFamily="34" charset="0"/>
                  <a:cs typeface="Arial" panose="020B0604020202020204" pitchFamily="34" charset="0"/>
                </a:rPr>
                <a:t>S</a:t>
              </a:r>
              <a:r>
                <a:rPr lang="en-GB" sz="1100" b="1" i="1">
                  <a:effectLst/>
                  <a:latin typeface="+mj-lt"/>
                  <a:ea typeface="Calibri" panose="020F0502020204030204" pitchFamily="34" charset="0"/>
                  <a:cs typeface="Arial" panose="020B0604020202020204" pitchFamily="34" charset="0"/>
                </a:rPr>
                <a:t>ervices</a:t>
              </a:r>
            </a:p>
          </p:txBody>
        </p:sp>
      </p:grpSp>
      <p:pic>
        <p:nvPicPr>
          <p:cNvPr id="17436" name="Picture 17435" descr="Logo&#10;&#10;Description automatically generated">
            <a:extLst>
              <a:ext uri="{FF2B5EF4-FFF2-40B4-BE49-F238E27FC236}">
                <a16:creationId xmlns:a16="http://schemas.microsoft.com/office/drawing/2014/main" id="{79383673-DEAD-737F-5368-FFC6E724D0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36062" y="3063385"/>
            <a:ext cx="527029" cy="527282"/>
          </a:xfrm>
          <a:prstGeom prst="rect">
            <a:avLst/>
          </a:prstGeom>
        </p:spPr>
      </p:pic>
      <p:grpSp>
        <p:nvGrpSpPr>
          <p:cNvPr id="17445" name="Group 17444">
            <a:extLst>
              <a:ext uri="{FF2B5EF4-FFF2-40B4-BE49-F238E27FC236}">
                <a16:creationId xmlns:a16="http://schemas.microsoft.com/office/drawing/2014/main" id="{F8D07C16-7D66-DB07-82D2-3C0B5AF69DDF}"/>
              </a:ext>
            </a:extLst>
          </p:cNvPr>
          <p:cNvGrpSpPr/>
          <p:nvPr/>
        </p:nvGrpSpPr>
        <p:grpSpPr>
          <a:xfrm>
            <a:off x="9266543" y="4344799"/>
            <a:ext cx="2147377" cy="1757155"/>
            <a:chOff x="8528364" y="4728927"/>
            <a:chExt cx="2147377" cy="1757155"/>
          </a:xfrm>
        </p:grpSpPr>
        <p:sp>
          <p:nvSpPr>
            <p:cNvPr id="17442" name="Rectangle: Rounded Corners 17441">
              <a:extLst>
                <a:ext uri="{FF2B5EF4-FFF2-40B4-BE49-F238E27FC236}">
                  <a16:creationId xmlns:a16="http://schemas.microsoft.com/office/drawing/2014/main" id="{B0D7E532-B4AD-7476-90F8-042582717ED1}"/>
                </a:ext>
              </a:extLst>
            </p:cNvPr>
            <p:cNvSpPr/>
            <p:nvPr/>
          </p:nvSpPr>
          <p:spPr>
            <a:xfrm>
              <a:off x="8528364" y="4728927"/>
              <a:ext cx="2147377" cy="175715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444" name="Picture 18" descr="Premium Vector | Flat chat bot for web design flat isometric vector  illustration artificial intelligence">
              <a:extLst>
                <a:ext uri="{FF2B5EF4-FFF2-40B4-BE49-F238E27FC236}">
                  <a16:creationId xmlns:a16="http://schemas.microsoft.com/office/drawing/2014/main" id="{8A00B606-9EDC-C20F-82EA-2EEB8C9320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23205" y="4969158"/>
              <a:ext cx="1786383" cy="14772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446" name="TextBox 17445">
            <a:extLst>
              <a:ext uri="{FF2B5EF4-FFF2-40B4-BE49-F238E27FC236}">
                <a16:creationId xmlns:a16="http://schemas.microsoft.com/office/drawing/2014/main" id="{842868ED-AD25-1D88-9F7C-D4D598EA9168}"/>
              </a:ext>
            </a:extLst>
          </p:cNvPr>
          <p:cNvSpPr txBox="1"/>
          <p:nvPr/>
        </p:nvSpPr>
        <p:spPr>
          <a:xfrm>
            <a:off x="9393503" y="810702"/>
            <a:ext cx="1957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i="1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Activation Schedule</a:t>
            </a:r>
          </a:p>
        </p:txBody>
      </p:sp>
      <p:sp>
        <p:nvSpPr>
          <p:cNvPr id="17447" name="TextBox 17446">
            <a:extLst>
              <a:ext uri="{FF2B5EF4-FFF2-40B4-BE49-F238E27FC236}">
                <a16:creationId xmlns:a16="http://schemas.microsoft.com/office/drawing/2014/main" id="{F462FB9B-73ED-EE43-B2FE-95839315AD8A}"/>
              </a:ext>
            </a:extLst>
          </p:cNvPr>
          <p:cNvSpPr txBox="1"/>
          <p:nvPr/>
        </p:nvSpPr>
        <p:spPr>
          <a:xfrm>
            <a:off x="9376736" y="2356552"/>
            <a:ext cx="1957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i="1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Activation Insights</a:t>
            </a:r>
          </a:p>
        </p:txBody>
      </p:sp>
      <p:sp>
        <p:nvSpPr>
          <p:cNvPr id="17448" name="TextBox 17447">
            <a:extLst>
              <a:ext uri="{FF2B5EF4-FFF2-40B4-BE49-F238E27FC236}">
                <a16:creationId xmlns:a16="http://schemas.microsoft.com/office/drawing/2014/main" id="{5571E017-C427-AA6C-61E9-7C6FD8BD94BB}"/>
              </a:ext>
            </a:extLst>
          </p:cNvPr>
          <p:cNvSpPr txBox="1"/>
          <p:nvPr/>
        </p:nvSpPr>
        <p:spPr>
          <a:xfrm>
            <a:off x="9356793" y="4344799"/>
            <a:ext cx="1957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i="1">
                <a:latin typeface="+mj-lt"/>
                <a:cs typeface="Arial" panose="020B0604020202020204" pitchFamily="34" charset="0"/>
              </a:rPr>
              <a:t>Conversational Insights</a:t>
            </a:r>
          </a:p>
        </p:txBody>
      </p:sp>
      <p:cxnSp>
        <p:nvCxnSpPr>
          <p:cNvPr id="17449" name="Straight Arrow Connector 17448">
            <a:extLst>
              <a:ext uri="{FF2B5EF4-FFF2-40B4-BE49-F238E27FC236}">
                <a16:creationId xmlns:a16="http://schemas.microsoft.com/office/drawing/2014/main" id="{976D89D6-317D-22C9-529B-41AB3294C1C4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6899576" y="4017176"/>
            <a:ext cx="5077" cy="902523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462" name="Left Brace 17461">
            <a:extLst>
              <a:ext uri="{FF2B5EF4-FFF2-40B4-BE49-F238E27FC236}">
                <a16:creationId xmlns:a16="http://schemas.microsoft.com/office/drawing/2014/main" id="{F27AD8AF-A1B7-EC92-B4A3-0C47BA071C4D}"/>
              </a:ext>
            </a:extLst>
          </p:cNvPr>
          <p:cNvSpPr/>
          <p:nvPr/>
        </p:nvSpPr>
        <p:spPr>
          <a:xfrm>
            <a:off x="8430391" y="1506944"/>
            <a:ext cx="623887" cy="3640164"/>
          </a:xfrm>
          <a:prstGeom prst="leftBrace">
            <a:avLst>
              <a:gd name="adj1" fmla="val 8333"/>
              <a:gd name="adj2" fmla="val 49124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970897-BA48-A608-693C-C026A2C0E96E}"/>
              </a:ext>
            </a:extLst>
          </p:cNvPr>
          <p:cNvSpPr txBox="1"/>
          <p:nvPr/>
        </p:nvSpPr>
        <p:spPr>
          <a:xfrm>
            <a:off x="277567" y="3998350"/>
            <a:ext cx="1814363" cy="1851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lang="en-GB" sz="1000" b="1" i="1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  <a:t>Field Management</a:t>
            </a:r>
            <a:br>
              <a:rPr lang="en-GB" sz="1000" i="1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</a:br>
            <a:r>
              <a:rPr lang="en-GB" sz="1000" i="1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  <a:t>Portfolio-wide standardized system for managing </a:t>
            </a:r>
            <a:r>
              <a:rPr lang="en-GB" sz="1000" b="0" i="1">
                <a:solidFill>
                  <a:srgbClr val="374151"/>
                </a:solidFill>
                <a:effectLst/>
                <a:latin typeface="Söhne"/>
              </a:rPr>
              <a:t>event details, assets, and on-site wrap information. It includes a cloud/web-based tool accessible from anywhere for real-time updates and version control, eliminating the need for multiple spreadsheets. </a:t>
            </a:r>
            <a:endParaRPr lang="en-GB" sz="1000" i="1">
              <a:effectLst/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556F7E-7CB3-F061-047F-4865923A0FAE}"/>
              </a:ext>
            </a:extLst>
          </p:cNvPr>
          <p:cNvSpPr txBox="1"/>
          <p:nvPr/>
        </p:nvSpPr>
        <p:spPr>
          <a:xfrm>
            <a:off x="360777" y="787985"/>
            <a:ext cx="85646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0" i="0">
                <a:solidFill>
                  <a:srgbClr val="202124"/>
                </a:solidFill>
                <a:effectLst/>
                <a:latin typeface="+mj-lt"/>
              </a:rPr>
              <a:t>Unified data </a:t>
            </a:r>
            <a:r>
              <a:rPr lang="en-GB" sz="1100" b="0" i="0">
                <a:solidFill>
                  <a:srgbClr val="040C28"/>
                </a:solidFill>
                <a:effectLst/>
                <a:latin typeface="+mj-lt"/>
              </a:rPr>
              <a:t>aggregates data from disparate sources into a single view providing complete and accurate answers to critical questions</a:t>
            </a:r>
            <a:r>
              <a:rPr lang="en-GB" sz="1100">
                <a:solidFill>
                  <a:srgbClr val="040C28"/>
                </a:solidFill>
                <a:latin typeface="+mj-lt"/>
              </a:rPr>
              <a:t>.</a:t>
            </a:r>
            <a:endParaRPr lang="en-GB" sz="1100"/>
          </a:p>
        </p:txBody>
      </p:sp>
    </p:spTree>
    <p:extLst>
      <p:ext uri="{BB962C8B-B14F-4D97-AF65-F5344CB8AC3E}">
        <p14:creationId xmlns:p14="http://schemas.microsoft.com/office/powerpoint/2010/main" val="1633744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6D450-2B60-FEDF-DDD9-4C13E023B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 Black"/>
              </a:rPr>
              <a:t>UNIFIED EXPERINCE BENEFITS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AC9A0-DD3F-4899-7060-1DCB0C03E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8A7D70B-BA5B-454D-9E9C-85AA311AB73C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5EBB2C-03A4-1943-DF9D-3155FE77B7AE}"/>
              </a:ext>
            </a:extLst>
          </p:cNvPr>
          <p:cNvGraphicFramePr>
            <a:graphicFrameLocks noGrp="1"/>
          </p:cNvGraphicFramePr>
          <p:nvPr/>
        </p:nvGraphicFramePr>
        <p:xfrm>
          <a:off x="418475" y="1162518"/>
          <a:ext cx="11580008" cy="4873631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2802564">
                  <a:extLst>
                    <a:ext uri="{9D8B030D-6E8A-4147-A177-3AD203B41FA5}">
                      <a16:colId xmlns:a16="http://schemas.microsoft.com/office/drawing/2014/main" val="3199646197"/>
                    </a:ext>
                  </a:extLst>
                </a:gridCol>
                <a:gridCol w="4917441">
                  <a:extLst>
                    <a:ext uri="{9D8B030D-6E8A-4147-A177-3AD203B41FA5}">
                      <a16:colId xmlns:a16="http://schemas.microsoft.com/office/drawing/2014/main" val="530406629"/>
                    </a:ext>
                  </a:extLst>
                </a:gridCol>
                <a:gridCol w="3860003">
                  <a:extLst>
                    <a:ext uri="{9D8B030D-6E8A-4147-A177-3AD203B41FA5}">
                      <a16:colId xmlns:a16="http://schemas.microsoft.com/office/drawing/2014/main" val="2087965790"/>
                    </a:ext>
                  </a:extLst>
                </a:gridCol>
              </a:tblGrid>
              <a:tr h="665024">
                <a:tc>
                  <a:txBody>
                    <a:bodyPr/>
                    <a:lstStyle/>
                    <a:p>
                      <a:pPr algn="ctr"/>
                      <a:r>
                        <a:rPr lang="en-GB" sz="2400">
                          <a:effectLst/>
                        </a:rPr>
                        <a:t>FEATURE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>
                          <a:effectLst/>
                        </a:rPr>
                        <a:t>BENEFIT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>
                          <a:effectLst/>
                        </a:rPr>
                        <a:t>PAIN SOLVED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831528"/>
                  </a:ext>
                </a:extLst>
              </a:tr>
              <a:tr h="775862">
                <a:tc>
                  <a:txBody>
                    <a:bodyPr/>
                    <a:lstStyle/>
                    <a:p>
                      <a:pPr algn="r"/>
                      <a:r>
                        <a:rPr lang="en-GB" sz="1200" b="1">
                          <a:effectLst/>
                          <a:latin typeface="+mj-lt"/>
                        </a:rPr>
                        <a:t>Unified Experience Tracker (UET)</a:t>
                      </a:r>
                      <a:endParaRPr lang="en-GB" sz="1200" b="1">
                        <a:effectLst/>
                        <a:latin typeface="+mj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000">
                          <a:effectLst/>
                        </a:rPr>
                        <a:t>Centralized management of activation data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000">
                          <a:effectLst/>
                        </a:rPr>
                        <a:t>Scattered and disorganized data across multiple systems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83781883"/>
                  </a:ext>
                </a:extLst>
              </a:tr>
              <a:tr h="747602">
                <a:tc>
                  <a:txBody>
                    <a:bodyPr/>
                    <a:lstStyle/>
                    <a:p>
                      <a:pPr algn="r"/>
                      <a:r>
                        <a:rPr lang="en-GB" sz="1200" b="1" i="0">
                          <a:solidFill>
                            <a:srgbClr val="374151"/>
                          </a:solidFill>
                          <a:effectLst/>
                          <a:latin typeface="+mj-lt"/>
                        </a:rPr>
                        <a:t>Master campaign Identifier </a:t>
                      </a:r>
                      <a:r>
                        <a:rPr lang="en-GB" sz="1200" b="1">
                          <a:effectLst/>
                          <a:latin typeface="+mj-lt"/>
                        </a:rPr>
                        <a:t>&amp; </a:t>
                      </a:r>
                      <a:r>
                        <a:rPr lang="en-GB" sz="1200" b="1" i="0">
                          <a:solidFill>
                            <a:srgbClr val="374151"/>
                          </a:solidFill>
                          <a:effectLst/>
                          <a:latin typeface="+mj-lt"/>
                        </a:rPr>
                        <a:t>event date Identifier</a:t>
                      </a:r>
                      <a:endParaRPr lang="en-GB" sz="1200" b="1">
                        <a:effectLst/>
                        <a:latin typeface="+mj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000">
                          <a:effectLst/>
                        </a:rPr>
                        <a:t>Unique identifiers for each campaign and each day of the event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Enabling the data team the ability to start work with greater agility 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88270439"/>
                  </a:ext>
                </a:extLst>
              </a:tr>
              <a:tr h="387930">
                <a:tc>
                  <a:txBody>
                    <a:bodyPr/>
                    <a:lstStyle/>
                    <a:p>
                      <a:pPr algn="r"/>
                      <a:r>
                        <a:rPr lang="en-GB" sz="1200" b="1">
                          <a:effectLst/>
                          <a:latin typeface="+mj-lt"/>
                        </a:rPr>
                        <a:t>Unified Database</a:t>
                      </a:r>
                      <a:endParaRPr lang="en-GB" sz="1200" b="1">
                        <a:effectLst/>
                        <a:latin typeface="+mj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000">
                          <a:effectLst/>
                        </a:rPr>
                        <a:t>Consolidated data storage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000">
                          <a:effectLst/>
                        </a:rPr>
                        <a:t>Redundancy and inconsistency in data storage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76431798"/>
                  </a:ext>
                </a:extLst>
              </a:tr>
              <a:tr h="387930">
                <a:tc>
                  <a:txBody>
                    <a:bodyPr/>
                    <a:lstStyle/>
                    <a:p>
                      <a:pPr algn="r"/>
                      <a:r>
                        <a:rPr lang="en-GB" sz="1200" b="1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Activation Calendar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0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Easy visualization of scheduled events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000" b="0">
                          <a:effectLst/>
                        </a:rPr>
                        <a:t>Inefficient event planning and tracking</a:t>
                      </a:r>
                      <a:endParaRPr lang="en-GB" sz="10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14687285"/>
                  </a:ext>
                </a:extLst>
              </a:tr>
              <a:tr h="387930">
                <a:tc>
                  <a:txBody>
                    <a:bodyPr/>
                    <a:lstStyle/>
                    <a:p>
                      <a:pPr algn="r"/>
                      <a:r>
                        <a:rPr lang="en-GB" sz="1200" b="1">
                          <a:effectLst/>
                          <a:latin typeface="+mj-lt"/>
                        </a:rPr>
                        <a:t>Client Power BI Dashboards</a:t>
                      </a:r>
                      <a:endParaRPr lang="en-GB" sz="1200" b="1">
                        <a:effectLst/>
                        <a:latin typeface="+mj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000" b="0">
                          <a:effectLst/>
                        </a:rPr>
                        <a:t>Customizable data visualization for clients</a:t>
                      </a:r>
                      <a:endParaRPr lang="en-GB" sz="10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000" b="0">
                          <a:effectLst/>
                        </a:rPr>
                        <a:t>Limited client access to data and insights</a:t>
                      </a:r>
                      <a:endParaRPr lang="en-GB" sz="10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18469105"/>
                  </a:ext>
                </a:extLst>
              </a:tr>
              <a:tr h="632085">
                <a:tc>
                  <a:txBody>
                    <a:bodyPr/>
                    <a:lstStyle/>
                    <a:p>
                      <a:pPr algn="r"/>
                      <a:r>
                        <a:rPr lang="en-GB" sz="1200" b="1">
                          <a:effectLst/>
                          <a:latin typeface="+mj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Field System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000" b="0">
                          <a:effectLst/>
                          <a:latin typeface="Calibri"/>
                          <a:ea typeface="Calibri" panose="020F0502020204030204" pitchFamily="34" charset="0"/>
                          <a:cs typeface="Arial"/>
                        </a:rPr>
                        <a:t>Single system for all field related data to live. Who worked the events, what materials do they need for training, and what happened during activations.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1000" b="0">
                          <a:effectLst/>
                          <a:latin typeface="Calibri"/>
                          <a:ea typeface="Calibri" panose="020F0502020204030204" pitchFamily="34" charset="0"/>
                          <a:cs typeface="Arial"/>
                        </a:rPr>
                        <a:t>Inconsistent and disorganized data being recorded per event from field teams.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997084"/>
                  </a:ext>
                </a:extLst>
              </a:tr>
              <a:tr h="889268">
                <a:tc>
                  <a:txBody>
                    <a:bodyPr/>
                    <a:lstStyle/>
                    <a:p>
                      <a:pPr algn="r"/>
                      <a:r>
                        <a:rPr lang="en-GB" sz="1200" b="1">
                          <a:effectLst/>
                          <a:latin typeface="+mj-lt"/>
                        </a:rPr>
                        <a:t>API Integration</a:t>
                      </a:r>
                      <a:endParaRPr lang="en-GB" sz="1200" b="1">
                        <a:effectLst/>
                        <a:latin typeface="+mj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>
                          <a:effectLst/>
                        </a:rPr>
                        <a:t>Seamless communication with field management systems</a:t>
                      </a:r>
                      <a:br>
                        <a:rPr lang="en-GB" sz="1000">
                          <a:effectLst/>
                        </a:rPr>
                      </a:br>
                      <a:br>
                        <a:rPr lang="en-GB" sz="1000">
                          <a:effectLst/>
                        </a:rPr>
                      </a:br>
                      <a:r>
                        <a:rPr lang="en-GB" sz="1000" b="0">
                          <a:effectLst/>
                        </a:rPr>
                        <a:t>Real-time data updates across UET and field management systems</a:t>
                      </a:r>
                      <a:endParaRPr lang="en-GB" sz="10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GB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>
                          <a:effectLst/>
                        </a:rPr>
                        <a:t>Manual data transfer and synchronization</a:t>
                      </a:r>
                      <a:br>
                        <a:rPr lang="en-GB" sz="1000">
                          <a:effectLst/>
                        </a:rPr>
                      </a:br>
                      <a:br>
                        <a:rPr lang="en-GB" sz="1000">
                          <a:effectLst/>
                        </a:rPr>
                      </a:br>
                      <a:r>
                        <a:rPr lang="en-GB" sz="1000" b="0">
                          <a:effectLst/>
                        </a:rPr>
                        <a:t>Inconsistent data between systems</a:t>
                      </a:r>
                      <a:endParaRPr lang="en-GB" sz="10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GB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27487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043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01080-880A-B173-38A7-25884D6F7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500"/>
              <a:t>KEY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11859-4542-8B7C-D1B8-1375A5035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238250"/>
            <a:ext cx="11353800" cy="4381499"/>
          </a:xfrm>
        </p:spPr>
        <p:txBody>
          <a:bodyPr>
            <a:normAutofit fontScale="77500" lnSpcReduction="20000"/>
          </a:bodyPr>
          <a:lstStyle/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1800" b="1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  <a:t>Unified Experience Tracker (UET) and Input Procedure</a:t>
            </a:r>
            <a:br>
              <a:rPr lang="en-GB" sz="1800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</a:br>
            <a:r>
              <a:rPr lang="en-GB" sz="1800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  <a:t>A front-end Input application and organization-wide process/system for collecting Activation Details and information: Activation Name, Activation Date, Activation Client, and Activation Location. </a:t>
            </a:r>
            <a:endParaRPr lang="en-GB" sz="1800">
              <a:effectLst/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1800" b="1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  <a:t>Unified Experience Datawarehouse &amp; APIs</a:t>
            </a:r>
            <a:br>
              <a:rPr lang="en-GB" sz="1800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</a:br>
            <a:r>
              <a:rPr lang="en-GB" sz="1800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  <a:t>One location for all IDs and data generated from UET. </a:t>
            </a:r>
            <a:br>
              <a:rPr lang="en-GB" sz="1800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</a:br>
            <a:r>
              <a:rPr lang="en-GB" sz="1800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  <a:t>Data models and processes (ETL) to manage changes/updates within UET </a:t>
            </a:r>
            <a:br>
              <a:rPr lang="en-GB" sz="1800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</a:br>
            <a:r>
              <a:rPr lang="en-GB" sz="1800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  <a:t>Centralized data infrastructure that can be enriched with additional IDs and data from other 3rd party systems. </a:t>
            </a:r>
            <a:br>
              <a:rPr lang="en-GB" sz="1800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</a:br>
            <a:r>
              <a:rPr lang="en-GB" sz="1800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  <a:t>Bidirectional APIs to communicate with 3rd party services to send and receive data.</a:t>
            </a:r>
            <a:endParaRPr lang="en-GB" sz="1800">
              <a:effectLst/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GB" sz="1800" b="1">
                <a:effectLst/>
                <a:latin typeface="Momo Neue"/>
                <a:ea typeface="Calibri" panose="020F0502020204030204" pitchFamily="34" charset="0"/>
                <a:cs typeface="Arial" panose="020B0604020202020204" pitchFamily="34" charset="0"/>
              </a:rPr>
              <a:t>Organization-wide BI/Analytics Dashboard (Experiential Intelligence Dashboard)</a:t>
            </a:r>
            <a:br>
              <a:rPr lang="en-GB" sz="1800" b="1">
                <a:effectLst/>
                <a:latin typeface="Momo Neue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1800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  <a:t>An accessible and interactive web-hosted dashboard visualizing data from the data warehouse via KPIs and other metrics for Momentum and its clients.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GB" sz="1800" b="1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  <a:t>Field Management System</a:t>
            </a:r>
            <a:br>
              <a:rPr lang="en-GB" sz="1800" b="1">
                <a:effectLst/>
                <a:latin typeface="Momo Neue"/>
                <a:ea typeface="Yu Mincho" panose="02020400000000000000" pitchFamily="18" charset="-128"/>
                <a:cs typeface="Arial" panose="020B0604020202020204" pitchFamily="34" charset="0"/>
              </a:rPr>
            </a:br>
            <a:r>
              <a:rPr lang="en-GB" sz="1800">
                <a:latin typeface="Momo Neue"/>
                <a:ea typeface="Yu Mincho" panose="02020400000000000000" pitchFamily="18" charset="-128"/>
              </a:rPr>
              <a:t>A single solution for all field staff to access event information details, training materials and record event recaps. </a:t>
            </a:r>
            <a:endParaRPr lang="en-GB" sz="1800">
              <a:effectLst/>
              <a:latin typeface="Momo Neue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GB" sz="1800" b="1">
                <a:latin typeface="Momo Neue"/>
              </a:rPr>
              <a:t>Activation Calendar</a:t>
            </a:r>
            <a:br>
              <a:rPr lang="en-GB" sz="1800" b="1" i="1">
                <a:latin typeface="+mj-lt"/>
              </a:rPr>
            </a:br>
            <a:r>
              <a:rPr lang="en-GB" sz="1800">
                <a:latin typeface="Momo Neue"/>
                <a:ea typeface="Yu Mincho" panose="02020400000000000000" pitchFamily="18" charset="-128"/>
              </a:rPr>
              <a:t>Enable visibility into the Momentum activation calendar. Who, what, when and where. 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GB" sz="1800" b="1">
                <a:latin typeface="Momo Neue"/>
              </a:rPr>
              <a:t>Conversational Insights</a:t>
            </a:r>
            <a:br>
              <a:rPr lang="en-GB" sz="1800" b="1" i="1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1800">
                <a:latin typeface="Momo Neue"/>
                <a:ea typeface="Yu Mincho" panose="02020400000000000000" pitchFamily="18" charset="-128"/>
              </a:rPr>
              <a:t>Leveraging AI to provide conversational insights based on aggregated data. It would provide Momentum with a user-friendly interface to access data and gain valuable insights, though conversion. 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endParaRPr lang="en-GB" sz="1800">
              <a:latin typeface="Calibri" panose="020F0502020204030204" pitchFamily="34" charset="0"/>
              <a:ea typeface="Yu Mincho" panose="02020400000000000000" pitchFamily="18" charset="-128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endParaRPr lang="en-GB" sz="1800">
              <a:effectLst/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36522-A878-41B5-9D50-A913E22A4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8A7D70B-BA5B-454D-9E9C-85AA311AB73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40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6D23F-DB12-2260-9F26-EA2CF8CE0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FBBA5A-BCF4-643D-3EA6-C6F7889E2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PROOF OF CONCEPT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5111EF-9D3A-746A-C5E1-499CB711E4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128010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F4816B-3BD8-2F2B-6C32-0918E7763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Poppins Black" panose="00000A00000000000000" pitchFamily="2" charset="0"/>
                <a:ea typeface="+mj-ea"/>
                <a:cs typeface="Poppins Black" panose="00000A00000000000000" pitchFamily="2" charset="0"/>
              </a:rPr>
              <a:t>CAMPAIGNS &amp; EVENTS</a:t>
            </a:r>
            <a:endParaRPr lang="en-GB" b="0"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B62BED-791E-4A24-DA8A-C3589AA18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633869"/>
            <a:ext cx="5365012" cy="3590261"/>
          </a:xfrm>
        </p:spPr>
        <p:txBody>
          <a:bodyPr>
            <a:normAutofit/>
          </a:bodyPr>
          <a:lstStyle/>
          <a:p>
            <a:pPr marL="342900" marR="0" lvl="0" indent="-342900" algn="l"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Create, edit, delete Events</a:t>
            </a:r>
          </a:p>
          <a:p>
            <a:pPr marL="342900" marR="0" lvl="0" indent="-342900" algn="l"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Display Event data</a:t>
            </a:r>
          </a:p>
          <a:p>
            <a:pPr marL="342900" marR="0" lvl="0" indent="-342900" algn="l"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Create an intelligible campaign ID</a:t>
            </a:r>
          </a:p>
          <a:p>
            <a:pPr marL="342900" marR="0" lvl="0" indent="-342900" algn="l"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Sorting search returns based on criteria: </a:t>
            </a:r>
            <a:br>
              <a:rPr lang="en-US" sz="14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4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ID, Name, Status, </a:t>
            </a:r>
            <a:r>
              <a:rPr lang="en-US" sz="1400" b="0" i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etc</a:t>
            </a:r>
            <a:endParaRPr lang="en-US" sz="1400" b="0" i="0">
              <a:solidFill>
                <a:srgbClr val="00000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marR="0" lvl="0" indent="-342900" algn="l"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Pagination</a:t>
            </a:r>
          </a:p>
          <a:p>
            <a:pPr marL="342900" marR="0" lvl="0" indent="-342900" algn="l"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Retrieve AD data for event originator/assignee</a:t>
            </a:r>
          </a:p>
          <a:p>
            <a:pPr marL="342900" marR="0" lvl="0" indent="-342900" algn="l"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Display map data and standardized address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45154-86A6-2500-5336-3B5C0A469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8A7D70B-BA5B-454D-9E9C-85AA311AB73C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84F3BAF6-A528-AFFC-9DF9-A3711F9E6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999" y="833845"/>
            <a:ext cx="5365975" cy="2854891"/>
          </a:xfrm>
          <a:prstGeom prst="rect">
            <a:avLst/>
          </a:prstGeom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9EA3355-BBE7-355C-9874-D9D923DFD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037" y="2784172"/>
            <a:ext cx="5365974" cy="285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5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F4816B-3BD8-2F2B-6C32-0918E7763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Poppins Black" panose="00000A00000000000000" pitchFamily="2" charset="0"/>
                <a:ea typeface="+mj-ea"/>
                <a:cs typeface="Poppins Black" panose="00000A00000000000000" pitchFamily="2" charset="0"/>
              </a:rPr>
              <a:t>CAMPAIGNS &amp; EVENTS</a:t>
            </a:r>
            <a:endParaRPr lang="en-GB" b="0"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B62BED-791E-4A24-DA8A-C3589AA18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633869"/>
            <a:ext cx="5365012" cy="3590261"/>
          </a:xfrm>
        </p:spPr>
        <p:txBody>
          <a:bodyPr>
            <a:normAutofit/>
          </a:bodyPr>
          <a:lstStyle/>
          <a:p>
            <a:pPr marL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kern="1200">
                <a:solidFill>
                  <a:srgbClr val="FFFFFF"/>
                </a:solidFill>
                <a:effectLst/>
                <a:latin typeface="Poppins" panose="00000500000000000000" pitchFamily="2" charset="0"/>
              </a:rPr>
              <a:t>TURES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342900" indent="-342900" fontAlgn="base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Theme variations stored at user-level permissions</a:t>
            </a:r>
            <a:endParaRPr lang="en-GB" sz="140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 fontAlgn="base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This can include read/write permissions or view only permissions</a:t>
            </a:r>
            <a:endParaRPr lang="en-GB" sz="140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 fontAlgn="base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Configurable by:</a:t>
            </a:r>
            <a:endParaRPr lang="en-GB" sz="140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 fontAlgn="base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Client</a:t>
            </a:r>
            <a:endParaRPr lang="en-GB" sz="140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 fontAlgn="base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</a:t>
            </a:r>
            <a:endParaRPr lang="en-GB" sz="140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 fontAlgn="base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Team</a:t>
            </a:r>
            <a:endParaRPr lang="en-GB" sz="140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45154-86A6-2500-5336-3B5C0A469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8A7D70B-BA5B-454D-9E9C-85AA311AB73C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76EB1C5-BADA-97DC-FE8A-714925AFB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613" y="1633869"/>
            <a:ext cx="6044387" cy="321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176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66594-4EAD-1219-C874-D4FADAB62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9FC3F1-D42A-F62B-33BF-2A18B2E1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4146CF-F469-8A1B-E4FF-EFD45EFC92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91433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E6CB-7328-4FE4-4A9A-A4870823E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70316-5EAF-1934-C57E-213576CEC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Immediate Priorities</a:t>
            </a:r>
            <a:endParaRPr lang="en-US" dirty="0"/>
          </a:p>
          <a:p>
            <a:r>
              <a:rPr lang="en-US" b="1"/>
              <a:t>Define MVP Scope</a:t>
            </a:r>
            <a:r>
              <a:rPr lang="en-US"/>
              <a:t> – Confirm the core feature set for launch.</a:t>
            </a:r>
            <a:endParaRPr lang="en-US" dirty="0"/>
          </a:p>
          <a:p>
            <a:r>
              <a:rPr lang="en-US" b="1"/>
              <a:t>System Architecture</a:t>
            </a:r>
            <a:r>
              <a:rPr lang="en-US"/>
              <a:t> – Identify integrations with existing tools (Smartsheet, Google Docs, QR, CRM).</a:t>
            </a:r>
            <a:endParaRPr lang="en-US" dirty="0"/>
          </a:p>
          <a:p>
            <a:r>
              <a:rPr lang="en-US" b="1"/>
              <a:t>User Interface Design</a:t>
            </a:r>
            <a:r>
              <a:rPr lang="en-US"/>
              <a:t> – Develop a dashboard that consolidates scheduling, logistics, and reporting.</a:t>
            </a:r>
            <a:endParaRPr lang="en-US" dirty="0"/>
          </a:p>
          <a:p>
            <a:r>
              <a:rPr lang="en-US" b="1" dirty="0"/>
              <a:t>Mid-Term Priorities</a:t>
            </a:r>
            <a:endParaRPr lang="en-US" dirty="0"/>
          </a:p>
          <a:p>
            <a:r>
              <a:rPr lang="en-US" b="1" dirty="0"/>
              <a:t>Prototype Development</a:t>
            </a:r>
            <a:r>
              <a:rPr lang="en-US" dirty="0"/>
              <a:t> – Create a working prototype for early testing.</a:t>
            </a:r>
          </a:p>
          <a:p>
            <a:r>
              <a:rPr lang="en-US" b="1" dirty="0"/>
              <a:t>User Testing &amp; Feedback</a:t>
            </a:r>
            <a:r>
              <a:rPr lang="en-US" dirty="0"/>
              <a:t> – Conduct testing with account teams to refine features.</a:t>
            </a:r>
          </a:p>
          <a:p>
            <a:r>
              <a:rPr lang="en-US" b="1" dirty="0"/>
              <a:t>Refine Reporting &amp; Analytics</a:t>
            </a:r>
            <a:r>
              <a:rPr lang="en-US" dirty="0"/>
              <a:t> – Improve real-time reporting dashboards.</a:t>
            </a:r>
          </a:p>
          <a:p>
            <a:r>
              <a:rPr lang="en-US" b="1" dirty="0"/>
              <a:t>Long-Term Priorities</a:t>
            </a:r>
            <a:endParaRPr lang="en-US" dirty="0"/>
          </a:p>
          <a:p>
            <a:r>
              <a:rPr lang="en-US" b="1" dirty="0"/>
              <a:t>Automation &amp; AI Implementation</a:t>
            </a:r>
            <a:r>
              <a:rPr lang="en-US" dirty="0"/>
              <a:t> – Develop advanced forecasting &amp; scheduling optimization.</a:t>
            </a:r>
          </a:p>
          <a:p>
            <a:r>
              <a:rPr lang="en-US" b="1" dirty="0"/>
              <a:t>Scalability &amp; Customization</a:t>
            </a:r>
            <a:r>
              <a:rPr lang="en-US" dirty="0"/>
              <a:t> – Expand for future needs, including international event tracking.</a:t>
            </a:r>
          </a:p>
          <a:p>
            <a:r>
              <a:rPr lang="en-US" b="1" dirty="0"/>
              <a:t>Client-Facing Reporting Tool</a:t>
            </a:r>
            <a:r>
              <a:rPr lang="en-US" dirty="0"/>
              <a:t> – Create interactive reports for external stakeholders.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639ED-8954-1D16-4E85-FA9D3110B5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77823893"/>
      </p:ext>
    </p:extLst>
  </p:cSld>
  <p:clrMapOvr>
    <a:masterClrMapping/>
  </p:clrMapOvr>
</p:sld>
</file>

<file path=ppt/theme/theme1.xml><?xml version="1.0" encoding="utf-8"?>
<a:theme xmlns:a="http://schemas.openxmlformats.org/drawingml/2006/main" name="MOMENTUM 2020 GOOGLE SLIDES">
  <a:themeElements>
    <a:clrScheme name="Momentum Template Palette">
      <a:dk1>
        <a:srgbClr val="000000"/>
      </a:dk1>
      <a:lt1>
        <a:srgbClr val="FFFFFF"/>
      </a:lt1>
      <a:dk2>
        <a:srgbClr val="D4D8DC"/>
      </a:dk2>
      <a:lt2>
        <a:srgbClr val="79858D"/>
      </a:lt2>
      <a:accent1>
        <a:srgbClr val="EB2A38"/>
      </a:accent1>
      <a:accent2>
        <a:srgbClr val="495682"/>
      </a:accent2>
      <a:accent3>
        <a:srgbClr val="39708C"/>
      </a:accent3>
      <a:accent4>
        <a:srgbClr val="416042"/>
      </a:accent4>
      <a:accent5>
        <a:srgbClr val="FFD209"/>
      </a:accent5>
      <a:accent6>
        <a:srgbClr val="F26319"/>
      </a:accent6>
      <a:hlink>
        <a:srgbClr val="EB2A38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5212364-6e0c-40a5-9fff-da248140089a">
      <UserInfo>
        <DisplayName>Walker, James (LDN-MOM)</DisplayName>
        <AccountId>12</AccountId>
        <AccountType/>
      </UserInfo>
      <UserInfo>
        <DisplayName>Touzot, Philippe (NYC-MOM)</DisplayName>
        <AccountId>19</AccountId>
        <AccountType/>
      </UserInfo>
      <UserInfo>
        <DisplayName>Lewis, Matt (LDN-MOM)</DisplayName>
        <AccountId>20</AccountId>
        <AccountType/>
      </UserInfo>
      <UserInfo>
        <DisplayName>Smith, Donnalyn (WW-MOM)</DisplayName>
        <AccountId>21</AccountId>
        <AccountType/>
      </UserInfo>
      <UserInfo>
        <DisplayName>SharingLinks.67796322-903c-4afe-a0fa-5a505289ae87.Flexible.777c698d-53b8-4613-8e77-5d07b8de8262</DisplayName>
        <AccountId>22</AccountId>
        <AccountType/>
      </UserInfo>
      <UserInfo>
        <DisplayName>Wong, Becky (NYC-MOM)</DisplayName>
        <AccountId>23</AccountId>
        <AccountType/>
      </UserInfo>
      <UserInfo>
        <DisplayName>Richardson, Charlie (LDN-MOM)</DisplayName>
        <AccountId>24</AccountId>
        <AccountType/>
      </UserInfo>
      <UserInfo>
        <DisplayName>Surati, Sanj (LDN-MOM)</DisplayName>
        <AccountId>25</AccountId>
        <AccountType/>
      </UserInfo>
      <UserInfo>
        <DisplayName>Martin, Matthew (LDN-MOM)</DisplayName>
        <AccountId>26</AccountId>
        <AccountType/>
      </UserInfo>
      <UserInfo>
        <DisplayName>Kloppers, Deon (LDN-MOM)</DisplayName>
        <AccountId>27</AccountId>
        <AccountType/>
      </UserInfo>
      <UserInfo>
        <DisplayName>Hardy, Richard (LDN-MOM)</DisplayName>
        <AccountId>28</AccountId>
        <AccountType/>
      </UserInfo>
      <UserInfo>
        <DisplayName>Jones, Simon (LDN-MOM)</DisplayName>
        <AccountId>38</AccountId>
        <AccountType/>
      </UserInfo>
      <UserInfo>
        <DisplayName>SharingLinks.7f93a68c-90ad-46ea-9b2a-9a03480146c6.Flexible.1b0def01-091e-49f5-a43c-63734bc8e6b8</DisplayName>
        <AccountId>34</AccountId>
        <AccountType/>
      </UserInfo>
      <UserInfo>
        <DisplayName>SharingLinks.77e51690-6db7-45ff-b771-bba018e4c01b.OrganizationEdit.19a53cd8-8971-4ade-9725-c0223c7daa63</DisplayName>
        <AccountId>37</AccountId>
        <AccountType/>
      </UserInfo>
      <UserInfo>
        <DisplayName>SharingLinks.b7d9eb53-fb9d-44bf-9944-fd8a32c82424.Flexible.bb27757a-cd62-4ac8-ab52-91901a840354</DisplayName>
        <AccountId>39</AccountId>
        <AccountType/>
      </UserInfo>
      <UserInfo>
        <DisplayName>Krishna Nair</DisplayName>
        <AccountId>40</AccountId>
        <AccountType/>
      </UserInfo>
      <UserInfo>
        <DisplayName>Craig Hamel</DisplayName>
        <AccountId>41</AccountId>
        <AccountType/>
      </UserInfo>
      <UserInfo>
        <DisplayName>Sanderson, Steve (WW-MOM)</DisplayName>
        <AccountId>9</AccountId>
        <AccountType/>
      </UserInfo>
    </SharedWithUsers>
    <TaxCatchAll xmlns="05212364-6e0c-40a5-9fff-da248140089a" xsi:nil="true"/>
    <Notes xmlns="801b4607-f500-4f6e-b784-fb54d22359e9" xsi:nil="true"/>
    <lcf76f155ced4ddcb4097134ff3c332f xmlns="801b4607-f500-4f6e-b784-fb54d22359e9">
      <Terms xmlns="http://schemas.microsoft.com/office/infopath/2007/PartnerControls"/>
    </lcf76f155ced4ddcb4097134ff3c332f>
    <AzureFiles xmlns="801b4607-f500-4f6e-b784-fb54d22359e9">
      <Url xsi:nil="true"/>
      <Description xsi:nil="true"/>
    </AzureFiles>
    <Tag xmlns="801b4607-f500-4f6e-b784-fb54d22359e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01503E242B4242B818938EF38676E9" ma:contentTypeVersion="21" ma:contentTypeDescription="Create a new document." ma:contentTypeScope="" ma:versionID="c41e4e4be335f45bd513e1b0499f9417">
  <xsd:schema xmlns:xsd="http://www.w3.org/2001/XMLSchema" xmlns:xs="http://www.w3.org/2001/XMLSchema" xmlns:p="http://schemas.microsoft.com/office/2006/metadata/properties" xmlns:ns2="801b4607-f500-4f6e-b784-fb54d22359e9" xmlns:ns3="05212364-6e0c-40a5-9fff-da248140089a" targetNamespace="http://schemas.microsoft.com/office/2006/metadata/properties" ma:root="true" ma:fieldsID="af26cca610bf6bb2aae6c1af2de8179b" ns2:_="" ns3:_="">
    <xsd:import namespace="801b4607-f500-4f6e-b784-fb54d22359e9"/>
    <xsd:import namespace="05212364-6e0c-40a5-9fff-da24814008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Notes" minOccurs="0"/>
                <xsd:element ref="ns2:MediaServiceSearchProperties" minOccurs="0"/>
                <xsd:element ref="ns2:AzureFiles" minOccurs="0"/>
                <xsd:element ref="ns2:MediaServiceBillingMetadata" minOccurs="0"/>
                <xsd:element ref="ns2:Tag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1b4607-f500-4f6e-b784-fb54d22359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a7d435f-bc0a-452e-b7b2-4cb57826a0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Notes" ma:index="24" nillable="true" ma:displayName="Notes" ma:format="Dropdown" ma:internalName="Notes">
      <xsd:simpleType>
        <xsd:restriction base="dms:Note">
          <xsd:maxLength value="255"/>
        </xsd:restriction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zureFiles" ma:index="26" nillable="true" ma:displayName="Azure Files" ma:format="Hyperlink" ma:internalName="AzureFile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Tag" ma:index="28" nillable="true" ma:displayName="Tag" ma:description="Tag to flag the recipient user against" ma:format="Dropdown" ma:internalName="Tag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212364-6e0c-40a5-9fff-da248140089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3010033-8c98-4658-a188-4535091bf398}" ma:internalName="TaxCatchAll" ma:showField="CatchAllData" ma:web="05212364-6e0c-40a5-9fff-da24814008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F92EDD-980A-435E-AFC3-89282052CB46}">
  <ds:schemaRefs>
    <ds:schemaRef ds:uri="http://purl.org/dc/terms/"/>
    <ds:schemaRef ds:uri="http://purl.org/dc/dcmitype/"/>
    <ds:schemaRef ds:uri="http://schemas.microsoft.com/office/2006/metadata/properties"/>
    <ds:schemaRef ds:uri="801b4607-f500-4f6e-b784-fb54d22359e9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05212364-6e0c-40a5-9fff-da248140089a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A97774E-E958-4ABF-A004-BFCF7B087BCD}"/>
</file>

<file path=customXml/itemProps3.xml><?xml version="1.0" encoding="utf-8"?>
<ds:datastoreItem xmlns:ds="http://schemas.openxmlformats.org/officeDocument/2006/customXml" ds:itemID="{22B27CCF-5673-490C-937F-88F0515417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026e4c1-5892-497a-b9da-ee493c9f0364}" enabled="0" method="" siteId="{d026e4c1-5892-497a-b9da-ee493c9f03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2453</Words>
  <Application>Microsoft Macintosh PowerPoint</Application>
  <PresentationFormat>Widescreen</PresentationFormat>
  <Paragraphs>419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Momo Neue</vt:lpstr>
      <vt:lpstr>Helvetica Neue</vt:lpstr>
      <vt:lpstr>Poppins Light</vt:lpstr>
      <vt:lpstr>Poppins</vt:lpstr>
      <vt:lpstr>Calibri</vt:lpstr>
      <vt:lpstr>Arial</vt:lpstr>
      <vt:lpstr>Arial Black</vt:lpstr>
      <vt:lpstr>Arial,Sans-Serif</vt:lpstr>
      <vt:lpstr>Söhne</vt:lpstr>
      <vt:lpstr>Helvetica</vt:lpstr>
      <vt:lpstr>Poppins Black</vt:lpstr>
      <vt:lpstr>MOMENTUM 2020 GOOGLE SLIDES</vt:lpstr>
      <vt:lpstr>NEXT STEPS</vt:lpstr>
      <vt:lpstr>UNIFIED EXPERIENCE PLATFORM</vt:lpstr>
      <vt:lpstr>TODAY</vt:lpstr>
      <vt:lpstr>DATA SOURCES - TODAY</vt:lpstr>
      <vt:lpstr>TODAY PAIN POINTS</vt:lpstr>
      <vt:lpstr>PRODUCT </vt:lpstr>
      <vt:lpstr>PRODUCT Core Functions</vt:lpstr>
      <vt:lpstr>PowerPoint Presentation</vt:lpstr>
      <vt:lpstr>ARCHIVE</vt:lpstr>
      <vt:lpstr>FUTURE</vt:lpstr>
      <vt:lpstr>DIAGRAMS</vt:lpstr>
      <vt:lpstr>UXP COMPONENTS AND FLOW</vt:lpstr>
      <vt:lpstr>UXP COMPONENTS AND FLOW</vt:lpstr>
      <vt:lpstr>UNIFIED EXPERIENCE DATA ECOSYSTEM </vt:lpstr>
      <vt:lpstr>UNIFIED EXPERIENCE DATA ECOSYSTEM </vt:lpstr>
      <vt:lpstr>UNIFIED EXPERINCE BENEFITS</vt:lpstr>
      <vt:lpstr>KEY DELIVERABLES</vt:lpstr>
      <vt:lpstr>PROOF OF CONCEPT</vt:lpstr>
      <vt:lpstr>CAMPAIGNS &amp; EVENTS</vt:lpstr>
      <vt:lpstr>CAMPAIGNS &amp; EVENTS</vt:lpstr>
      <vt:lpstr>NEXT STEPS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</dc:title>
  <dc:creator>Sanderson, Steve (LDN-MOM)</dc:creator>
  <cp:lastModifiedBy>Baum, Kristen (STL-MOM)</cp:lastModifiedBy>
  <cp:revision>127</cp:revision>
  <dcterms:modified xsi:type="dcterms:W3CDTF">2025-02-07T15:10:17Z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0x0101004C01503E242B4242B818938EF38676E9</vt:lpwstr>
  </property>
  <property fmtid="{D5CDD505-2E9C-101B-9397-08002B2CF9AE}" pid="3" name="MediaServiceImageTags">
    <vt:lpwstr/>
  </property>
</Properties>
</file>